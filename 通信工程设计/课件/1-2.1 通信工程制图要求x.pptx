
<file path=[Content_Types].xml><?xml version="1.0" encoding="utf-8"?>
<Types xmlns="http://schemas.openxmlformats.org/package/2006/content-types">
  <Default Extension="jpeg" ContentType="image/jpeg"/>
  <Default Extension="JPG" ContentType="image/.jpg"/>
  <Default Extension="vml" ContentType="application/vnd.openxmlformats-officedocument.vmlDrawing"/>
  <Default Extension="bin" ContentType="application/vnd.openxmlformats-officedocument.oleObject"/>
  <Default Extension="png" ContentType="image/png"/>
  <Default Extension="wmf" ContentType="image/x-wmf"/>
  <Default Extension="emf" ContentType="image/x-emf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diagrams/colors1.xml" ContentType="application/vnd.openxmlformats-officedocument.drawingml.diagramColors+xml"/>
  <Override PartName="/ppt/diagrams/data1.xml" ContentType="application/vnd.openxmlformats-officedocument.drawingml.diagramData+xml"/>
  <Override PartName="/ppt/diagrams/drawing1.xml" ContentType="application/vnd.ms-office.drawingml.diagramDrawing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handoutMasters/handoutMaster1.xml" ContentType="application/vnd.openxmlformats-officedocument.presentationml.handoutMaster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54.xml" ContentType="application/vnd.openxmlformats-officedocument.presentationml.slide+xml"/>
  <Override PartName="/ppt/slides/slide5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ags/tag1.xml" ContentType="application/vnd.openxmlformats-officedocument.presentationml.tags+xml"/>
  <Override PartName="/ppt/tags/tag2.xml" ContentType="application/vnd.openxmlformats-officedocument.presentationml.tags+xml"/>
  <Override PartName="/ppt/tags/tag3.xml" ContentType="application/vnd.openxmlformats-officedocument.presentationml.tags+xml"/>
  <Override PartName="/ppt/theme/theme1.xml" ContentType="application/vnd.openxmlformats-officedocument.theme+xml"/>
  <Override PartName="/ppt/theme/theme2.xml" ContentType="application/vnd.openxmlformats-officedocument.theme+xml"/>
  <Override PartName="/ppt/theme/theme3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4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5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4"/>
  </p:notesMasterIdLst>
  <p:handoutMasterIdLst>
    <p:handoutMasterId r:id="rId59"/>
  </p:handoutMasterIdLst>
  <p:sldIdLst>
    <p:sldId id="665" r:id="rId3"/>
    <p:sldId id="291" r:id="rId5"/>
    <p:sldId id="667" r:id="rId6"/>
    <p:sldId id="713" r:id="rId7"/>
    <p:sldId id="669" r:id="rId8"/>
    <p:sldId id="714" r:id="rId9"/>
    <p:sldId id="694" r:id="rId10"/>
    <p:sldId id="698" r:id="rId11"/>
    <p:sldId id="716" r:id="rId12"/>
    <p:sldId id="718" r:id="rId13"/>
    <p:sldId id="719" r:id="rId14"/>
    <p:sldId id="720" r:id="rId15"/>
    <p:sldId id="699" r:id="rId16"/>
    <p:sldId id="721" r:id="rId17"/>
    <p:sldId id="700" r:id="rId18"/>
    <p:sldId id="722" r:id="rId19"/>
    <p:sldId id="723" r:id="rId20"/>
    <p:sldId id="701" r:id="rId21"/>
    <p:sldId id="726" r:id="rId22"/>
    <p:sldId id="724" r:id="rId23"/>
    <p:sldId id="727" r:id="rId24"/>
    <p:sldId id="728" r:id="rId25"/>
    <p:sldId id="729" r:id="rId26"/>
    <p:sldId id="702" r:id="rId27"/>
    <p:sldId id="730" r:id="rId28"/>
    <p:sldId id="733" r:id="rId29"/>
    <p:sldId id="732" r:id="rId30"/>
    <p:sldId id="734" r:id="rId31"/>
    <p:sldId id="731" r:id="rId32"/>
    <p:sldId id="735" r:id="rId33"/>
    <p:sldId id="703" r:id="rId34"/>
    <p:sldId id="736" r:id="rId35"/>
    <p:sldId id="737" r:id="rId36"/>
    <p:sldId id="738" r:id="rId37"/>
    <p:sldId id="739" r:id="rId38"/>
    <p:sldId id="712" r:id="rId39"/>
    <p:sldId id="704" r:id="rId40"/>
    <p:sldId id="740" r:id="rId41"/>
    <p:sldId id="741" r:id="rId42"/>
    <p:sldId id="743" r:id="rId43"/>
    <p:sldId id="744" r:id="rId44"/>
    <p:sldId id="745" r:id="rId45"/>
    <p:sldId id="705" r:id="rId46"/>
    <p:sldId id="706" r:id="rId47"/>
    <p:sldId id="749" r:id="rId48"/>
    <p:sldId id="750" r:id="rId49"/>
    <p:sldId id="748" r:id="rId50"/>
    <p:sldId id="707" r:id="rId51"/>
    <p:sldId id="696" r:id="rId52"/>
    <p:sldId id="746" r:id="rId53"/>
    <p:sldId id="697" r:id="rId54"/>
    <p:sldId id="680" r:id="rId55"/>
    <p:sldId id="747" r:id="rId56"/>
    <p:sldId id="681" r:id="rId57"/>
    <p:sldId id="751" r:id="rId58"/>
  </p:sldIdLst>
  <p:sldSz cx="9144000" cy="5143500" type="screen16x9"/>
  <p:notesSz cx="6858000" cy="9144000"/>
  <p:custDataLst>
    <p:tags r:id="rId63"/>
  </p:custDataLst>
  <p:defaultTextStyle>
    <a:defPPr>
      <a:defRPr lang="en-US"/>
    </a:defPPr>
    <a:lvl1pPr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宋体" panose="02010600030101010101" pitchFamily="2" charset="-122"/>
        <a:cs typeface="+mn-cs"/>
      </a:defRPr>
    </a:lvl1pPr>
    <a:lvl2pPr marL="4572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宋体" panose="02010600030101010101" pitchFamily="2" charset="-122"/>
        <a:cs typeface="+mn-cs"/>
      </a:defRPr>
    </a:lvl2pPr>
    <a:lvl3pPr marL="9144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宋体" panose="02010600030101010101" pitchFamily="2" charset="-122"/>
        <a:cs typeface="+mn-cs"/>
      </a:defRPr>
    </a:lvl3pPr>
    <a:lvl4pPr marL="13716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宋体" panose="02010600030101010101" pitchFamily="2" charset="-122"/>
        <a:cs typeface="+mn-cs"/>
      </a:defRPr>
    </a:lvl4pPr>
    <a:lvl5pPr marL="18288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宋体" panose="02010600030101010101" pitchFamily="2" charset="-122"/>
        <a:cs typeface="+mn-cs"/>
      </a:defRPr>
    </a:lvl5pPr>
    <a:lvl6pPr marL="2286000" algn="l" defTabSz="914400" rtl="0" eaLnBrk="1" latinLnBrk="0" hangingPunct="1">
      <a:defRPr kern="1200">
        <a:solidFill>
          <a:schemeClr val="tx1"/>
        </a:solidFill>
        <a:latin typeface="Arial" panose="020B0604020202020204" pitchFamily="34" charset="0"/>
        <a:ea typeface="宋体" panose="02010600030101010101" pitchFamily="2" charset="-122"/>
        <a:cs typeface="+mn-cs"/>
      </a:defRPr>
    </a:lvl6pPr>
    <a:lvl7pPr marL="2743200" algn="l" defTabSz="914400" rtl="0" eaLnBrk="1" latinLnBrk="0" hangingPunct="1">
      <a:defRPr kern="1200">
        <a:solidFill>
          <a:schemeClr val="tx1"/>
        </a:solidFill>
        <a:latin typeface="Arial" panose="020B0604020202020204" pitchFamily="34" charset="0"/>
        <a:ea typeface="宋体" panose="02010600030101010101" pitchFamily="2" charset="-122"/>
        <a:cs typeface="+mn-cs"/>
      </a:defRPr>
    </a:lvl7pPr>
    <a:lvl8pPr marL="3200400" algn="l" defTabSz="914400" rtl="0" eaLnBrk="1" latinLnBrk="0" hangingPunct="1">
      <a:defRPr kern="1200">
        <a:solidFill>
          <a:schemeClr val="tx1"/>
        </a:solidFill>
        <a:latin typeface="Arial" panose="020B0604020202020204" pitchFamily="34" charset="0"/>
        <a:ea typeface="宋体" panose="02010600030101010101" pitchFamily="2" charset="-122"/>
        <a:cs typeface="+mn-cs"/>
      </a:defRPr>
    </a:lvl8pPr>
    <a:lvl9pPr marL="3657600" algn="l" defTabSz="914400" rtl="0" eaLnBrk="1" latinLnBrk="0" hangingPunct="1">
      <a:defRPr kern="1200">
        <a:solidFill>
          <a:schemeClr val="tx1"/>
        </a:solidFill>
        <a:latin typeface="Arial" panose="020B0604020202020204" pitchFamily="34" charset="0"/>
        <a:ea typeface="宋体" panose="02010600030101010101" pitchFamily="2" charset="-122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1631" userDrawn="1">
          <p15:clr>
            <a:srgbClr val="A4A3A4"/>
          </p15:clr>
        </p15:guide>
        <p15:guide id="2" pos="340" userDrawn="1">
          <p15:clr>
            <a:srgbClr val="A4A3A4"/>
          </p15:clr>
        </p15:guide>
        <p15:guide id="3" pos="5466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FFFFFF"/>
    <a:srgbClr val="F5F7F9"/>
    <a:srgbClr val="F8F8F8"/>
    <a:srgbClr val="B2D2A2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中度样式 2 - 强调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912C8C85-51F0-491E-9774-3900AFEF0FD7}" styleName="浅色样式 2 - 强调 6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6"/>
            </a:lnRef>
          </a:left>
          <a:right>
            <a:lnRef idx="1">
              <a:schemeClr val="accent6"/>
            </a:lnRef>
          </a:right>
          <a:top>
            <a:lnRef idx="1">
              <a:schemeClr val="accent6"/>
            </a:lnRef>
          </a:top>
          <a:bottom>
            <a:lnRef idx="1">
              <a:schemeClr val="accent6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6"/>
            </a:lnRef>
          </a:top>
          <a:bottom>
            <a:lnRef idx="1">
              <a:schemeClr val="accent6"/>
            </a:lnRef>
          </a:bottom>
        </a:tcBdr>
      </a:tcStyle>
    </a:band1H>
    <a:band1V>
      <a:tcStyle>
        <a:tcBdr>
          <a:left>
            <a:lnRef idx="1">
              <a:schemeClr val="accent6"/>
            </a:lnRef>
          </a:left>
          <a:right>
            <a:lnRef idx="1">
              <a:schemeClr val="accent6"/>
            </a:lnRef>
          </a:right>
        </a:tcBdr>
      </a:tcStyle>
    </a:band1V>
    <a:band2V>
      <a:tcStyle>
        <a:tcBdr>
          <a:left>
            <a:lnRef idx="1">
              <a:schemeClr val="accent6"/>
            </a:lnRef>
          </a:left>
          <a:right>
            <a:lnRef idx="1">
              <a:schemeClr val="accent6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6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6"/>
        </a:fillRef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8289" autoAdjust="0"/>
    <p:restoredTop sz="96133" autoAdjust="0"/>
  </p:normalViewPr>
  <p:slideViewPr>
    <p:cSldViewPr showGuides="1">
      <p:cViewPr varScale="1">
        <p:scale>
          <a:sx n="86" d="100"/>
          <a:sy n="86" d="100"/>
        </p:scale>
        <p:origin x="-504" y="-372"/>
      </p:cViewPr>
      <p:guideLst>
        <p:guide orient="horz" pos="1631"/>
        <p:guide pos="340"/>
        <p:guide pos="5466"/>
      </p:guideLst>
    </p:cSldViewPr>
  </p:slideViewPr>
  <p:notesTextViewPr>
    <p:cViewPr>
      <p:scale>
        <a:sx n="100" d="100"/>
        <a:sy n="100" d="100"/>
      </p:scale>
      <p:origin x="0" y="0"/>
    </p:cViewPr>
  </p:notesTextViewPr>
  <p:sorterViewPr>
    <p:cViewPr>
      <p:scale>
        <a:sx n="64" d="100"/>
        <a:sy n="64" d="100"/>
      </p:scale>
      <p:origin x="0" y="2952"/>
    </p:cViewPr>
  </p:sorterViewPr>
  <p:gridSpacing cx="72008" cy="72008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slide" Target="slides/slide6.xml"/><Relationship Id="rId8" Type="http://schemas.openxmlformats.org/officeDocument/2006/relationships/slide" Target="slides/slide5.xml"/><Relationship Id="rId7" Type="http://schemas.openxmlformats.org/officeDocument/2006/relationships/slide" Target="slides/slide4.xml"/><Relationship Id="rId63" Type="http://schemas.openxmlformats.org/officeDocument/2006/relationships/tags" Target="tags/tag3.xml"/><Relationship Id="rId62" Type="http://schemas.openxmlformats.org/officeDocument/2006/relationships/tableStyles" Target="tableStyles.xml"/><Relationship Id="rId61" Type="http://schemas.openxmlformats.org/officeDocument/2006/relationships/viewProps" Target="viewProps.xml"/><Relationship Id="rId60" Type="http://schemas.openxmlformats.org/officeDocument/2006/relationships/presProps" Target="presProps.xml"/><Relationship Id="rId6" Type="http://schemas.openxmlformats.org/officeDocument/2006/relationships/slide" Target="slides/slide3.xml"/><Relationship Id="rId59" Type="http://schemas.openxmlformats.org/officeDocument/2006/relationships/handoutMaster" Target="handoutMasters/handoutMaster1.xml"/><Relationship Id="rId58" Type="http://schemas.openxmlformats.org/officeDocument/2006/relationships/slide" Target="slides/slide55.xml"/><Relationship Id="rId57" Type="http://schemas.openxmlformats.org/officeDocument/2006/relationships/slide" Target="slides/slide54.xml"/><Relationship Id="rId56" Type="http://schemas.openxmlformats.org/officeDocument/2006/relationships/slide" Target="slides/slide53.xml"/><Relationship Id="rId55" Type="http://schemas.openxmlformats.org/officeDocument/2006/relationships/slide" Target="slides/slide52.xml"/><Relationship Id="rId54" Type="http://schemas.openxmlformats.org/officeDocument/2006/relationships/slide" Target="slides/slide51.xml"/><Relationship Id="rId53" Type="http://schemas.openxmlformats.org/officeDocument/2006/relationships/slide" Target="slides/slide50.xml"/><Relationship Id="rId52" Type="http://schemas.openxmlformats.org/officeDocument/2006/relationships/slide" Target="slides/slide49.xml"/><Relationship Id="rId51" Type="http://schemas.openxmlformats.org/officeDocument/2006/relationships/slide" Target="slides/slide48.xml"/><Relationship Id="rId50" Type="http://schemas.openxmlformats.org/officeDocument/2006/relationships/slide" Target="slides/slide47.xml"/><Relationship Id="rId5" Type="http://schemas.openxmlformats.org/officeDocument/2006/relationships/slide" Target="slides/slide2.xml"/><Relationship Id="rId49" Type="http://schemas.openxmlformats.org/officeDocument/2006/relationships/slide" Target="slides/slide46.xml"/><Relationship Id="rId48" Type="http://schemas.openxmlformats.org/officeDocument/2006/relationships/slide" Target="slides/slide45.xml"/><Relationship Id="rId47" Type="http://schemas.openxmlformats.org/officeDocument/2006/relationships/slide" Target="slides/slide44.xml"/><Relationship Id="rId46" Type="http://schemas.openxmlformats.org/officeDocument/2006/relationships/slide" Target="slides/slide43.xml"/><Relationship Id="rId45" Type="http://schemas.openxmlformats.org/officeDocument/2006/relationships/slide" Target="slides/slide42.xml"/><Relationship Id="rId44" Type="http://schemas.openxmlformats.org/officeDocument/2006/relationships/slide" Target="slides/slide41.xml"/><Relationship Id="rId43" Type="http://schemas.openxmlformats.org/officeDocument/2006/relationships/slide" Target="slides/slide40.xml"/><Relationship Id="rId42" Type="http://schemas.openxmlformats.org/officeDocument/2006/relationships/slide" Target="slides/slide39.xml"/><Relationship Id="rId41" Type="http://schemas.openxmlformats.org/officeDocument/2006/relationships/slide" Target="slides/slide38.xml"/><Relationship Id="rId40" Type="http://schemas.openxmlformats.org/officeDocument/2006/relationships/slide" Target="slides/slide37.xml"/><Relationship Id="rId4" Type="http://schemas.openxmlformats.org/officeDocument/2006/relationships/notesMaster" Target="notesMasters/notesMaster1.xml"/><Relationship Id="rId39" Type="http://schemas.openxmlformats.org/officeDocument/2006/relationships/slide" Target="slides/slide36.xml"/><Relationship Id="rId38" Type="http://schemas.openxmlformats.org/officeDocument/2006/relationships/slide" Target="slides/slide35.xml"/><Relationship Id="rId37" Type="http://schemas.openxmlformats.org/officeDocument/2006/relationships/slide" Target="slides/slide34.xml"/><Relationship Id="rId36" Type="http://schemas.openxmlformats.org/officeDocument/2006/relationships/slide" Target="slides/slide33.xml"/><Relationship Id="rId35" Type="http://schemas.openxmlformats.org/officeDocument/2006/relationships/slide" Target="slides/slide32.xml"/><Relationship Id="rId34" Type="http://schemas.openxmlformats.org/officeDocument/2006/relationships/slide" Target="slides/slide31.xml"/><Relationship Id="rId33" Type="http://schemas.openxmlformats.org/officeDocument/2006/relationships/slide" Target="slides/slide30.xml"/><Relationship Id="rId32" Type="http://schemas.openxmlformats.org/officeDocument/2006/relationships/slide" Target="slides/slide29.xml"/><Relationship Id="rId31" Type="http://schemas.openxmlformats.org/officeDocument/2006/relationships/slide" Target="slides/slide28.xml"/><Relationship Id="rId30" Type="http://schemas.openxmlformats.org/officeDocument/2006/relationships/slide" Target="slides/slide27.xml"/><Relationship Id="rId3" Type="http://schemas.openxmlformats.org/officeDocument/2006/relationships/slide" Target="slides/slide1.xml"/><Relationship Id="rId29" Type="http://schemas.openxmlformats.org/officeDocument/2006/relationships/slide" Target="slides/slide26.xml"/><Relationship Id="rId28" Type="http://schemas.openxmlformats.org/officeDocument/2006/relationships/slide" Target="slides/slide25.xml"/><Relationship Id="rId27" Type="http://schemas.openxmlformats.org/officeDocument/2006/relationships/slide" Target="slides/slide24.xml"/><Relationship Id="rId26" Type="http://schemas.openxmlformats.org/officeDocument/2006/relationships/slide" Target="slides/slide23.xml"/><Relationship Id="rId25" Type="http://schemas.openxmlformats.org/officeDocument/2006/relationships/slide" Target="slides/slide22.xml"/><Relationship Id="rId24" Type="http://schemas.openxmlformats.org/officeDocument/2006/relationships/slide" Target="slides/slide21.xml"/><Relationship Id="rId23" Type="http://schemas.openxmlformats.org/officeDocument/2006/relationships/slide" Target="slides/slide20.xml"/><Relationship Id="rId22" Type="http://schemas.openxmlformats.org/officeDocument/2006/relationships/slide" Target="slides/slide19.xml"/><Relationship Id="rId21" Type="http://schemas.openxmlformats.org/officeDocument/2006/relationships/slide" Target="slides/slide18.xml"/><Relationship Id="rId20" Type="http://schemas.openxmlformats.org/officeDocument/2006/relationships/slide" Target="slides/slide17.xml"/><Relationship Id="rId2" Type="http://schemas.openxmlformats.org/officeDocument/2006/relationships/theme" Target="theme/theme1.xml"/><Relationship Id="rId19" Type="http://schemas.openxmlformats.org/officeDocument/2006/relationships/slide" Target="slides/slide16.xml"/><Relationship Id="rId18" Type="http://schemas.openxmlformats.org/officeDocument/2006/relationships/slide" Target="slides/slide15.xml"/><Relationship Id="rId17" Type="http://schemas.openxmlformats.org/officeDocument/2006/relationships/slide" Target="slides/slide14.xml"/><Relationship Id="rId16" Type="http://schemas.openxmlformats.org/officeDocument/2006/relationships/slide" Target="slides/slide13.xml"/><Relationship Id="rId15" Type="http://schemas.openxmlformats.org/officeDocument/2006/relationships/slide" Target="slides/slide12.xml"/><Relationship Id="rId14" Type="http://schemas.openxmlformats.org/officeDocument/2006/relationships/slide" Target="slides/slide11.xml"/><Relationship Id="rId13" Type="http://schemas.openxmlformats.org/officeDocument/2006/relationships/slide" Target="slides/slide10.xml"/><Relationship Id="rId12" Type="http://schemas.openxmlformats.org/officeDocument/2006/relationships/slide" Target="slides/slide9.xml"/><Relationship Id="rId11" Type="http://schemas.openxmlformats.org/officeDocument/2006/relationships/slide" Target="slides/slide8.xml"/><Relationship Id="rId10" Type="http://schemas.openxmlformats.org/officeDocument/2006/relationships/slide" Target="slides/slide7.xml"/><Relationship Id="rId1" Type="http://schemas.openxmlformats.org/officeDocument/2006/relationships/slideMaster" Target="slideMasters/slideMaster1.xml"/></Relationships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05/8/colors/colorful5">
  <dgm:title val=""/>
  <dgm:desc val=""/>
  <dgm:catLst>
    <dgm:cat type="colorful" pri="10500"/>
  </dgm:catLst>
  <dgm:styleLbl name="alignAcc1">
    <dgm:fillClrLst meth="repeat">
      <a:schemeClr val="lt1">
        <a:alpha val="90000"/>
      </a:schemeClr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alignAccFollowNode1">
    <dgm:fillClrLst>
      <a:schemeClr val="accent5">
        <a:tint val="40000"/>
        <a:alpha val="90000"/>
      </a:schemeClr>
      <a:schemeClr val="accent6">
        <a:tint val="40000"/>
        <a:alpha val="90000"/>
      </a:schemeClr>
    </dgm:fillClrLst>
    <dgm:linClrLst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ImgPlace1">
    <dgm:fillClrLst>
      <a:schemeClr val="accent5">
        <a:tint val="50000"/>
      </a:schemeClr>
      <a:schemeClr val="accent6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Node1">
    <dgm:fillClrLst>
      <a:schemeClr val="accent5"/>
      <a:schemeClr val="accent6"/>
    </dgm:fillClrLst>
    <dgm:linClrLst>
      <a:schemeClr val="accent5"/>
      <a:schemeClr val="accent6"/>
    </dgm:linClrLst>
    <dgm:effectClrLst/>
    <dgm:txLinClrLst/>
    <dgm:txFillClrLst/>
    <dgm:txEffectClrLst/>
  </dgm:styleLbl>
  <dgm:styleLbl name="asst0">
    <dgm:fillClrLst meth="repeat">
      <a:schemeClr val="accent5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1">
    <dgm:fillClrLst meth="repeat">
      <a:schemeClr val="accent6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2">
    <dgm:fillClrLst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bgAcc1">
    <dgm:fillClrLst meth="repeat">
      <a:schemeClr val="lt1">
        <a:alpha val="90000"/>
      </a:schemeClr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bgAccFollowNode1">
    <dgm:fillClrLst>
      <a:schemeClr val="accent5">
        <a:tint val="40000"/>
        <a:alpha val="90000"/>
      </a:schemeClr>
      <a:schemeClr val="accent6">
        <a:tint val="40000"/>
        <a:alpha val="90000"/>
      </a:schemeClr>
    </dgm:fillClrLst>
    <dgm:linClrLst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ImgPlace1">
    <dgm:fillClrLst>
      <a:schemeClr val="accent5">
        <a:tint val="50000"/>
      </a:schemeClr>
      <a:schemeClr val="accent6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Shp">
    <dgm:fillClrLst meth="repeat">
      <a:schemeClr val="accent5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bgSibTrans2D1">
    <dgm:fillClrLst>
      <a:schemeClr val="accent5"/>
      <a:schemeClr val="accent6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callout">
    <dgm:fillClrLst meth="repeat">
      <a:schemeClr val="accent5"/>
    </dgm:fillClrLst>
    <dgm:linClrLst meth="repeat">
      <a:schemeClr val="accent5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conFgAcc1">
    <dgm:fillClrLst meth="repeat">
      <a:schemeClr val="lt1">
        <a:alpha val="90000"/>
      </a:schemeClr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5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fgAcc1">
    <dgm:fillClrLst meth="repeat">
      <a:schemeClr val="lt1">
        <a:alpha val="90000"/>
      </a:schemeClr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6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2"/>
    </dgm:linClrLst>
    <dgm:effectClrLst/>
    <dgm:txLinClrLst/>
    <dgm:txFillClrLst meth="repeat">
      <a:schemeClr val="dk1"/>
    </dgm:txFillClrLst>
    <dgm:txEffectClrLst/>
  </dgm:styleLbl>
  <dgm:styleLbl name="fgAccFollowNode1">
    <dgm:fillClrLst>
      <a:schemeClr val="accent5">
        <a:tint val="40000"/>
        <a:alpha val="90000"/>
      </a:schemeClr>
      <a:schemeClr val="accent6">
        <a:tint val="40000"/>
        <a:alpha val="90000"/>
      </a:schemeClr>
    </dgm:fillClrLst>
    <dgm:linClrLst>
      <a:schemeClr val="accent5">
        <a:tint val="40000"/>
        <a:alpha val="90000"/>
      </a:schemeClr>
      <a:schemeClr val="accent5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ImgPlace1">
    <dgm:fillClrLst>
      <a:schemeClr val="accent5">
        <a:tint val="50000"/>
      </a:schemeClr>
      <a:schemeClr val="accent6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5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fgSibTrans2D1">
    <dgm:fillClrLst>
      <a:schemeClr val="accent5"/>
      <a:schemeClr val="accent6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lnNode1">
    <dgm:fillClrLst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node0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node1">
    <dgm:fillClrLst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parChTrans1D1">
    <dgm:fillClrLst meth="repeat">
      <a:schemeClr val="accent5"/>
    </dgm:fillClrLst>
    <dgm:linClrLst meth="repeat">
      <a:schemeClr val="accent5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6">
        <a:tint val="90000"/>
      </a:schemeClr>
    </dgm:fillClrLst>
    <dgm:linClrLst meth="repeat">
      <a:schemeClr val="accent6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6">
        <a:tint val="70000"/>
      </a:schemeClr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6">
        <a:tint val="50000"/>
      </a:schemeClr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2D1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1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  <dgm:styleLbl name="sibTrans1D1">
    <dgm:fillClrLst/>
    <dgm:linClrLst>
      <a:schemeClr val="accent5"/>
      <a:schemeClr val="accent6"/>
    </dgm:linClrLst>
    <dgm:effectClrLst/>
    <dgm:txLinClrLst/>
    <dgm:txFillClrLst meth="repeat">
      <a:schemeClr val="tx1"/>
    </dgm:txFillClrLst>
    <dgm:txEffectClrLst/>
  </dgm:styleLbl>
  <dgm:styleLbl name="sibTrans2D1">
    <dgm:fillClrLst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solidAlignAcc1">
    <dgm:fillClrLst meth="repeat">
      <a:schemeClr val="lt1"/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5"/>
    </dgm:linClrLst>
    <dgm:effectClrLst/>
    <dgm:txLinClrLst/>
    <dgm:txFillClrLst meth="repeat">
      <a:schemeClr val="dk1"/>
    </dgm:txFillClrLst>
    <dgm:txEffectClrLst/>
  </dgm:styleLbl>
  <dgm:styleLbl name="trBgShp">
    <dgm:fillClrLst meth="repeat">
      <a:schemeClr val="accent5">
        <a:tint val="50000"/>
        <a:alpha val="40000"/>
      </a:schemeClr>
    </dgm:fillClrLst>
    <dgm:linClrLst meth="repeat">
      <a:schemeClr val="accent5"/>
    </dgm:linClrLst>
    <dgm:effectClrLst/>
    <dgm:txLinClrLst/>
    <dgm:txFillClrLst meth="repeat">
      <a:schemeClr val="lt1"/>
    </dgm:txFillClrLst>
    <dgm:txEffectClrLst/>
  </dgm:styleLbl>
  <dgm:styleLbl name="vennNode1">
    <dgm:fillClrLst>
      <a:schemeClr val="accent5">
        <a:alpha val="50000"/>
      </a:schemeClr>
      <a:schemeClr val="accent6">
        <a:alpha val="50000"/>
      </a:schemeClr>
    </dgm:fillClrLst>
    <dgm:linClrLst meth="repeat">
      <a:schemeClr val="lt1"/>
    </dgm:linClrLst>
    <dgm:effectClrLst/>
    <dgm:txLinClrLst/>
    <dgm:txFillClrLst/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F21D094E-9049-4E96-91E9-2D1A34A23F92}" type="doc">
      <dgm:prSet loTypeId="urn:microsoft.com/office/officeart/2005/8/layout/radial4" loCatId="relationship" qsTypeId="urn:microsoft.com/office/officeart/2005/8/quickstyle/3d1" qsCatId="3D" csTypeId="urn:microsoft.com/office/officeart/2005/8/colors/colorful5" csCatId="colorful" phldr="1"/>
      <dgm:spPr/>
      <dgm:t>
        <a:bodyPr/>
        <a:lstStyle/>
        <a:p>
          <a:endParaRPr lang="zh-CN" altLang="en-US"/>
        </a:p>
      </dgm:t>
    </dgm:pt>
    <dgm:pt modelId="{DBF25512-FC6F-487A-B097-C73AA65B6428}">
      <dgm:prSet phldrT="[文本]"/>
      <dgm:spPr/>
      <dgm:t>
        <a:bodyPr/>
        <a:lstStyle/>
        <a:p>
          <a:r>
            <a:rPr lang="zh-CN" altLang="en-US" b="1" dirty="0" smtClean="0">
              <a:latin typeface="微软雅黑" panose="020B0503020204020204" charset="-122"/>
              <a:ea typeface="微软雅黑" panose="020B0503020204020204" charset="-122"/>
            </a:rPr>
            <a:t>统一规定</a:t>
          </a:r>
          <a:endParaRPr lang="zh-CN" altLang="en-US" b="1" dirty="0">
            <a:latin typeface="微软雅黑" panose="020B0503020204020204" charset="-122"/>
            <a:ea typeface="微软雅黑" panose="020B0503020204020204" charset="-122"/>
          </a:endParaRPr>
        </a:p>
      </dgm:t>
    </dgm:pt>
    <dgm:pt modelId="{6D834611-46BF-455E-B027-A4FB8EC7D701}" cxnId="{8548A146-D791-4019-9BD2-49309D88F63A}" type="parTrans">
      <dgm:prSet/>
      <dgm:spPr/>
      <dgm:t>
        <a:bodyPr/>
        <a:lstStyle/>
        <a:p>
          <a:endParaRPr lang="zh-CN" altLang="en-US" b="1">
            <a:latin typeface="微软雅黑" panose="020B0503020204020204" charset="-122"/>
            <a:ea typeface="微软雅黑" panose="020B0503020204020204" charset="-122"/>
          </a:endParaRPr>
        </a:p>
      </dgm:t>
    </dgm:pt>
    <dgm:pt modelId="{C4F207F1-E68F-4E9A-B545-F3DA317BE7FF}" cxnId="{8548A146-D791-4019-9BD2-49309D88F63A}" type="sibTrans">
      <dgm:prSet/>
      <dgm:spPr/>
      <dgm:t>
        <a:bodyPr/>
        <a:lstStyle/>
        <a:p>
          <a:endParaRPr lang="zh-CN" altLang="en-US" b="1">
            <a:latin typeface="微软雅黑" panose="020B0503020204020204" charset="-122"/>
            <a:ea typeface="微软雅黑" panose="020B0503020204020204" charset="-122"/>
          </a:endParaRPr>
        </a:p>
      </dgm:t>
    </dgm:pt>
    <dgm:pt modelId="{82E9C8B5-659B-46B0-9979-3524DB5D0EDC}">
      <dgm:prSet phldrT="[文本]" phldr="1"/>
      <dgm:spPr/>
      <dgm:t>
        <a:bodyPr/>
        <a:lstStyle/>
        <a:p>
          <a:endParaRPr lang="zh-CN" altLang="en-US" b="1" dirty="0">
            <a:latin typeface="微软雅黑" panose="020B0503020204020204" charset="-122"/>
            <a:ea typeface="微软雅黑" panose="020B0503020204020204" charset="-122"/>
          </a:endParaRPr>
        </a:p>
      </dgm:t>
    </dgm:pt>
    <dgm:pt modelId="{329D599D-D479-4169-9105-37F70195BB5F}" cxnId="{545C2889-81F7-4EA6-BF34-242AC640A7FC}" type="parTrans">
      <dgm:prSet/>
      <dgm:spPr/>
      <dgm:t>
        <a:bodyPr/>
        <a:lstStyle/>
        <a:p>
          <a:endParaRPr lang="zh-CN" altLang="en-US" b="1">
            <a:latin typeface="微软雅黑" panose="020B0503020204020204" charset="-122"/>
            <a:ea typeface="微软雅黑" panose="020B0503020204020204" charset="-122"/>
          </a:endParaRPr>
        </a:p>
      </dgm:t>
    </dgm:pt>
    <dgm:pt modelId="{AB4CCA29-C414-470A-9921-9BB72F0276EC}" cxnId="{545C2889-81F7-4EA6-BF34-242AC640A7FC}" type="sibTrans">
      <dgm:prSet/>
      <dgm:spPr/>
      <dgm:t>
        <a:bodyPr/>
        <a:lstStyle/>
        <a:p>
          <a:endParaRPr lang="zh-CN" altLang="en-US" b="1">
            <a:latin typeface="微软雅黑" panose="020B0503020204020204" charset="-122"/>
            <a:ea typeface="微软雅黑" panose="020B0503020204020204" charset="-122"/>
          </a:endParaRPr>
        </a:p>
      </dgm:t>
    </dgm:pt>
    <dgm:pt modelId="{74306C23-A7CD-47FA-97D0-82C1E56A4318}">
      <dgm:prSet phldrT="[文本]" phldr="1"/>
      <dgm:spPr/>
      <dgm:t>
        <a:bodyPr/>
        <a:lstStyle/>
        <a:p>
          <a:endParaRPr lang="zh-CN" altLang="en-US" b="1" dirty="0">
            <a:latin typeface="微软雅黑" panose="020B0503020204020204" charset="-122"/>
            <a:ea typeface="微软雅黑" panose="020B0503020204020204" charset="-122"/>
          </a:endParaRPr>
        </a:p>
      </dgm:t>
    </dgm:pt>
    <dgm:pt modelId="{43005D47-62F1-4AAB-8DFC-EF8A0327A1F0}" cxnId="{75D50847-2D4B-485C-B312-48F0761C1DCE}" type="parTrans">
      <dgm:prSet/>
      <dgm:spPr/>
      <dgm:t>
        <a:bodyPr/>
        <a:lstStyle/>
        <a:p>
          <a:endParaRPr lang="zh-CN" altLang="en-US" b="1">
            <a:latin typeface="微软雅黑" panose="020B0503020204020204" charset="-122"/>
            <a:ea typeface="微软雅黑" panose="020B0503020204020204" charset="-122"/>
          </a:endParaRPr>
        </a:p>
      </dgm:t>
    </dgm:pt>
    <dgm:pt modelId="{272EAB7D-EEBE-427F-AE66-56124E12DADA}" cxnId="{75D50847-2D4B-485C-B312-48F0761C1DCE}" type="sibTrans">
      <dgm:prSet/>
      <dgm:spPr/>
      <dgm:t>
        <a:bodyPr/>
        <a:lstStyle/>
        <a:p>
          <a:endParaRPr lang="zh-CN" altLang="en-US" b="1">
            <a:latin typeface="微软雅黑" panose="020B0503020204020204" charset="-122"/>
            <a:ea typeface="微软雅黑" panose="020B0503020204020204" charset="-122"/>
          </a:endParaRPr>
        </a:p>
      </dgm:t>
    </dgm:pt>
    <dgm:pt modelId="{ACDC9AB2-12BA-4F78-8CB3-85776B7795DD}">
      <dgm:prSet/>
      <dgm:spPr/>
      <dgm:t>
        <a:bodyPr/>
        <a:lstStyle/>
        <a:p>
          <a:endParaRPr lang="zh-CN" altLang="en-US" b="1">
            <a:latin typeface="微软雅黑" panose="020B0503020204020204" charset="-122"/>
            <a:ea typeface="微软雅黑" panose="020B0503020204020204" charset="-122"/>
          </a:endParaRPr>
        </a:p>
      </dgm:t>
    </dgm:pt>
    <dgm:pt modelId="{B84C8015-F006-4856-BE43-F871EC4CCABB}" cxnId="{FFF8553A-C158-4618-875D-D71BDE379E23}" type="parTrans">
      <dgm:prSet/>
      <dgm:spPr/>
      <dgm:t>
        <a:bodyPr/>
        <a:lstStyle/>
        <a:p>
          <a:endParaRPr lang="zh-CN" altLang="en-US" b="1">
            <a:latin typeface="微软雅黑" panose="020B0503020204020204" charset="-122"/>
            <a:ea typeface="微软雅黑" panose="020B0503020204020204" charset="-122"/>
          </a:endParaRPr>
        </a:p>
      </dgm:t>
    </dgm:pt>
    <dgm:pt modelId="{59582F3D-F08D-4C4C-928E-9BF7A09DCDFC}" cxnId="{FFF8553A-C158-4618-875D-D71BDE379E23}" type="sibTrans">
      <dgm:prSet/>
      <dgm:spPr/>
      <dgm:t>
        <a:bodyPr/>
        <a:lstStyle/>
        <a:p>
          <a:endParaRPr lang="zh-CN" altLang="en-US" b="1">
            <a:latin typeface="微软雅黑" panose="020B0503020204020204" charset="-122"/>
            <a:ea typeface="微软雅黑" panose="020B0503020204020204" charset="-122"/>
          </a:endParaRPr>
        </a:p>
      </dgm:t>
    </dgm:pt>
    <dgm:pt modelId="{D7B2B91F-70FA-4452-A1AB-8A86687D5651}">
      <dgm:prSet/>
      <dgm:spPr/>
      <dgm:t>
        <a:bodyPr/>
        <a:lstStyle/>
        <a:p>
          <a:r>
            <a:rPr lang="zh-CN" altLang="en-US" b="1" dirty="0" smtClean="0">
              <a:latin typeface="微软雅黑" panose="020B0503020204020204" charset="-122"/>
              <a:ea typeface="微软雅黑" panose="020B0503020204020204" charset="-122"/>
            </a:rPr>
            <a:t>图幅尺寸</a:t>
          </a:r>
          <a:endParaRPr lang="zh-CN" altLang="en-US" b="1" dirty="0">
            <a:latin typeface="微软雅黑" panose="020B0503020204020204" charset="-122"/>
            <a:ea typeface="微软雅黑" panose="020B0503020204020204" charset="-122"/>
          </a:endParaRPr>
        </a:p>
      </dgm:t>
    </dgm:pt>
    <dgm:pt modelId="{F85653FF-716E-44F2-98B2-1A7B09FA26B8}" cxnId="{4C99DEBD-D8D9-4B7C-8E8D-3940BF207209}" type="parTrans">
      <dgm:prSet/>
      <dgm:spPr/>
      <dgm:t>
        <a:bodyPr/>
        <a:lstStyle/>
        <a:p>
          <a:endParaRPr lang="zh-CN" altLang="en-US" b="1">
            <a:latin typeface="微软雅黑" panose="020B0503020204020204" charset="-122"/>
            <a:ea typeface="微软雅黑" panose="020B0503020204020204" charset="-122"/>
          </a:endParaRPr>
        </a:p>
      </dgm:t>
    </dgm:pt>
    <dgm:pt modelId="{83EB3EDC-CFD4-4DAB-946D-CB36437BF32C}" cxnId="{4C99DEBD-D8D9-4B7C-8E8D-3940BF207209}" type="sibTrans">
      <dgm:prSet/>
      <dgm:spPr/>
      <dgm:t>
        <a:bodyPr/>
        <a:lstStyle/>
        <a:p>
          <a:endParaRPr lang="zh-CN" altLang="en-US" b="1">
            <a:latin typeface="微软雅黑" panose="020B0503020204020204" charset="-122"/>
            <a:ea typeface="微软雅黑" panose="020B0503020204020204" charset="-122"/>
          </a:endParaRPr>
        </a:p>
      </dgm:t>
    </dgm:pt>
    <dgm:pt modelId="{8239807E-B307-464A-880D-7881D6675122}">
      <dgm:prSet/>
      <dgm:spPr/>
      <dgm:t>
        <a:bodyPr/>
        <a:lstStyle/>
        <a:p>
          <a:r>
            <a:rPr lang="zh-CN" altLang="en-US" b="1" dirty="0" smtClean="0">
              <a:latin typeface="微软雅黑" panose="020B0503020204020204" charset="-122"/>
              <a:ea typeface="微软雅黑" panose="020B0503020204020204" charset="-122"/>
            </a:rPr>
            <a:t>图线型式及应用</a:t>
          </a:r>
          <a:endParaRPr lang="zh-CN" altLang="en-US" b="1" dirty="0">
            <a:latin typeface="微软雅黑" panose="020B0503020204020204" charset="-122"/>
            <a:ea typeface="微软雅黑" panose="020B0503020204020204" charset="-122"/>
          </a:endParaRPr>
        </a:p>
      </dgm:t>
    </dgm:pt>
    <dgm:pt modelId="{BB51922E-9A88-4AF5-92D8-2A2465C78863}" cxnId="{ADF0DA34-411B-4933-8DEB-0CEBA049964B}" type="parTrans">
      <dgm:prSet/>
      <dgm:spPr/>
      <dgm:t>
        <a:bodyPr/>
        <a:lstStyle/>
        <a:p>
          <a:endParaRPr lang="zh-CN" altLang="en-US" b="1">
            <a:latin typeface="微软雅黑" panose="020B0503020204020204" charset="-122"/>
            <a:ea typeface="微软雅黑" panose="020B0503020204020204" charset="-122"/>
          </a:endParaRPr>
        </a:p>
      </dgm:t>
    </dgm:pt>
    <dgm:pt modelId="{78B6C843-B2D7-49FC-95B5-06B60BD6671D}" cxnId="{ADF0DA34-411B-4933-8DEB-0CEBA049964B}" type="sibTrans">
      <dgm:prSet/>
      <dgm:spPr/>
      <dgm:t>
        <a:bodyPr/>
        <a:lstStyle/>
        <a:p>
          <a:endParaRPr lang="zh-CN" altLang="en-US" b="1">
            <a:latin typeface="微软雅黑" panose="020B0503020204020204" charset="-122"/>
            <a:ea typeface="微软雅黑" panose="020B0503020204020204" charset="-122"/>
          </a:endParaRPr>
        </a:p>
      </dgm:t>
    </dgm:pt>
    <dgm:pt modelId="{1E9C5CFC-7E00-4478-A30F-0ACD7FF86CD9}">
      <dgm:prSet/>
      <dgm:spPr/>
      <dgm:t>
        <a:bodyPr/>
        <a:lstStyle/>
        <a:p>
          <a:r>
            <a:rPr lang="zh-CN" altLang="en-US" b="1" dirty="0" smtClean="0">
              <a:latin typeface="微软雅黑" panose="020B0503020204020204" charset="-122"/>
              <a:ea typeface="微软雅黑" panose="020B0503020204020204" charset="-122"/>
            </a:rPr>
            <a:t>比例</a:t>
          </a:r>
          <a:endParaRPr lang="zh-CN" altLang="en-US" b="1" dirty="0">
            <a:latin typeface="微软雅黑" panose="020B0503020204020204" charset="-122"/>
            <a:ea typeface="微软雅黑" panose="020B0503020204020204" charset="-122"/>
          </a:endParaRPr>
        </a:p>
      </dgm:t>
    </dgm:pt>
    <dgm:pt modelId="{8F559B1D-9114-4806-B285-2947E1D3B78E}" cxnId="{82CC23ED-CEF0-403D-8D50-8188A7D4BEA1}" type="parTrans">
      <dgm:prSet/>
      <dgm:spPr/>
      <dgm:t>
        <a:bodyPr/>
        <a:lstStyle/>
        <a:p>
          <a:endParaRPr lang="zh-CN" altLang="en-US" b="1">
            <a:latin typeface="微软雅黑" panose="020B0503020204020204" charset="-122"/>
            <a:ea typeface="微软雅黑" panose="020B0503020204020204" charset="-122"/>
          </a:endParaRPr>
        </a:p>
      </dgm:t>
    </dgm:pt>
    <dgm:pt modelId="{64C45C18-5196-433D-BB9E-DD7F4E2A6680}" cxnId="{82CC23ED-CEF0-403D-8D50-8188A7D4BEA1}" type="sibTrans">
      <dgm:prSet/>
      <dgm:spPr/>
      <dgm:t>
        <a:bodyPr/>
        <a:lstStyle/>
        <a:p>
          <a:endParaRPr lang="zh-CN" altLang="en-US" b="1">
            <a:latin typeface="微软雅黑" panose="020B0503020204020204" charset="-122"/>
            <a:ea typeface="微软雅黑" panose="020B0503020204020204" charset="-122"/>
          </a:endParaRPr>
        </a:p>
      </dgm:t>
    </dgm:pt>
    <dgm:pt modelId="{FFB71722-D55B-4613-9F95-BE9356D7BE66}">
      <dgm:prSet/>
      <dgm:spPr/>
      <dgm:t>
        <a:bodyPr/>
        <a:lstStyle/>
        <a:p>
          <a:r>
            <a:rPr lang="zh-CN" altLang="en-US" b="1" dirty="0" smtClean="0">
              <a:latin typeface="微软雅黑" panose="020B0503020204020204" charset="-122"/>
              <a:ea typeface="微软雅黑" panose="020B0503020204020204" charset="-122"/>
            </a:rPr>
            <a:t>尺寸标注</a:t>
          </a:r>
          <a:endParaRPr lang="zh-CN" altLang="en-US" b="1" dirty="0">
            <a:latin typeface="微软雅黑" panose="020B0503020204020204" charset="-122"/>
            <a:ea typeface="微软雅黑" panose="020B0503020204020204" charset="-122"/>
          </a:endParaRPr>
        </a:p>
      </dgm:t>
    </dgm:pt>
    <dgm:pt modelId="{E112635B-D72E-4458-9507-D25E56EE8D96}" cxnId="{0475EAC7-682C-40CD-881C-EBA1685DA0BE}" type="parTrans">
      <dgm:prSet/>
      <dgm:spPr/>
      <dgm:t>
        <a:bodyPr/>
        <a:lstStyle/>
        <a:p>
          <a:endParaRPr lang="zh-CN" altLang="en-US" b="1">
            <a:latin typeface="微软雅黑" panose="020B0503020204020204" charset="-122"/>
            <a:ea typeface="微软雅黑" panose="020B0503020204020204" charset="-122"/>
          </a:endParaRPr>
        </a:p>
      </dgm:t>
    </dgm:pt>
    <dgm:pt modelId="{122FE4CC-08FE-482E-BC8B-2CC80552010D}" cxnId="{0475EAC7-682C-40CD-881C-EBA1685DA0BE}" type="sibTrans">
      <dgm:prSet/>
      <dgm:spPr/>
      <dgm:t>
        <a:bodyPr/>
        <a:lstStyle/>
        <a:p>
          <a:endParaRPr lang="zh-CN" altLang="en-US" b="1">
            <a:latin typeface="微软雅黑" panose="020B0503020204020204" charset="-122"/>
            <a:ea typeface="微软雅黑" panose="020B0503020204020204" charset="-122"/>
          </a:endParaRPr>
        </a:p>
      </dgm:t>
    </dgm:pt>
    <dgm:pt modelId="{E67A34A5-B700-49D6-A99A-71FCEF455F01}">
      <dgm:prSet/>
      <dgm:spPr/>
      <dgm:t>
        <a:bodyPr/>
        <a:lstStyle/>
        <a:p>
          <a:r>
            <a:rPr lang="zh-CN" altLang="en-US" b="1" dirty="0" smtClean="0">
              <a:latin typeface="微软雅黑" panose="020B0503020204020204" charset="-122"/>
              <a:ea typeface="微软雅黑" panose="020B0503020204020204" charset="-122"/>
            </a:rPr>
            <a:t>字体及写法</a:t>
          </a:r>
          <a:endParaRPr lang="zh-CN" altLang="en-US" b="1" dirty="0">
            <a:latin typeface="微软雅黑" panose="020B0503020204020204" charset="-122"/>
            <a:ea typeface="微软雅黑" panose="020B0503020204020204" charset="-122"/>
          </a:endParaRPr>
        </a:p>
      </dgm:t>
    </dgm:pt>
    <dgm:pt modelId="{3C3984C1-1DC9-4BBC-A49E-86AFBCE17646}" cxnId="{28B8DAC6-E571-40DE-83CE-AE929A3D4CBB}" type="parTrans">
      <dgm:prSet/>
      <dgm:spPr/>
      <dgm:t>
        <a:bodyPr/>
        <a:lstStyle/>
        <a:p>
          <a:endParaRPr lang="zh-CN" altLang="en-US" b="1">
            <a:latin typeface="微软雅黑" panose="020B0503020204020204" charset="-122"/>
            <a:ea typeface="微软雅黑" panose="020B0503020204020204" charset="-122"/>
          </a:endParaRPr>
        </a:p>
      </dgm:t>
    </dgm:pt>
    <dgm:pt modelId="{7B034658-97B3-4007-A4B8-333CDB3409CB}" cxnId="{28B8DAC6-E571-40DE-83CE-AE929A3D4CBB}" type="sibTrans">
      <dgm:prSet/>
      <dgm:spPr/>
      <dgm:t>
        <a:bodyPr/>
        <a:lstStyle/>
        <a:p>
          <a:endParaRPr lang="zh-CN" altLang="en-US" b="1">
            <a:latin typeface="微软雅黑" panose="020B0503020204020204" charset="-122"/>
            <a:ea typeface="微软雅黑" panose="020B0503020204020204" charset="-122"/>
          </a:endParaRPr>
        </a:p>
      </dgm:t>
    </dgm:pt>
    <dgm:pt modelId="{0FA94434-68A3-4C3E-A32F-40B57AE9E1C5}">
      <dgm:prSet/>
      <dgm:spPr/>
      <dgm:t>
        <a:bodyPr/>
        <a:lstStyle/>
        <a:p>
          <a:r>
            <a:rPr lang="zh-CN" altLang="en-US" b="1" dirty="0" smtClean="0">
              <a:latin typeface="微软雅黑" panose="020B0503020204020204" charset="-122"/>
              <a:ea typeface="微软雅黑" panose="020B0503020204020204" charset="-122"/>
            </a:rPr>
            <a:t>图街</a:t>
          </a:r>
          <a:endParaRPr lang="zh-CN" altLang="en-US" b="1" dirty="0">
            <a:latin typeface="微软雅黑" panose="020B0503020204020204" charset="-122"/>
            <a:ea typeface="微软雅黑" panose="020B0503020204020204" charset="-122"/>
          </a:endParaRPr>
        </a:p>
      </dgm:t>
    </dgm:pt>
    <dgm:pt modelId="{1632267D-441B-46DE-A3D3-897976BF7469}" cxnId="{8CDA4626-80D7-4FB7-B7A1-A7A6DFECE611}" type="parTrans">
      <dgm:prSet/>
      <dgm:spPr/>
      <dgm:t>
        <a:bodyPr/>
        <a:lstStyle/>
        <a:p>
          <a:endParaRPr lang="zh-CN" altLang="en-US" b="1">
            <a:latin typeface="微软雅黑" panose="020B0503020204020204" charset="-122"/>
            <a:ea typeface="微软雅黑" panose="020B0503020204020204" charset="-122"/>
          </a:endParaRPr>
        </a:p>
      </dgm:t>
    </dgm:pt>
    <dgm:pt modelId="{6ACF5510-E32A-45C8-87D6-34C1E3C84CF9}" cxnId="{8CDA4626-80D7-4FB7-B7A1-A7A6DFECE611}" type="sibTrans">
      <dgm:prSet/>
      <dgm:spPr/>
      <dgm:t>
        <a:bodyPr/>
        <a:lstStyle/>
        <a:p>
          <a:endParaRPr lang="zh-CN" altLang="en-US" b="1">
            <a:latin typeface="微软雅黑" panose="020B0503020204020204" charset="-122"/>
            <a:ea typeface="微软雅黑" panose="020B0503020204020204" charset="-122"/>
          </a:endParaRPr>
        </a:p>
      </dgm:t>
    </dgm:pt>
    <dgm:pt modelId="{A66AF68C-BCD7-43CA-9C75-B373444DD4A5}">
      <dgm:prSet/>
      <dgm:spPr/>
      <dgm:t>
        <a:bodyPr/>
        <a:lstStyle/>
        <a:p>
          <a:r>
            <a:rPr lang="zh-CN" altLang="en-US" b="1" dirty="0" smtClean="0">
              <a:latin typeface="微软雅黑" panose="020B0503020204020204" charset="-122"/>
              <a:ea typeface="微软雅黑" panose="020B0503020204020204" charset="-122"/>
            </a:rPr>
            <a:t>注释、标志和技术数据</a:t>
          </a:r>
          <a:endParaRPr lang="zh-CN" altLang="en-US" b="1" dirty="0">
            <a:latin typeface="微软雅黑" panose="020B0503020204020204" charset="-122"/>
            <a:ea typeface="微软雅黑" panose="020B0503020204020204" charset="-122"/>
          </a:endParaRPr>
        </a:p>
      </dgm:t>
    </dgm:pt>
    <dgm:pt modelId="{545D4685-7AC5-4391-8798-F7CEEB21EC68}" cxnId="{8347343B-BB9B-4C11-BF0D-2DDA9A27D324}" type="parTrans">
      <dgm:prSet/>
      <dgm:spPr/>
      <dgm:t>
        <a:bodyPr/>
        <a:lstStyle/>
        <a:p>
          <a:endParaRPr lang="zh-CN" altLang="en-US" b="1">
            <a:latin typeface="微软雅黑" panose="020B0503020204020204" charset="-122"/>
            <a:ea typeface="微软雅黑" panose="020B0503020204020204" charset="-122"/>
          </a:endParaRPr>
        </a:p>
      </dgm:t>
    </dgm:pt>
    <dgm:pt modelId="{BF49E442-9959-4CFB-90E1-639973CDEB6C}" cxnId="{8347343B-BB9B-4C11-BF0D-2DDA9A27D324}" type="sibTrans">
      <dgm:prSet/>
      <dgm:spPr/>
      <dgm:t>
        <a:bodyPr/>
        <a:lstStyle/>
        <a:p>
          <a:endParaRPr lang="zh-CN" altLang="en-US" b="1">
            <a:latin typeface="微软雅黑" panose="020B0503020204020204" charset="-122"/>
            <a:ea typeface="微软雅黑" panose="020B0503020204020204" charset="-122"/>
          </a:endParaRPr>
        </a:p>
      </dgm:t>
    </dgm:pt>
    <dgm:pt modelId="{9EF8CE1F-2C0F-42EE-B137-1033D0A10440}" type="pres">
      <dgm:prSet presAssocID="{F21D094E-9049-4E96-91E9-2D1A34A23F92}" presName="cycle" presStyleCnt="0">
        <dgm:presLayoutVars>
          <dgm:chMax val="1"/>
          <dgm:dir/>
          <dgm:animLvl val="ctr"/>
          <dgm:resizeHandles val="exact"/>
        </dgm:presLayoutVars>
      </dgm:prSet>
      <dgm:spPr/>
      <dgm:t>
        <a:bodyPr/>
        <a:lstStyle/>
        <a:p>
          <a:endParaRPr lang="zh-CN" altLang="en-US"/>
        </a:p>
      </dgm:t>
    </dgm:pt>
    <dgm:pt modelId="{C4EA5D5E-9D9D-4E98-BB73-122C00ADE3F5}" type="pres">
      <dgm:prSet presAssocID="{DBF25512-FC6F-487A-B097-C73AA65B6428}" presName="centerShape" presStyleLbl="node0" presStyleIdx="0" presStyleCnt="1"/>
      <dgm:spPr/>
      <dgm:t>
        <a:bodyPr/>
        <a:lstStyle/>
        <a:p>
          <a:endParaRPr lang="zh-CN" altLang="en-US"/>
        </a:p>
      </dgm:t>
    </dgm:pt>
    <dgm:pt modelId="{2E44DD24-12FA-4748-B3DC-5753192AFCC2}" type="pres">
      <dgm:prSet presAssocID="{F85653FF-716E-44F2-98B2-1A7B09FA26B8}" presName="parTrans" presStyleLbl="bgSibTrans2D1" presStyleIdx="0" presStyleCnt="7"/>
      <dgm:spPr/>
      <dgm:t>
        <a:bodyPr/>
        <a:lstStyle/>
        <a:p>
          <a:endParaRPr lang="zh-CN" altLang="en-US"/>
        </a:p>
      </dgm:t>
    </dgm:pt>
    <dgm:pt modelId="{E2A28068-AFD4-4869-BFEB-17BC88CB809C}" type="pres">
      <dgm:prSet presAssocID="{D7B2B91F-70FA-4452-A1AB-8A86687D5651}" presName="node" presStyleLbl="node1" presStyleIdx="0" presStyleCnt="7">
        <dgm:presLayoutVars>
          <dgm:bulletEnabled val="1"/>
        </dgm:presLayoutVars>
      </dgm:prSet>
      <dgm:spPr/>
      <dgm:t>
        <a:bodyPr/>
        <a:lstStyle/>
        <a:p>
          <a:endParaRPr lang="zh-CN" altLang="en-US"/>
        </a:p>
      </dgm:t>
    </dgm:pt>
    <dgm:pt modelId="{54584591-1098-4E23-92DE-BEFF510608E7}" type="pres">
      <dgm:prSet presAssocID="{BB51922E-9A88-4AF5-92D8-2A2465C78863}" presName="parTrans" presStyleLbl="bgSibTrans2D1" presStyleIdx="1" presStyleCnt="7"/>
      <dgm:spPr/>
      <dgm:t>
        <a:bodyPr/>
        <a:lstStyle/>
        <a:p>
          <a:endParaRPr lang="zh-CN" altLang="en-US"/>
        </a:p>
      </dgm:t>
    </dgm:pt>
    <dgm:pt modelId="{0E01972F-5894-46DE-A32A-24E09DCE826A}" type="pres">
      <dgm:prSet presAssocID="{8239807E-B307-464A-880D-7881D6675122}" presName="node" presStyleLbl="node1" presStyleIdx="1" presStyleCnt="7">
        <dgm:presLayoutVars>
          <dgm:bulletEnabled val="1"/>
        </dgm:presLayoutVars>
      </dgm:prSet>
      <dgm:spPr/>
      <dgm:t>
        <a:bodyPr/>
        <a:lstStyle/>
        <a:p>
          <a:endParaRPr lang="zh-CN" altLang="en-US"/>
        </a:p>
      </dgm:t>
    </dgm:pt>
    <dgm:pt modelId="{C7296367-BB55-4535-A504-20501C6536A6}" type="pres">
      <dgm:prSet presAssocID="{8F559B1D-9114-4806-B285-2947E1D3B78E}" presName="parTrans" presStyleLbl="bgSibTrans2D1" presStyleIdx="2" presStyleCnt="7"/>
      <dgm:spPr/>
      <dgm:t>
        <a:bodyPr/>
        <a:lstStyle/>
        <a:p>
          <a:endParaRPr lang="zh-CN" altLang="en-US"/>
        </a:p>
      </dgm:t>
    </dgm:pt>
    <dgm:pt modelId="{3DA6FC31-BD7D-41B2-938E-159D6801AEE3}" type="pres">
      <dgm:prSet presAssocID="{1E9C5CFC-7E00-4478-A30F-0ACD7FF86CD9}" presName="node" presStyleLbl="node1" presStyleIdx="2" presStyleCnt="7">
        <dgm:presLayoutVars>
          <dgm:bulletEnabled val="1"/>
        </dgm:presLayoutVars>
      </dgm:prSet>
      <dgm:spPr/>
      <dgm:t>
        <a:bodyPr/>
        <a:lstStyle/>
        <a:p>
          <a:endParaRPr lang="zh-CN" altLang="en-US"/>
        </a:p>
      </dgm:t>
    </dgm:pt>
    <dgm:pt modelId="{86055D97-B6AA-4231-809C-679BDFA29FBC}" type="pres">
      <dgm:prSet presAssocID="{E112635B-D72E-4458-9507-D25E56EE8D96}" presName="parTrans" presStyleLbl="bgSibTrans2D1" presStyleIdx="3" presStyleCnt="7"/>
      <dgm:spPr/>
      <dgm:t>
        <a:bodyPr/>
        <a:lstStyle/>
        <a:p>
          <a:endParaRPr lang="zh-CN" altLang="en-US"/>
        </a:p>
      </dgm:t>
    </dgm:pt>
    <dgm:pt modelId="{D01B76FD-03D7-4D6B-AB56-7AAF5978DC17}" type="pres">
      <dgm:prSet presAssocID="{FFB71722-D55B-4613-9F95-BE9356D7BE66}" presName="node" presStyleLbl="node1" presStyleIdx="3" presStyleCnt="7">
        <dgm:presLayoutVars>
          <dgm:bulletEnabled val="1"/>
        </dgm:presLayoutVars>
      </dgm:prSet>
      <dgm:spPr/>
      <dgm:t>
        <a:bodyPr/>
        <a:lstStyle/>
        <a:p>
          <a:endParaRPr lang="zh-CN" altLang="en-US"/>
        </a:p>
      </dgm:t>
    </dgm:pt>
    <dgm:pt modelId="{BE053A2A-B9C1-4789-83DB-73DF29E6A94B}" type="pres">
      <dgm:prSet presAssocID="{3C3984C1-1DC9-4BBC-A49E-86AFBCE17646}" presName="parTrans" presStyleLbl="bgSibTrans2D1" presStyleIdx="4" presStyleCnt="7"/>
      <dgm:spPr/>
      <dgm:t>
        <a:bodyPr/>
        <a:lstStyle/>
        <a:p>
          <a:endParaRPr lang="zh-CN" altLang="en-US"/>
        </a:p>
      </dgm:t>
    </dgm:pt>
    <dgm:pt modelId="{B80DBA61-4641-4F79-BA18-2CD000FBD5C1}" type="pres">
      <dgm:prSet presAssocID="{E67A34A5-B700-49D6-A99A-71FCEF455F01}" presName="node" presStyleLbl="node1" presStyleIdx="4" presStyleCnt="7">
        <dgm:presLayoutVars>
          <dgm:bulletEnabled val="1"/>
        </dgm:presLayoutVars>
      </dgm:prSet>
      <dgm:spPr/>
      <dgm:t>
        <a:bodyPr/>
        <a:lstStyle/>
        <a:p>
          <a:endParaRPr lang="zh-CN" altLang="en-US"/>
        </a:p>
      </dgm:t>
    </dgm:pt>
    <dgm:pt modelId="{439FB59C-F4AC-40CC-A4A2-5D686532824E}" type="pres">
      <dgm:prSet presAssocID="{1632267D-441B-46DE-A3D3-897976BF7469}" presName="parTrans" presStyleLbl="bgSibTrans2D1" presStyleIdx="5" presStyleCnt="7"/>
      <dgm:spPr/>
      <dgm:t>
        <a:bodyPr/>
        <a:lstStyle/>
        <a:p>
          <a:endParaRPr lang="zh-CN" altLang="en-US"/>
        </a:p>
      </dgm:t>
    </dgm:pt>
    <dgm:pt modelId="{99CA41A8-3ADD-41A3-90AD-59317CD78D5D}" type="pres">
      <dgm:prSet presAssocID="{0FA94434-68A3-4C3E-A32F-40B57AE9E1C5}" presName="node" presStyleLbl="node1" presStyleIdx="5" presStyleCnt="7">
        <dgm:presLayoutVars>
          <dgm:bulletEnabled val="1"/>
        </dgm:presLayoutVars>
      </dgm:prSet>
      <dgm:spPr/>
      <dgm:t>
        <a:bodyPr/>
        <a:lstStyle/>
        <a:p>
          <a:endParaRPr lang="zh-CN" altLang="en-US"/>
        </a:p>
      </dgm:t>
    </dgm:pt>
    <dgm:pt modelId="{8F0FF99B-723D-4457-8DBA-DD1209294309}" type="pres">
      <dgm:prSet presAssocID="{545D4685-7AC5-4391-8798-F7CEEB21EC68}" presName="parTrans" presStyleLbl="bgSibTrans2D1" presStyleIdx="6" presStyleCnt="7"/>
      <dgm:spPr/>
      <dgm:t>
        <a:bodyPr/>
        <a:lstStyle/>
        <a:p>
          <a:endParaRPr lang="zh-CN" altLang="en-US"/>
        </a:p>
      </dgm:t>
    </dgm:pt>
    <dgm:pt modelId="{574F6C16-E72A-4366-82F0-A1C6B40E3A97}" type="pres">
      <dgm:prSet presAssocID="{A66AF68C-BCD7-43CA-9C75-B373444DD4A5}" presName="node" presStyleLbl="node1" presStyleIdx="6" presStyleCnt="7">
        <dgm:presLayoutVars>
          <dgm:bulletEnabled val="1"/>
        </dgm:presLayoutVars>
      </dgm:prSet>
      <dgm:spPr/>
      <dgm:t>
        <a:bodyPr/>
        <a:lstStyle/>
        <a:p>
          <a:endParaRPr lang="zh-CN" altLang="en-US"/>
        </a:p>
      </dgm:t>
    </dgm:pt>
  </dgm:ptLst>
  <dgm:cxnLst>
    <dgm:cxn modelId="{4E99A600-E6F8-481E-9665-3020800E1AAF}" type="presOf" srcId="{A66AF68C-BCD7-43CA-9C75-B373444DD4A5}" destId="{574F6C16-E72A-4366-82F0-A1C6B40E3A97}" srcOrd="0" destOrd="0" presId="urn:microsoft.com/office/officeart/2005/8/layout/radial4"/>
    <dgm:cxn modelId="{FFF8553A-C158-4618-875D-D71BDE379E23}" srcId="{F21D094E-9049-4E96-91E9-2D1A34A23F92}" destId="{ACDC9AB2-12BA-4F78-8CB3-85776B7795DD}" srcOrd="3" destOrd="0" parTransId="{B84C8015-F006-4856-BE43-F871EC4CCABB}" sibTransId="{59582F3D-F08D-4C4C-928E-9BF7A09DCDFC}"/>
    <dgm:cxn modelId="{05A5C9AA-385A-4924-8F55-B0764000473E}" type="presOf" srcId="{8239807E-B307-464A-880D-7881D6675122}" destId="{0E01972F-5894-46DE-A32A-24E09DCE826A}" srcOrd="0" destOrd="0" presId="urn:microsoft.com/office/officeart/2005/8/layout/radial4"/>
    <dgm:cxn modelId="{8548A146-D791-4019-9BD2-49309D88F63A}" srcId="{F21D094E-9049-4E96-91E9-2D1A34A23F92}" destId="{DBF25512-FC6F-487A-B097-C73AA65B6428}" srcOrd="0" destOrd="0" parTransId="{6D834611-46BF-455E-B027-A4FB8EC7D701}" sibTransId="{C4F207F1-E68F-4E9A-B545-F3DA317BE7FF}"/>
    <dgm:cxn modelId="{28B8DAC6-E571-40DE-83CE-AE929A3D4CBB}" srcId="{DBF25512-FC6F-487A-B097-C73AA65B6428}" destId="{E67A34A5-B700-49D6-A99A-71FCEF455F01}" srcOrd="4" destOrd="0" parTransId="{3C3984C1-1DC9-4BBC-A49E-86AFBCE17646}" sibTransId="{7B034658-97B3-4007-A4B8-333CDB3409CB}"/>
    <dgm:cxn modelId="{16BF8195-71AA-45DC-8DB3-D231E81B524E}" type="presOf" srcId="{DBF25512-FC6F-487A-B097-C73AA65B6428}" destId="{C4EA5D5E-9D9D-4E98-BB73-122C00ADE3F5}" srcOrd="0" destOrd="0" presId="urn:microsoft.com/office/officeart/2005/8/layout/radial4"/>
    <dgm:cxn modelId="{0734892A-DAF0-405C-B4A6-B9EDBE8747A9}" type="presOf" srcId="{F21D094E-9049-4E96-91E9-2D1A34A23F92}" destId="{9EF8CE1F-2C0F-42EE-B137-1033D0A10440}" srcOrd="0" destOrd="0" presId="urn:microsoft.com/office/officeart/2005/8/layout/radial4"/>
    <dgm:cxn modelId="{4C99DEBD-D8D9-4B7C-8E8D-3940BF207209}" srcId="{DBF25512-FC6F-487A-B097-C73AA65B6428}" destId="{D7B2B91F-70FA-4452-A1AB-8A86687D5651}" srcOrd="0" destOrd="0" parTransId="{F85653FF-716E-44F2-98B2-1A7B09FA26B8}" sibTransId="{83EB3EDC-CFD4-4DAB-946D-CB36437BF32C}"/>
    <dgm:cxn modelId="{7B6466C2-7354-47B2-B866-EDE59E520B87}" type="presOf" srcId="{3C3984C1-1DC9-4BBC-A49E-86AFBCE17646}" destId="{BE053A2A-B9C1-4789-83DB-73DF29E6A94B}" srcOrd="0" destOrd="0" presId="urn:microsoft.com/office/officeart/2005/8/layout/radial4"/>
    <dgm:cxn modelId="{8347343B-BB9B-4C11-BF0D-2DDA9A27D324}" srcId="{DBF25512-FC6F-487A-B097-C73AA65B6428}" destId="{A66AF68C-BCD7-43CA-9C75-B373444DD4A5}" srcOrd="6" destOrd="0" parTransId="{545D4685-7AC5-4391-8798-F7CEEB21EC68}" sibTransId="{BF49E442-9959-4CFB-90E1-639973CDEB6C}"/>
    <dgm:cxn modelId="{ADF0DA34-411B-4933-8DEB-0CEBA049964B}" srcId="{DBF25512-FC6F-487A-B097-C73AA65B6428}" destId="{8239807E-B307-464A-880D-7881D6675122}" srcOrd="1" destOrd="0" parTransId="{BB51922E-9A88-4AF5-92D8-2A2465C78863}" sibTransId="{78B6C843-B2D7-49FC-95B5-06B60BD6671D}"/>
    <dgm:cxn modelId="{545C2889-81F7-4EA6-BF34-242AC640A7FC}" srcId="{F21D094E-9049-4E96-91E9-2D1A34A23F92}" destId="{82E9C8B5-659B-46B0-9979-3524DB5D0EDC}" srcOrd="1" destOrd="0" parTransId="{329D599D-D479-4169-9105-37F70195BB5F}" sibTransId="{AB4CCA29-C414-470A-9921-9BB72F0276EC}"/>
    <dgm:cxn modelId="{45F00E13-ABC4-4A47-A02D-A89A6C49AAC1}" type="presOf" srcId="{1632267D-441B-46DE-A3D3-897976BF7469}" destId="{439FB59C-F4AC-40CC-A4A2-5D686532824E}" srcOrd="0" destOrd="0" presId="urn:microsoft.com/office/officeart/2005/8/layout/radial4"/>
    <dgm:cxn modelId="{75D50847-2D4B-485C-B312-48F0761C1DCE}" srcId="{F21D094E-9049-4E96-91E9-2D1A34A23F92}" destId="{74306C23-A7CD-47FA-97D0-82C1E56A4318}" srcOrd="2" destOrd="0" parTransId="{43005D47-62F1-4AAB-8DFC-EF8A0327A1F0}" sibTransId="{272EAB7D-EEBE-427F-AE66-56124E12DADA}"/>
    <dgm:cxn modelId="{426F2D91-14B8-453E-8354-8288E0C2633A}" type="presOf" srcId="{BB51922E-9A88-4AF5-92D8-2A2465C78863}" destId="{54584591-1098-4E23-92DE-BEFF510608E7}" srcOrd="0" destOrd="0" presId="urn:microsoft.com/office/officeart/2005/8/layout/radial4"/>
    <dgm:cxn modelId="{EDA5E6FF-3490-499D-81AD-F5C365C3B332}" type="presOf" srcId="{D7B2B91F-70FA-4452-A1AB-8A86687D5651}" destId="{E2A28068-AFD4-4869-BFEB-17BC88CB809C}" srcOrd="0" destOrd="0" presId="urn:microsoft.com/office/officeart/2005/8/layout/radial4"/>
    <dgm:cxn modelId="{B64B925F-88D6-4EC5-A9EA-864446FC0655}" type="presOf" srcId="{F85653FF-716E-44F2-98B2-1A7B09FA26B8}" destId="{2E44DD24-12FA-4748-B3DC-5753192AFCC2}" srcOrd="0" destOrd="0" presId="urn:microsoft.com/office/officeart/2005/8/layout/radial4"/>
    <dgm:cxn modelId="{6E62C0A4-FA67-4204-AFA5-C6ED23D9CE5B}" type="presOf" srcId="{1E9C5CFC-7E00-4478-A30F-0ACD7FF86CD9}" destId="{3DA6FC31-BD7D-41B2-938E-159D6801AEE3}" srcOrd="0" destOrd="0" presId="urn:microsoft.com/office/officeart/2005/8/layout/radial4"/>
    <dgm:cxn modelId="{8571B8BB-8CDC-4338-B895-9B20D4C38784}" type="presOf" srcId="{E67A34A5-B700-49D6-A99A-71FCEF455F01}" destId="{B80DBA61-4641-4F79-BA18-2CD000FBD5C1}" srcOrd="0" destOrd="0" presId="urn:microsoft.com/office/officeart/2005/8/layout/radial4"/>
    <dgm:cxn modelId="{0108700A-7349-4109-AD63-E5C1E5A497AA}" type="presOf" srcId="{8F559B1D-9114-4806-B285-2947E1D3B78E}" destId="{C7296367-BB55-4535-A504-20501C6536A6}" srcOrd="0" destOrd="0" presId="urn:microsoft.com/office/officeart/2005/8/layout/radial4"/>
    <dgm:cxn modelId="{82CC23ED-CEF0-403D-8D50-8188A7D4BEA1}" srcId="{DBF25512-FC6F-487A-B097-C73AA65B6428}" destId="{1E9C5CFC-7E00-4478-A30F-0ACD7FF86CD9}" srcOrd="2" destOrd="0" parTransId="{8F559B1D-9114-4806-B285-2947E1D3B78E}" sibTransId="{64C45C18-5196-433D-BB9E-DD7F4E2A6680}"/>
    <dgm:cxn modelId="{571D7927-5BF9-4063-8ED4-061B6728FA2B}" type="presOf" srcId="{FFB71722-D55B-4613-9F95-BE9356D7BE66}" destId="{D01B76FD-03D7-4D6B-AB56-7AAF5978DC17}" srcOrd="0" destOrd="0" presId="urn:microsoft.com/office/officeart/2005/8/layout/radial4"/>
    <dgm:cxn modelId="{6BFE9F96-AD6A-4FCE-B83A-B09374E9D973}" type="presOf" srcId="{545D4685-7AC5-4391-8798-F7CEEB21EC68}" destId="{8F0FF99B-723D-4457-8DBA-DD1209294309}" srcOrd="0" destOrd="0" presId="urn:microsoft.com/office/officeart/2005/8/layout/radial4"/>
    <dgm:cxn modelId="{8CDA4626-80D7-4FB7-B7A1-A7A6DFECE611}" srcId="{DBF25512-FC6F-487A-B097-C73AA65B6428}" destId="{0FA94434-68A3-4C3E-A32F-40B57AE9E1C5}" srcOrd="5" destOrd="0" parTransId="{1632267D-441B-46DE-A3D3-897976BF7469}" sibTransId="{6ACF5510-E32A-45C8-87D6-34C1E3C84CF9}"/>
    <dgm:cxn modelId="{0475EAC7-682C-40CD-881C-EBA1685DA0BE}" srcId="{DBF25512-FC6F-487A-B097-C73AA65B6428}" destId="{FFB71722-D55B-4613-9F95-BE9356D7BE66}" srcOrd="3" destOrd="0" parTransId="{E112635B-D72E-4458-9507-D25E56EE8D96}" sibTransId="{122FE4CC-08FE-482E-BC8B-2CC80552010D}"/>
    <dgm:cxn modelId="{9729B5C7-4956-4DD4-AC0E-3B71BB74E368}" type="presOf" srcId="{0FA94434-68A3-4C3E-A32F-40B57AE9E1C5}" destId="{99CA41A8-3ADD-41A3-90AD-59317CD78D5D}" srcOrd="0" destOrd="0" presId="urn:microsoft.com/office/officeart/2005/8/layout/radial4"/>
    <dgm:cxn modelId="{8F610F0A-0E6F-46F4-BD72-46223F761E2A}" type="presOf" srcId="{E112635B-D72E-4458-9507-D25E56EE8D96}" destId="{86055D97-B6AA-4231-809C-679BDFA29FBC}" srcOrd="0" destOrd="0" presId="urn:microsoft.com/office/officeart/2005/8/layout/radial4"/>
    <dgm:cxn modelId="{FE5E40DA-C87D-4180-9771-65EFA6B83FCD}" type="presParOf" srcId="{9EF8CE1F-2C0F-42EE-B137-1033D0A10440}" destId="{C4EA5D5E-9D9D-4E98-BB73-122C00ADE3F5}" srcOrd="0" destOrd="0" presId="urn:microsoft.com/office/officeart/2005/8/layout/radial4"/>
    <dgm:cxn modelId="{0F8B8470-8A59-47C0-A6E4-59FDA6701826}" type="presParOf" srcId="{9EF8CE1F-2C0F-42EE-B137-1033D0A10440}" destId="{2E44DD24-12FA-4748-B3DC-5753192AFCC2}" srcOrd="1" destOrd="0" presId="urn:microsoft.com/office/officeart/2005/8/layout/radial4"/>
    <dgm:cxn modelId="{A05CF9DD-6BDB-4D5A-8097-56451A4E9BC8}" type="presParOf" srcId="{9EF8CE1F-2C0F-42EE-B137-1033D0A10440}" destId="{E2A28068-AFD4-4869-BFEB-17BC88CB809C}" srcOrd="2" destOrd="0" presId="urn:microsoft.com/office/officeart/2005/8/layout/radial4"/>
    <dgm:cxn modelId="{E6062C80-CC53-42D9-A382-4704124351BD}" type="presParOf" srcId="{9EF8CE1F-2C0F-42EE-B137-1033D0A10440}" destId="{54584591-1098-4E23-92DE-BEFF510608E7}" srcOrd="3" destOrd="0" presId="urn:microsoft.com/office/officeart/2005/8/layout/radial4"/>
    <dgm:cxn modelId="{876267AB-3117-4D38-935B-701BFCB6742B}" type="presParOf" srcId="{9EF8CE1F-2C0F-42EE-B137-1033D0A10440}" destId="{0E01972F-5894-46DE-A32A-24E09DCE826A}" srcOrd="4" destOrd="0" presId="urn:microsoft.com/office/officeart/2005/8/layout/radial4"/>
    <dgm:cxn modelId="{AE39EE4F-E6ED-4800-B4A5-5C99EBFDEC56}" type="presParOf" srcId="{9EF8CE1F-2C0F-42EE-B137-1033D0A10440}" destId="{C7296367-BB55-4535-A504-20501C6536A6}" srcOrd="5" destOrd="0" presId="urn:microsoft.com/office/officeart/2005/8/layout/radial4"/>
    <dgm:cxn modelId="{EA8FD39E-F1FC-4A48-9EF6-DDF4523FDD1B}" type="presParOf" srcId="{9EF8CE1F-2C0F-42EE-B137-1033D0A10440}" destId="{3DA6FC31-BD7D-41B2-938E-159D6801AEE3}" srcOrd="6" destOrd="0" presId="urn:microsoft.com/office/officeart/2005/8/layout/radial4"/>
    <dgm:cxn modelId="{A3E3EC72-C9CB-40B3-9FFD-1D4FF79856D1}" type="presParOf" srcId="{9EF8CE1F-2C0F-42EE-B137-1033D0A10440}" destId="{86055D97-B6AA-4231-809C-679BDFA29FBC}" srcOrd="7" destOrd="0" presId="urn:microsoft.com/office/officeart/2005/8/layout/radial4"/>
    <dgm:cxn modelId="{82D80143-748A-44F1-A53A-32F186E4E010}" type="presParOf" srcId="{9EF8CE1F-2C0F-42EE-B137-1033D0A10440}" destId="{D01B76FD-03D7-4D6B-AB56-7AAF5978DC17}" srcOrd="8" destOrd="0" presId="urn:microsoft.com/office/officeart/2005/8/layout/radial4"/>
    <dgm:cxn modelId="{0F67CA88-3350-4B72-B5B9-659BC223A1DD}" type="presParOf" srcId="{9EF8CE1F-2C0F-42EE-B137-1033D0A10440}" destId="{BE053A2A-B9C1-4789-83DB-73DF29E6A94B}" srcOrd="9" destOrd="0" presId="urn:microsoft.com/office/officeart/2005/8/layout/radial4"/>
    <dgm:cxn modelId="{59D5D067-36CF-41AD-83FC-51AA19A2FDC1}" type="presParOf" srcId="{9EF8CE1F-2C0F-42EE-B137-1033D0A10440}" destId="{B80DBA61-4641-4F79-BA18-2CD000FBD5C1}" srcOrd="10" destOrd="0" presId="urn:microsoft.com/office/officeart/2005/8/layout/radial4"/>
    <dgm:cxn modelId="{E0E073F1-A305-4823-A269-FF2E44D3B060}" type="presParOf" srcId="{9EF8CE1F-2C0F-42EE-B137-1033D0A10440}" destId="{439FB59C-F4AC-40CC-A4A2-5D686532824E}" srcOrd="11" destOrd="0" presId="urn:microsoft.com/office/officeart/2005/8/layout/radial4"/>
    <dgm:cxn modelId="{8C1D204F-B18D-4E5F-A4DE-A80292E5ED6F}" type="presParOf" srcId="{9EF8CE1F-2C0F-42EE-B137-1033D0A10440}" destId="{99CA41A8-3ADD-41A3-90AD-59317CD78D5D}" srcOrd="12" destOrd="0" presId="urn:microsoft.com/office/officeart/2005/8/layout/radial4"/>
    <dgm:cxn modelId="{69E71F32-B4B7-49A2-9918-B49F438E45C2}" type="presParOf" srcId="{9EF8CE1F-2C0F-42EE-B137-1033D0A10440}" destId="{8F0FF99B-723D-4457-8DBA-DD1209294309}" srcOrd="13" destOrd="0" presId="urn:microsoft.com/office/officeart/2005/8/layout/radial4"/>
    <dgm:cxn modelId="{A646026E-0FD1-4B9D-ABD8-D0AB29B37E96}" type="presParOf" srcId="{9EF8CE1F-2C0F-42EE-B137-1033D0A10440}" destId="{574F6C16-E72A-4366-82F0-A1C6B40E3A97}" srcOrd="14" destOrd="0" presId="urn:microsoft.com/office/officeart/2005/8/layout/radial4"/>
  </dgm:cxnLst>
  <dgm:bg/>
  <dgm:whole/>
  <dgm:extLst>
    <a:ext uri="http://schemas.microsoft.com/office/drawing/2008/diagram">
      <dsp:dataModelExt xmlns:dsp="http://schemas.microsoft.com/office/drawing/2008/diagram" relId="rId5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 xmlns:r="http://schemas.openxmlformats.org/officeDocument/2006/relationships">
  <dsp:spTree>
    <dsp:nvGrpSpPr>
      <dsp:cNvPr id="2" name="组合 1"/>
      <dsp:cNvGrpSpPr/>
    </dsp:nvGrpSpPr>
    <dsp:grpSpPr>
      <a:xfrm>
        <a:off x="0" y="0"/>
        <a:ext cx="8229600" cy="3394075"/>
        <a:chOff x="0" y="0"/>
        <a:chExt cx="8229600" cy="3394075"/>
      </a:xfrm>
    </dsp:grpSpPr>
    <dsp:sp modelId="{C4EA5D5E-9D9D-4E98-BB73-122C00ADE3F5}">
      <dsp:nvSpPr>
        <dsp:cNvPr id="3" name="椭圆 2"/>
        <dsp:cNvSpPr/>
      </dsp:nvSpPr>
      <dsp:spPr bwMode="white">
        <a:xfrm>
          <a:off x="3574322" y="2313120"/>
          <a:ext cx="1080955" cy="1080955"/>
        </a:xfrm>
        <a:prstGeom prst="ellipse">
          <a:avLst/>
        </a:prstGeom>
        <a:sp3d prstMaterial="plastic">
          <a:bevelT w="120900" h="88900"/>
          <a:bevelB w="88900" h="31750" prst="angle"/>
        </a:sp3d>
      </dsp:spPr>
      <dsp:style>
        <a:lnRef idx="0">
          <a:schemeClr val="lt1"/>
        </a:lnRef>
        <a:fillRef idx="3">
          <a:schemeClr val="accent4"/>
        </a:fillRef>
        <a:effectRef idx="2">
          <a:scrgbClr r="0" g="0" b="0"/>
        </a:effectRef>
        <a:fontRef idx="minor">
          <a:schemeClr val="lt1"/>
        </a:fontRef>
      </dsp:style>
      <dsp:txBody>
        <a:bodyPr lIns="14605" tIns="14605" rIns="14605" bIns="14605" anchor="ctr"/>
        <a:lstStyle>
          <a:lvl1pPr algn="ctr">
            <a:defRPr sz="2300"/>
          </a:lvl1pPr>
          <a:lvl2pPr marL="171450" indent="-171450" algn="ctr">
            <a:defRPr sz="1700"/>
          </a:lvl2pPr>
          <a:lvl3pPr marL="342900" indent="-171450" algn="ctr">
            <a:defRPr sz="1700"/>
          </a:lvl3pPr>
          <a:lvl4pPr marL="514350" indent="-171450" algn="ctr">
            <a:defRPr sz="1700"/>
          </a:lvl4pPr>
          <a:lvl5pPr marL="685800" indent="-171450" algn="ctr">
            <a:defRPr sz="1700"/>
          </a:lvl5pPr>
          <a:lvl6pPr marL="857250" indent="-171450" algn="ctr">
            <a:defRPr sz="1700"/>
          </a:lvl6pPr>
          <a:lvl7pPr marL="1028700" indent="-171450" algn="ctr">
            <a:defRPr sz="1700"/>
          </a:lvl7pPr>
          <a:lvl8pPr marL="1200150" indent="-171450" algn="ctr">
            <a:defRPr sz="1700"/>
          </a:lvl8pPr>
          <a:lvl9pPr marL="1371600" indent="-171450" algn="ctr">
            <a:defRPr sz="1700"/>
          </a:lvl9pPr>
        </a:lstStyle>
        <a:p>
          <a:pPr lvl="0">
            <a:lnSpc>
              <a:spcPct val="100000"/>
            </a:lnSpc>
            <a:spcBef>
              <a:spcPct val="0"/>
            </a:spcBef>
            <a:spcAft>
              <a:spcPct val="35000"/>
            </a:spcAft>
          </a:pPr>
          <a:r>
            <a:rPr lang="zh-CN" altLang="en-US" b="1" dirty="0" smtClean="0">
              <a:latin typeface="微软雅黑" panose="020B0503020204020204" charset="-122"/>
              <a:ea typeface="微软雅黑" panose="020B0503020204020204" charset="-122"/>
            </a:rPr>
            <a:t>统一规定</a:t>
          </a:r>
          <a:endParaRPr lang="zh-CN" altLang="en-US" b="1" dirty="0">
            <a:latin typeface="微软雅黑" panose="020B0503020204020204" charset="-122"/>
            <a:ea typeface="微软雅黑" panose="020B0503020204020204" charset="-122"/>
          </a:endParaRPr>
        </a:p>
      </dsp:txBody>
      <dsp:txXfrm>
        <a:off x="3574322" y="2313120"/>
        <a:ext cx="1080955" cy="1080955"/>
      </dsp:txXfrm>
    </dsp:sp>
    <dsp:sp modelId="{2E44DD24-12FA-4748-B3DC-5753192AFCC2}">
      <dsp:nvSpPr>
        <dsp:cNvPr id="4" name="左箭头 3"/>
        <dsp:cNvSpPr/>
      </dsp:nvSpPr>
      <dsp:spPr bwMode="white">
        <a:xfrm rot="10799999">
          <a:off x="1724281" y="2699561"/>
          <a:ext cx="1797727" cy="308072"/>
        </a:xfrm>
        <a:prstGeom prst="leftArrow">
          <a:avLst>
            <a:gd name="adj1" fmla="val 60000"/>
            <a:gd name="adj2" fmla="val 50000"/>
          </a:avLst>
        </a:prstGeom>
        <a:sp3d z="-190500" prstMaterial="plastic">
          <a:bevelT w="50800" h="50800"/>
          <a:bevelB w="25400" h="25400" prst="angle"/>
        </a:sp3d>
      </dsp:spPr>
      <dsp:style>
        <a:lnRef idx="0">
          <a:schemeClr val="lt1"/>
        </a:lnRef>
        <a:fillRef idx="3">
          <a:schemeClr val="accent5">
            <a:hueOff val="0"/>
            <a:satOff val="0"/>
            <a:lumOff val="0"/>
            <a:alpha val="100000"/>
          </a:schemeClr>
        </a:fillRef>
        <a:effectRef idx="2">
          <a:scrgbClr r="0" g="0" b="0"/>
        </a:effectRef>
        <a:fontRef idx="minor">
          <a:schemeClr val="lt1"/>
        </a:fontRef>
      </dsp:style>
      <dsp:txXfrm rot="10799999">
        <a:off x="1724281" y="2699561"/>
        <a:ext cx="1797727" cy="308072"/>
      </dsp:txXfrm>
    </dsp:sp>
    <dsp:sp modelId="{E2A28068-AFD4-4869-BFEB-17BC88CB809C}">
      <dsp:nvSpPr>
        <dsp:cNvPr id="5" name="圆角矩形 4"/>
        <dsp:cNvSpPr/>
      </dsp:nvSpPr>
      <dsp:spPr bwMode="white">
        <a:xfrm>
          <a:off x="1158512" y="2442834"/>
          <a:ext cx="1026908" cy="821526"/>
        </a:xfrm>
        <a:prstGeom prst="roundRect">
          <a:avLst>
            <a:gd name="adj" fmla="val 10000"/>
          </a:avLst>
        </a:prstGeom>
        <a:sp3d prstMaterial="plastic">
          <a:bevelT w="120900" h="88900"/>
          <a:bevelB w="88900" h="31750" prst="angle"/>
        </a:sp3d>
      </dsp:spPr>
      <dsp:style>
        <a:lnRef idx="0">
          <a:schemeClr val="lt1"/>
        </a:lnRef>
        <a:fillRef idx="3">
          <a:schemeClr val="accent5">
            <a:hueOff val="0"/>
            <a:satOff val="0"/>
            <a:lumOff val="0"/>
            <a:alpha val="100000"/>
          </a:schemeClr>
        </a:fillRef>
        <a:effectRef idx="2">
          <a:scrgbClr r="0" g="0" b="0"/>
        </a:effectRef>
        <a:fontRef idx="minor">
          <a:schemeClr val="lt1"/>
        </a:fontRef>
      </dsp:style>
      <dsp:txBody>
        <a:bodyPr lIns="28575" tIns="28575" rIns="28575" bIns="28575" anchor="ctr"/>
        <a:lstStyle>
          <a:lvl1pPr algn="ctr">
            <a:defRPr sz="1500"/>
          </a:lvl1pPr>
          <a:lvl2pPr marL="57150" indent="-57150" algn="ctr">
            <a:defRPr sz="1100"/>
          </a:lvl2pPr>
          <a:lvl3pPr marL="114300" indent="-57150" algn="ctr">
            <a:defRPr sz="1100"/>
          </a:lvl3pPr>
          <a:lvl4pPr marL="171450" indent="-57150" algn="ctr">
            <a:defRPr sz="1100"/>
          </a:lvl4pPr>
          <a:lvl5pPr marL="228600" indent="-57150" algn="ctr">
            <a:defRPr sz="1100"/>
          </a:lvl5pPr>
          <a:lvl6pPr marL="285750" indent="-57150" algn="ctr">
            <a:defRPr sz="1100"/>
          </a:lvl6pPr>
          <a:lvl7pPr marL="342900" indent="-57150" algn="ctr">
            <a:defRPr sz="1100"/>
          </a:lvl7pPr>
          <a:lvl8pPr marL="400050" indent="-57150" algn="ctr">
            <a:defRPr sz="1100"/>
          </a:lvl8pPr>
          <a:lvl9pPr marL="457200" indent="-57150" algn="ctr">
            <a:defRPr sz="1100"/>
          </a:lvl9pPr>
        </a:lstStyle>
        <a:p>
          <a:pPr lvl="0">
            <a:lnSpc>
              <a:spcPct val="100000"/>
            </a:lnSpc>
            <a:spcBef>
              <a:spcPct val="0"/>
            </a:spcBef>
            <a:spcAft>
              <a:spcPct val="35000"/>
            </a:spcAft>
          </a:pPr>
          <a:r>
            <a:rPr lang="zh-CN" altLang="en-US" b="1" dirty="0" smtClean="0">
              <a:latin typeface="微软雅黑" panose="020B0503020204020204" charset="-122"/>
              <a:ea typeface="微软雅黑" panose="020B0503020204020204" charset="-122"/>
            </a:rPr>
            <a:t>图幅尺寸</a:t>
          </a:r>
          <a:endParaRPr lang="zh-CN" altLang="en-US" b="1" dirty="0">
            <a:latin typeface="微软雅黑" panose="020B0503020204020204" charset="-122"/>
            <a:ea typeface="微软雅黑" panose="020B0503020204020204" charset="-122"/>
          </a:endParaRPr>
        </a:p>
      </dsp:txBody>
      <dsp:txXfrm>
        <a:off x="1158512" y="2442834"/>
        <a:ext cx="1026908" cy="821526"/>
      </dsp:txXfrm>
    </dsp:sp>
    <dsp:sp modelId="{54584591-1098-4E23-92DE-BEFF510608E7}">
      <dsp:nvSpPr>
        <dsp:cNvPr id="6" name="左箭头 5"/>
        <dsp:cNvSpPr/>
      </dsp:nvSpPr>
      <dsp:spPr bwMode="white">
        <a:xfrm rot="12599999">
          <a:off x="1924125" y="1953733"/>
          <a:ext cx="1797727" cy="308072"/>
        </a:xfrm>
        <a:prstGeom prst="leftArrow">
          <a:avLst>
            <a:gd name="adj1" fmla="val 60000"/>
            <a:gd name="adj2" fmla="val 50000"/>
          </a:avLst>
        </a:prstGeom>
        <a:sp3d z="-190500" prstMaterial="plastic">
          <a:bevelT w="50800" h="50800"/>
          <a:bevelB w="25400" h="25400" prst="angle"/>
        </a:sp3d>
      </dsp:spPr>
      <dsp:style>
        <a:lnRef idx="0">
          <a:schemeClr val="lt1"/>
        </a:lnRef>
        <a:fillRef idx="3">
          <a:schemeClr val="accent5">
            <a:hueOff val="440000"/>
            <a:satOff val="-2875"/>
            <a:lumOff val="-6077"/>
            <a:alpha val="100000"/>
          </a:schemeClr>
        </a:fillRef>
        <a:effectRef idx="2">
          <a:scrgbClr r="0" g="0" b="0"/>
        </a:effectRef>
        <a:fontRef idx="minor">
          <a:schemeClr val="lt1"/>
        </a:fontRef>
      </dsp:style>
      <dsp:txXfrm rot="12599999">
        <a:off x="1924125" y="1953733"/>
        <a:ext cx="1797727" cy="308072"/>
      </dsp:txXfrm>
    </dsp:sp>
    <dsp:sp modelId="{0E01972F-5894-46DE-A32A-24E09DCE826A}">
      <dsp:nvSpPr>
        <dsp:cNvPr id="7" name="圆角矩形 6"/>
        <dsp:cNvSpPr/>
      </dsp:nvSpPr>
      <dsp:spPr bwMode="white">
        <a:xfrm>
          <a:off x="1485790" y="1221417"/>
          <a:ext cx="1026908" cy="821526"/>
        </a:xfrm>
        <a:prstGeom prst="roundRect">
          <a:avLst>
            <a:gd name="adj" fmla="val 10000"/>
          </a:avLst>
        </a:prstGeom>
        <a:sp3d prstMaterial="plastic">
          <a:bevelT w="120900" h="88900"/>
          <a:bevelB w="88900" h="31750" prst="angle"/>
        </a:sp3d>
      </dsp:spPr>
      <dsp:style>
        <a:lnRef idx="0">
          <a:schemeClr val="lt1"/>
        </a:lnRef>
        <a:fillRef idx="3">
          <a:schemeClr val="accent5">
            <a:hueOff val="440000"/>
            <a:satOff val="-2875"/>
            <a:lumOff val="-6077"/>
            <a:alpha val="100000"/>
          </a:schemeClr>
        </a:fillRef>
        <a:effectRef idx="2">
          <a:scrgbClr r="0" g="0" b="0"/>
        </a:effectRef>
        <a:fontRef idx="minor">
          <a:schemeClr val="lt1"/>
        </a:fontRef>
      </dsp:style>
      <dsp:txBody>
        <a:bodyPr lIns="28575" tIns="28575" rIns="28575" bIns="28575" anchor="ctr"/>
        <a:lstStyle>
          <a:lvl1pPr algn="ctr">
            <a:defRPr sz="1500"/>
          </a:lvl1pPr>
          <a:lvl2pPr marL="57150" indent="-57150" algn="ctr">
            <a:defRPr sz="1100"/>
          </a:lvl2pPr>
          <a:lvl3pPr marL="114300" indent="-57150" algn="ctr">
            <a:defRPr sz="1100"/>
          </a:lvl3pPr>
          <a:lvl4pPr marL="171450" indent="-57150" algn="ctr">
            <a:defRPr sz="1100"/>
          </a:lvl4pPr>
          <a:lvl5pPr marL="228600" indent="-57150" algn="ctr">
            <a:defRPr sz="1100"/>
          </a:lvl5pPr>
          <a:lvl6pPr marL="285750" indent="-57150" algn="ctr">
            <a:defRPr sz="1100"/>
          </a:lvl6pPr>
          <a:lvl7pPr marL="342900" indent="-57150" algn="ctr">
            <a:defRPr sz="1100"/>
          </a:lvl7pPr>
          <a:lvl8pPr marL="400050" indent="-57150" algn="ctr">
            <a:defRPr sz="1100"/>
          </a:lvl8pPr>
          <a:lvl9pPr marL="457200" indent="-57150" algn="ctr">
            <a:defRPr sz="1100"/>
          </a:lvl9pPr>
        </a:lstStyle>
        <a:p>
          <a:pPr lvl="0">
            <a:lnSpc>
              <a:spcPct val="100000"/>
            </a:lnSpc>
            <a:spcBef>
              <a:spcPct val="0"/>
            </a:spcBef>
            <a:spcAft>
              <a:spcPct val="35000"/>
            </a:spcAft>
          </a:pPr>
          <a:r>
            <a:rPr lang="zh-CN" altLang="en-US" b="1" dirty="0" smtClean="0">
              <a:latin typeface="微软雅黑" panose="020B0503020204020204" charset="-122"/>
              <a:ea typeface="微软雅黑" panose="020B0503020204020204" charset="-122"/>
            </a:rPr>
            <a:t>图线型式及应用</a:t>
          </a:r>
          <a:endParaRPr lang="zh-CN" altLang="en-US" b="1" dirty="0">
            <a:latin typeface="微软雅黑" panose="020B0503020204020204" charset="-122"/>
            <a:ea typeface="微软雅黑" panose="020B0503020204020204" charset="-122"/>
          </a:endParaRPr>
        </a:p>
      </dsp:txBody>
      <dsp:txXfrm>
        <a:off x="1485790" y="1221417"/>
        <a:ext cx="1026908" cy="821526"/>
      </dsp:txXfrm>
    </dsp:sp>
    <dsp:sp modelId="{C7296367-BB55-4535-A504-20501C6536A6}">
      <dsp:nvSpPr>
        <dsp:cNvPr id="8" name="左箭头 7"/>
        <dsp:cNvSpPr/>
      </dsp:nvSpPr>
      <dsp:spPr bwMode="white">
        <a:xfrm rot="14399999">
          <a:off x="2470109" y="1407749"/>
          <a:ext cx="1797727" cy="308072"/>
        </a:xfrm>
        <a:prstGeom prst="leftArrow">
          <a:avLst>
            <a:gd name="adj1" fmla="val 60000"/>
            <a:gd name="adj2" fmla="val 50000"/>
          </a:avLst>
        </a:prstGeom>
        <a:sp3d z="-190500" prstMaterial="plastic">
          <a:bevelT w="50800" h="50800"/>
          <a:bevelB w="25400" h="25400" prst="angle"/>
        </a:sp3d>
      </dsp:spPr>
      <dsp:style>
        <a:lnRef idx="0">
          <a:schemeClr val="lt1"/>
        </a:lnRef>
        <a:fillRef idx="3">
          <a:schemeClr val="accent5">
            <a:hueOff val="880000"/>
            <a:satOff val="-5751"/>
            <a:lumOff val="-12156"/>
            <a:alpha val="100000"/>
          </a:schemeClr>
        </a:fillRef>
        <a:effectRef idx="2">
          <a:scrgbClr r="0" g="0" b="0"/>
        </a:effectRef>
        <a:fontRef idx="minor">
          <a:schemeClr val="lt1"/>
        </a:fontRef>
      </dsp:style>
      <dsp:txXfrm rot="14399999">
        <a:off x="2470109" y="1407749"/>
        <a:ext cx="1797727" cy="308072"/>
      </dsp:txXfrm>
    </dsp:sp>
    <dsp:sp modelId="{3DA6FC31-BD7D-41B2-938E-159D6801AEE3}">
      <dsp:nvSpPr>
        <dsp:cNvPr id="9" name="圆角矩形 8"/>
        <dsp:cNvSpPr/>
      </dsp:nvSpPr>
      <dsp:spPr bwMode="white">
        <a:xfrm>
          <a:off x="2379929" y="327278"/>
          <a:ext cx="1026908" cy="821526"/>
        </a:xfrm>
        <a:prstGeom prst="roundRect">
          <a:avLst>
            <a:gd name="adj" fmla="val 10000"/>
          </a:avLst>
        </a:prstGeom>
        <a:sp3d prstMaterial="plastic">
          <a:bevelT w="120900" h="88900"/>
          <a:bevelB w="88900" h="31750" prst="angle"/>
        </a:sp3d>
      </dsp:spPr>
      <dsp:style>
        <a:lnRef idx="0">
          <a:schemeClr val="lt1"/>
        </a:lnRef>
        <a:fillRef idx="3">
          <a:schemeClr val="accent5">
            <a:hueOff val="880000"/>
            <a:satOff val="-5751"/>
            <a:lumOff val="-12156"/>
            <a:alpha val="100000"/>
          </a:schemeClr>
        </a:fillRef>
        <a:effectRef idx="2">
          <a:scrgbClr r="0" g="0" b="0"/>
        </a:effectRef>
        <a:fontRef idx="minor">
          <a:schemeClr val="lt1"/>
        </a:fontRef>
      </dsp:style>
      <dsp:txBody>
        <a:bodyPr lIns="28575" tIns="28575" rIns="28575" bIns="28575" anchor="ctr"/>
        <a:lstStyle>
          <a:lvl1pPr algn="ctr">
            <a:defRPr sz="1500"/>
          </a:lvl1pPr>
          <a:lvl2pPr marL="57150" indent="-57150" algn="ctr">
            <a:defRPr sz="1100"/>
          </a:lvl2pPr>
          <a:lvl3pPr marL="114300" indent="-57150" algn="ctr">
            <a:defRPr sz="1100"/>
          </a:lvl3pPr>
          <a:lvl4pPr marL="171450" indent="-57150" algn="ctr">
            <a:defRPr sz="1100"/>
          </a:lvl4pPr>
          <a:lvl5pPr marL="228600" indent="-57150" algn="ctr">
            <a:defRPr sz="1100"/>
          </a:lvl5pPr>
          <a:lvl6pPr marL="285750" indent="-57150" algn="ctr">
            <a:defRPr sz="1100"/>
          </a:lvl6pPr>
          <a:lvl7pPr marL="342900" indent="-57150" algn="ctr">
            <a:defRPr sz="1100"/>
          </a:lvl7pPr>
          <a:lvl8pPr marL="400050" indent="-57150" algn="ctr">
            <a:defRPr sz="1100"/>
          </a:lvl8pPr>
          <a:lvl9pPr marL="457200" indent="-57150" algn="ctr">
            <a:defRPr sz="1100"/>
          </a:lvl9pPr>
        </a:lstStyle>
        <a:p>
          <a:pPr lvl="0">
            <a:lnSpc>
              <a:spcPct val="100000"/>
            </a:lnSpc>
            <a:spcBef>
              <a:spcPct val="0"/>
            </a:spcBef>
            <a:spcAft>
              <a:spcPct val="35000"/>
            </a:spcAft>
          </a:pPr>
          <a:r>
            <a:rPr lang="zh-CN" altLang="en-US" b="1" dirty="0" smtClean="0">
              <a:latin typeface="微软雅黑" panose="020B0503020204020204" charset="-122"/>
              <a:ea typeface="微软雅黑" panose="020B0503020204020204" charset="-122"/>
            </a:rPr>
            <a:t>比例</a:t>
          </a:r>
          <a:endParaRPr lang="zh-CN" altLang="en-US" b="1" dirty="0">
            <a:latin typeface="微软雅黑" panose="020B0503020204020204" charset="-122"/>
            <a:ea typeface="微软雅黑" panose="020B0503020204020204" charset="-122"/>
          </a:endParaRPr>
        </a:p>
      </dsp:txBody>
      <dsp:txXfrm>
        <a:off x="2379929" y="327278"/>
        <a:ext cx="1026908" cy="821526"/>
      </dsp:txXfrm>
    </dsp:sp>
    <dsp:sp modelId="{86055D97-B6AA-4231-809C-679BDFA29FBC}">
      <dsp:nvSpPr>
        <dsp:cNvPr id="10" name="左箭头 9"/>
        <dsp:cNvSpPr/>
      </dsp:nvSpPr>
      <dsp:spPr bwMode="white">
        <a:xfrm rot="16199999">
          <a:off x="3215937" y="1207905"/>
          <a:ext cx="1797727" cy="308072"/>
        </a:xfrm>
        <a:prstGeom prst="leftArrow">
          <a:avLst>
            <a:gd name="adj1" fmla="val 60000"/>
            <a:gd name="adj2" fmla="val 50000"/>
          </a:avLst>
        </a:prstGeom>
        <a:sp3d z="-190500" prstMaterial="plastic">
          <a:bevelT w="50800" h="50800"/>
          <a:bevelB w="25400" h="25400" prst="angle"/>
        </a:sp3d>
      </dsp:spPr>
      <dsp:style>
        <a:lnRef idx="0">
          <a:schemeClr val="lt1"/>
        </a:lnRef>
        <a:fillRef idx="3">
          <a:schemeClr val="accent5">
            <a:hueOff val="1320000"/>
            <a:satOff val="-8626"/>
            <a:lumOff val="-18234"/>
            <a:alpha val="100000"/>
          </a:schemeClr>
        </a:fillRef>
        <a:effectRef idx="2">
          <a:scrgbClr r="0" g="0" b="0"/>
        </a:effectRef>
        <a:fontRef idx="minor">
          <a:schemeClr val="lt1"/>
        </a:fontRef>
      </dsp:style>
      <dsp:txXfrm rot="16199999">
        <a:off x="3215937" y="1207905"/>
        <a:ext cx="1797727" cy="308072"/>
      </dsp:txXfrm>
    </dsp:sp>
    <dsp:sp modelId="{D01B76FD-03D7-4D6B-AB56-7AAF5978DC17}">
      <dsp:nvSpPr>
        <dsp:cNvPr id="11" name="圆角矩形 10"/>
        <dsp:cNvSpPr/>
      </dsp:nvSpPr>
      <dsp:spPr bwMode="white">
        <a:xfrm>
          <a:off x="3601346" y="0"/>
          <a:ext cx="1026908" cy="821526"/>
        </a:xfrm>
        <a:prstGeom prst="roundRect">
          <a:avLst>
            <a:gd name="adj" fmla="val 10000"/>
          </a:avLst>
        </a:prstGeom>
        <a:sp3d prstMaterial="plastic">
          <a:bevelT w="120900" h="88900"/>
          <a:bevelB w="88900" h="31750" prst="angle"/>
        </a:sp3d>
      </dsp:spPr>
      <dsp:style>
        <a:lnRef idx="0">
          <a:schemeClr val="lt1"/>
        </a:lnRef>
        <a:fillRef idx="3">
          <a:schemeClr val="accent5">
            <a:hueOff val="1320000"/>
            <a:satOff val="-8626"/>
            <a:lumOff val="-18234"/>
            <a:alpha val="100000"/>
          </a:schemeClr>
        </a:fillRef>
        <a:effectRef idx="2">
          <a:scrgbClr r="0" g="0" b="0"/>
        </a:effectRef>
        <a:fontRef idx="minor">
          <a:schemeClr val="lt1"/>
        </a:fontRef>
      </dsp:style>
      <dsp:txBody>
        <a:bodyPr lIns="28575" tIns="28575" rIns="28575" bIns="28575" anchor="ctr"/>
        <a:lstStyle>
          <a:lvl1pPr algn="ctr">
            <a:defRPr sz="1500"/>
          </a:lvl1pPr>
          <a:lvl2pPr marL="57150" indent="-57150" algn="ctr">
            <a:defRPr sz="1100"/>
          </a:lvl2pPr>
          <a:lvl3pPr marL="114300" indent="-57150" algn="ctr">
            <a:defRPr sz="1100"/>
          </a:lvl3pPr>
          <a:lvl4pPr marL="171450" indent="-57150" algn="ctr">
            <a:defRPr sz="1100"/>
          </a:lvl4pPr>
          <a:lvl5pPr marL="228600" indent="-57150" algn="ctr">
            <a:defRPr sz="1100"/>
          </a:lvl5pPr>
          <a:lvl6pPr marL="285750" indent="-57150" algn="ctr">
            <a:defRPr sz="1100"/>
          </a:lvl6pPr>
          <a:lvl7pPr marL="342900" indent="-57150" algn="ctr">
            <a:defRPr sz="1100"/>
          </a:lvl7pPr>
          <a:lvl8pPr marL="400050" indent="-57150" algn="ctr">
            <a:defRPr sz="1100"/>
          </a:lvl8pPr>
          <a:lvl9pPr marL="457200" indent="-57150" algn="ctr">
            <a:defRPr sz="1100"/>
          </a:lvl9pPr>
        </a:lstStyle>
        <a:p>
          <a:pPr lvl="0">
            <a:lnSpc>
              <a:spcPct val="100000"/>
            </a:lnSpc>
            <a:spcBef>
              <a:spcPct val="0"/>
            </a:spcBef>
            <a:spcAft>
              <a:spcPct val="35000"/>
            </a:spcAft>
          </a:pPr>
          <a:r>
            <a:rPr lang="zh-CN" altLang="en-US" b="1" dirty="0" smtClean="0">
              <a:latin typeface="微软雅黑" panose="020B0503020204020204" charset="-122"/>
              <a:ea typeface="微软雅黑" panose="020B0503020204020204" charset="-122"/>
            </a:rPr>
            <a:t>尺寸标注</a:t>
          </a:r>
          <a:endParaRPr lang="zh-CN" altLang="en-US" b="1" dirty="0">
            <a:latin typeface="微软雅黑" panose="020B0503020204020204" charset="-122"/>
            <a:ea typeface="微软雅黑" panose="020B0503020204020204" charset="-122"/>
          </a:endParaRPr>
        </a:p>
      </dsp:txBody>
      <dsp:txXfrm>
        <a:off x="3601346" y="0"/>
        <a:ext cx="1026908" cy="821526"/>
      </dsp:txXfrm>
    </dsp:sp>
    <dsp:sp modelId="{BE053A2A-B9C1-4789-83DB-73DF29E6A94B}">
      <dsp:nvSpPr>
        <dsp:cNvPr id="12" name="左箭头 11"/>
        <dsp:cNvSpPr/>
      </dsp:nvSpPr>
      <dsp:spPr bwMode="white">
        <a:xfrm rot="-3600000">
          <a:off x="3961764" y="1407749"/>
          <a:ext cx="1797727" cy="308072"/>
        </a:xfrm>
        <a:prstGeom prst="leftArrow">
          <a:avLst>
            <a:gd name="adj1" fmla="val 60000"/>
            <a:gd name="adj2" fmla="val 50000"/>
          </a:avLst>
        </a:prstGeom>
        <a:sp3d z="-190500" prstMaterial="plastic">
          <a:bevelT w="50800" h="50800"/>
          <a:bevelB w="25400" h="25400" prst="angle"/>
        </a:sp3d>
      </dsp:spPr>
      <dsp:style>
        <a:lnRef idx="0">
          <a:schemeClr val="lt1"/>
        </a:lnRef>
        <a:fillRef idx="3">
          <a:schemeClr val="accent5">
            <a:hueOff val="1760000"/>
            <a:satOff val="-11502"/>
            <a:lumOff val="-24313"/>
            <a:alpha val="100000"/>
          </a:schemeClr>
        </a:fillRef>
        <a:effectRef idx="2">
          <a:scrgbClr r="0" g="0" b="0"/>
        </a:effectRef>
        <a:fontRef idx="minor">
          <a:schemeClr val="lt1"/>
        </a:fontRef>
      </dsp:style>
      <dsp:txXfrm rot="-3600000">
        <a:off x="3961764" y="1407749"/>
        <a:ext cx="1797727" cy="308072"/>
      </dsp:txXfrm>
    </dsp:sp>
    <dsp:sp modelId="{B80DBA61-4641-4F79-BA18-2CD000FBD5C1}">
      <dsp:nvSpPr>
        <dsp:cNvPr id="13" name="圆角矩形 12"/>
        <dsp:cNvSpPr/>
      </dsp:nvSpPr>
      <dsp:spPr bwMode="white">
        <a:xfrm>
          <a:off x="4822763" y="327278"/>
          <a:ext cx="1026908" cy="821526"/>
        </a:xfrm>
        <a:prstGeom prst="roundRect">
          <a:avLst>
            <a:gd name="adj" fmla="val 10000"/>
          </a:avLst>
        </a:prstGeom>
        <a:sp3d prstMaterial="plastic">
          <a:bevelT w="120900" h="88900"/>
          <a:bevelB w="88900" h="31750" prst="angle"/>
        </a:sp3d>
      </dsp:spPr>
      <dsp:style>
        <a:lnRef idx="0">
          <a:schemeClr val="lt1"/>
        </a:lnRef>
        <a:fillRef idx="3">
          <a:schemeClr val="accent5">
            <a:hueOff val="1760000"/>
            <a:satOff val="-11502"/>
            <a:lumOff val="-24313"/>
            <a:alpha val="100000"/>
          </a:schemeClr>
        </a:fillRef>
        <a:effectRef idx="2">
          <a:scrgbClr r="0" g="0" b="0"/>
        </a:effectRef>
        <a:fontRef idx="minor">
          <a:schemeClr val="lt1"/>
        </a:fontRef>
      </dsp:style>
      <dsp:txBody>
        <a:bodyPr lIns="28575" tIns="28575" rIns="28575" bIns="28575" anchor="ctr"/>
        <a:lstStyle>
          <a:lvl1pPr algn="ctr">
            <a:defRPr sz="1500"/>
          </a:lvl1pPr>
          <a:lvl2pPr marL="57150" indent="-57150" algn="ctr">
            <a:defRPr sz="1100"/>
          </a:lvl2pPr>
          <a:lvl3pPr marL="114300" indent="-57150" algn="ctr">
            <a:defRPr sz="1100"/>
          </a:lvl3pPr>
          <a:lvl4pPr marL="171450" indent="-57150" algn="ctr">
            <a:defRPr sz="1100"/>
          </a:lvl4pPr>
          <a:lvl5pPr marL="228600" indent="-57150" algn="ctr">
            <a:defRPr sz="1100"/>
          </a:lvl5pPr>
          <a:lvl6pPr marL="285750" indent="-57150" algn="ctr">
            <a:defRPr sz="1100"/>
          </a:lvl6pPr>
          <a:lvl7pPr marL="342900" indent="-57150" algn="ctr">
            <a:defRPr sz="1100"/>
          </a:lvl7pPr>
          <a:lvl8pPr marL="400050" indent="-57150" algn="ctr">
            <a:defRPr sz="1100"/>
          </a:lvl8pPr>
          <a:lvl9pPr marL="457200" indent="-57150" algn="ctr">
            <a:defRPr sz="1100"/>
          </a:lvl9pPr>
        </a:lstStyle>
        <a:p>
          <a:pPr lvl="0">
            <a:lnSpc>
              <a:spcPct val="100000"/>
            </a:lnSpc>
            <a:spcBef>
              <a:spcPct val="0"/>
            </a:spcBef>
            <a:spcAft>
              <a:spcPct val="35000"/>
            </a:spcAft>
          </a:pPr>
          <a:r>
            <a:rPr lang="zh-CN" altLang="en-US" b="1" dirty="0" smtClean="0">
              <a:latin typeface="微软雅黑" panose="020B0503020204020204" charset="-122"/>
              <a:ea typeface="微软雅黑" panose="020B0503020204020204" charset="-122"/>
            </a:rPr>
            <a:t>字体及写法</a:t>
          </a:r>
          <a:endParaRPr lang="zh-CN" altLang="en-US" b="1" dirty="0">
            <a:latin typeface="微软雅黑" panose="020B0503020204020204" charset="-122"/>
            <a:ea typeface="微软雅黑" panose="020B0503020204020204" charset="-122"/>
          </a:endParaRPr>
        </a:p>
      </dsp:txBody>
      <dsp:txXfrm>
        <a:off x="4822763" y="327278"/>
        <a:ext cx="1026908" cy="821526"/>
      </dsp:txXfrm>
    </dsp:sp>
    <dsp:sp modelId="{439FB59C-F4AC-40CC-A4A2-5D686532824E}">
      <dsp:nvSpPr>
        <dsp:cNvPr id="14" name="左箭头 13"/>
        <dsp:cNvSpPr/>
      </dsp:nvSpPr>
      <dsp:spPr bwMode="white">
        <a:xfrm rot="-1800000">
          <a:off x="4507748" y="1953733"/>
          <a:ext cx="1797727" cy="308072"/>
        </a:xfrm>
        <a:prstGeom prst="leftArrow">
          <a:avLst>
            <a:gd name="adj1" fmla="val 60000"/>
            <a:gd name="adj2" fmla="val 50000"/>
          </a:avLst>
        </a:prstGeom>
        <a:sp3d z="-190500" prstMaterial="plastic">
          <a:bevelT w="50800" h="50800"/>
          <a:bevelB w="25400" h="25400" prst="angle"/>
        </a:sp3d>
      </dsp:spPr>
      <dsp:style>
        <a:lnRef idx="0">
          <a:schemeClr val="lt1"/>
        </a:lnRef>
        <a:fillRef idx="3">
          <a:schemeClr val="accent5">
            <a:hueOff val="2200000"/>
            <a:satOff val="-14378"/>
            <a:lumOff val="-30391"/>
            <a:alpha val="100000"/>
          </a:schemeClr>
        </a:fillRef>
        <a:effectRef idx="2">
          <a:scrgbClr r="0" g="0" b="0"/>
        </a:effectRef>
        <a:fontRef idx="minor">
          <a:schemeClr val="lt1"/>
        </a:fontRef>
      </dsp:style>
      <dsp:txXfrm rot="-1800000">
        <a:off x="4507748" y="1953733"/>
        <a:ext cx="1797727" cy="308072"/>
      </dsp:txXfrm>
    </dsp:sp>
    <dsp:sp modelId="{99CA41A8-3ADD-41A3-90AD-59317CD78D5D}">
      <dsp:nvSpPr>
        <dsp:cNvPr id="15" name="圆角矩形 14"/>
        <dsp:cNvSpPr/>
      </dsp:nvSpPr>
      <dsp:spPr bwMode="white">
        <a:xfrm>
          <a:off x="5716903" y="1221417"/>
          <a:ext cx="1026908" cy="821526"/>
        </a:xfrm>
        <a:prstGeom prst="roundRect">
          <a:avLst>
            <a:gd name="adj" fmla="val 10000"/>
          </a:avLst>
        </a:prstGeom>
        <a:sp3d prstMaterial="plastic">
          <a:bevelT w="120900" h="88900"/>
          <a:bevelB w="88900" h="31750" prst="angle"/>
        </a:sp3d>
      </dsp:spPr>
      <dsp:style>
        <a:lnRef idx="0">
          <a:schemeClr val="lt1"/>
        </a:lnRef>
        <a:fillRef idx="3">
          <a:schemeClr val="accent5">
            <a:hueOff val="2200000"/>
            <a:satOff val="-14378"/>
            <a:lumOff val="-30391"/>
            <a:alpha val="100000"/>
          </a:schemeClr>
        </a:fillRef>
        <a:effectRef idx="2">
          <a:scrgbClr r="0" g="0" b="0"/>
        </a:effectRef>
        <a:fontRef idx="minor">
          <a:schemeClr val="lt1"/>
        </a:fontRef>
      </dsp:style>
      <dsp:txBody>
        <a:bodyPr lIns="28575" tIns="28575" rIns="28575" bIns="28575" anchor="ctr"/>
        <a:lstStyle>
          <a:lvl1pPr algn="ctr">
            <a:defRPr sz="1500"/>
          </a:lvl1pPr>
          <a:lvl2pPr marL="57150" indent="-57150" algn="ctr">
            <a:defRPr sz="1100"/>
          </a:lvl2pPr>
          <a:lvl3pPr marL="114300" indent="-57150" algn="ctr">
            <a:defRPr sz="1100"/>
          </a:lvl3pPr>
          <a:lvl4pPr marL="171450" indent="-57150" algn="ctr">
            <a:defRPr sz="1100"/>
          </a:lvl4pPr>
          <a:lvl5pPr marL="228600" indent="-57150" algn="ctr">
            <a:defRPr sz="1100"/>
          </a:lvl5pPr>
          <a:lvl6pPr marL="285750" indent="-57150" algn="ctr">
            <a:defRPr sz="1100"/>
          </a:lvl6pPr>
          <a:lvl7pPr marL="342900" indent="-57150" algn="ctr">
            <a:defRPr sz="1100"/>
          </a:lvl7pPr>
          <a:lvl8pPr marL="400050" indent="-57150" algn="ctr">
            <a:defRPr sz="1100"/>
          </a:lvl8pPr>
          <a:lvl9pPr marL="457200" indent="-57150" algn="ctr">
            <a:defRPr sz="1100"/>
          </a:lvl9pPr>
        </a:lstStyle>
        <a:p>
          <a:pPr lvl="0">
            <a:lnSpc>
              <a:spcPct val="100000"/>
            </a:lnSpc>
            <a:spcBef>
              <a:spcPct val="0"/>
            </a:spcBef>
            <a:spcAft>
              <a:spcPct val="35000"/>
            </a:spcAft>
          </a:pPr>
          <a:r>
            <a:rPr lang="zh-CN" altLang="en-US" b="1" dirty="0" smtClean="0">
              <a:latin typeface="微软雅黑" panose="020B0503020204020204" charset="-122"/>
              <a:ea typeface="微软雅黑" panose="020B0503020204020204" charset="-122"/>
            </a:rPr>
            <a:t>图街</a:t>
          </a:r>
          <a:endParaRPr lang="zh-CN" altLang="en-US" b="1" dirty="0">
            <a:latin typeface="微软雅黑" panose="020B0503020204020204" charset="-122"/>
            <a:ea typeface="微软雅黑" panose="020B0503020204020204" charset="-122"/>
          </a:endParaRPr>
        </a:p>
      </dsp:txBody>
      <dsp:txXfrm>
        <a:off x="5716903" y="1221417"/>
        <a:ext cx="1026908" cy="821526"/>
      </dsp:txXfrm>
    </dsp:sp>
    <dsp:sp modelId="{8F0FF99B-723D-4457-8DBA-DD1209294309}">
      <dsp:nvSpPr>
        <dsp:cNvPr id="16" name="左箭头 15"/>
        <dsp:cNvSpPr/>
      </dsp:nvSpPr>
      <dsp:spPr bwMode="white">
        <a:xfrm>
          <a:off x="4707592" y="2699561"/>
          <a:ext cx="1797727" cy="308072"/>
        </a:xfrm>
        <a:prstGeom prst="leftArrow">
          <a:avLst>
            <a:gd name="adj1" fmla="val 60000"/>
            <a:gd name="adj2" fmla="val 50000"/>
          </a:avLst>
        </a:prstGeom>
        <a:sp3d z="-190500" prstMaterial="plastic">
          <a:bevelT w="50800" h="50800"/>
          <a:bevelB w="25400" h="25400" prst="angle"/>
        </a:sp3d>
      </dsp:spPr>
      <dsp:style>
        <a:lnRef idx="0">
          <a:schemeClr val="lt1"/>
        </a:lnRef>
        <a:fillRef idx="3">
          <a:schemeClr val="accent5">
            <a:hueOff val="2640000"/>
            <a:satOff val="-17254"/>
            <a:lumOff val="-36470"/>
            <a:alpha val="100000"/>
          </a:schemeClr>
        </a:fillRef>
        <a:effectRef idx="2">
          <a:scrgbClr r="0" g="0" b="0"/>
        </a:effectRef>
        <a:fontRef idx="minor">
          <a:schemeClr val="lt1"/>
        </a:fontRef>
      </dsp:style>
      <dsp:txXfrm>
        <a:off x="4707592" y="2699561"/>
        <a:ext cx="1797727" cy="308072"/>
      </dsp:txXfrm>
    </dsp:sp>
    <dsp:sp modelId="{574F6C16-E72A-4366-82F0-A1C6B40E3A97}">
      <dsp:nvSpPr>
        <dsp:cNvPr id="17" name="圆角矩形 16"/>
        <dsp:cNvSpPr/>
      </dsp:nvSpPr>
      <dsp:spPr bwMode="white">
        <a:xfrm>
          <a:off x="6044180" y="2442834"/>
          <a:ext cx="1026908" cy="821526"/>
        </a:xfrm>
        <a:prstGeom prst="roundRect">
          <a:avLst>
            <a:gd name="adj" fmla="val 10000"/>
          </a:avLst>
        </a:prstGeom>
        <a:sp3d prstMaterial="plastic">
          <a:bevelT w="120900" h="88900"/>
          <a:bevelB w="88900" h="31750" prst="angle"/>
        </a:sp3d>
      </dsp:spPr>
      <dsp:style>
        <a:lnRef idx="0">
          <a:schemeClr val="lt1"/>
        </a:lnRef>
        <a:fillRef idx="3">
          <a:schemeClr val="accent5">
            <a:hueOff val="2640000"/>
            <a:satOff val="-17254"/>
            <a:lumOff val="-36470"/>
            <a:alpha val="100000"/>
          </a:schemeClr>
        </a:fillRef>
        <a:effectRef idx="2">
          <a:scrgbClr r="0" g="0" b="0"/>
        </a:effectRef>
        <a:fontRef idx="minor">
          <a:schemeClr val="lt1"/>
        </a:fontRef>
      </dsp:style>
      <dsp:txBody>
        <a:bodyPr lIns="28575" tIns="28575" rIns="28575" bIns="28575" anchor="ctr"/>
        <a:lstStyle>
          <a:lvl1pPr algn="ctr">
            <a:defRPr sz="1500"/>
          </a:lvl1pPr>
          <a:lvl2pPr marL="57150" indent="-57150" algn="ctr">
            <a:defRPr sz="1100"/>
          </a:lvl2pPr>
          <a:lvl3pPr marL="114300" indent="-57150" algn="ctr">
            <a:defRPr sz="1100"/>
          </a:lvl3pPr>
          <a:lvl4pPr marL="171450" indent="-57150" algn="ctr">
            <a:defRPr sz="1100"/>
          </a:lvl4pPr>
          <a:lvl5pPr marL="228600" indent="-57150" algn="ctr">
            <a:defRPr sz="1100"/>
          </a:lvl5pPr>
          <a:lvl6pPr marL="285750" indent="-57150" algn="ctr">
            <a:defRPr sz="1100"/>
          </a:lvl6pPr>
          <a:lvl7pPr marL="342900" indent="-57150" algn="ctr">
            <a:defRPr sz="1100"/>
          </a:lvl7pPr>
          <a:lvl8pPr marL="400050" indent="-57150" algn="ctr">
            <a:defRPr sz="1100"/>
          </a:lvl8pPr>
          <a:lvl9pPr marL="457200" indent="-57150" algn="ctr">
            <a:defRPr sz="1100"/>
          </a:lvl9pPr>
        </a:lstStyle>
        <a:p>
          <a:pPr lvl="0">
            <a:lnSpc>
              <a:spcPct val="100000"/>
            </a:lnSpc>
            <a:spcBef>
              <a:spcPct val="0"/>
            </a:spcBef>
            <a:spcAft>
              <a:spcPct val="35000"/>
            </a:spcAft>
          </a:pPr>
          <a:r>
            <a:rPr lang="zh-CN" altLang="en-US" b="1" dirty="0" smtClean="0">
              <a:latin typeface="微软雅黑" panose="020B0503020204020204" charset="-122"/>
              <a:ea typeface="微软雅黑" panose="020B0503020204020204" charset="-122"/>
            </a:rPr>
            <a:t>注释、标志和技术数据</a:t>
          </a:r>
          <a:endParaRPr lang="zh-CN" altLang="en-US" b="1" dirty="0">
            <a:latin typeface="微软雅黑" panose="020B0503020204020204" charset="-122"/>
            <a:ea typeface="微软雅黑" panose="020B0503020204020204" charset="-122"/>
          </a:endParaRPr>
        </a:p>
      </dsp:txBody>
      <dsp:txXfrm>
        <a:off x="6044180" y="2442834"/>
        <a:ext cx="1026908" cy="821526"/>
      </dsp:txXfrm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05/8/layout/radial4">
  <dgm:title val=""/>
  <dgm:desc val=""/>
  <dgm:catLst>
    <dgm:cat type="relationship" pri="19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  <dgm:pt modelId="13">
          <dgm:prSet phldr="1"/>
        </dgm:pt>
      </dgm:ptLst>
      <dgm:cxnLst>
        <dgm:cxn modelId="2" srcId="0" destId="1" srcOrd="0" destOrd="0"/>
        <dgm:cxn modelId="3" srcId="1" destId="11" srcOrd="0" destOrd="0"/>
        <dgm:cxn modelId="4" srcId="1" destId="12" srcOrd="1" destOrd="0"/>
        <dgm:cxn modelId="5" srcId="1" destId="13" srcOrd="2" destOrd="0"/>
      </dgm:cxnLst>
      <dgm:bg/>
      <dgm:whole/>
    </dgm:dataModel>
  </dgm:sampData>
  <dgm:styleData>
    <dgm:dataModel>
      <dgm:ptLst>
        <dgm:pt modelId="0" type="doc">
          <dgm:prSet qsTypeId="urn:microsoft.com/office/officeart/2005/8/quickstyle/simple5"/>
        </dgm:pt>
        <dgm:pt modelId="1"/>
        <dgm:pt modelId="11"/>
        <dgm:pt modelId="12"/>
      </dgm:ptLst>
      <dgm:cxnLst>
        <dgm:cxn modelId="2" srcId="0" destId="1" srcOrd="0" destOrd="0"/>
        <dgm:cxn modelId="15" srcId="1" destId="11" srcOrd="0" destOrd="0"/>
        <dgm:cxn modelId="16" srcId="1" destId="12" srcOrd="1" destOrd="0"/>
      </dgm:cxnLst>
      <dgm:bg/>
      <dgm:whole/>
    </dgm:dataModel>
  </dgm:styleData>
  <dgm:clrData>
    <dgm:dataModel>
      <dgm:ptLst>
        <dgm:pt modelId="0" type="doc"/>
        <dgm:pt modelId="1"/>
        <dgm:pt modelId="11"/>
        <dgm:pt modelId="12"/>
        <dgm:pt modelId="13"/>
        <dgm:pt modelId="14"/>
        <dgm:pt modelId="15"/>
        <dgm:pt modelId="16"/>
      </dgm:ptLst>
      <dgm:cxnLst>
        <dgm:cxn modelId="2" srcId="0" destId="1" srcOrd="0" destOrd="0"/>
        <dgm:cxn modelId="16" srcId="1" destId="11" srcOrd="0" destOrd="0"/>
        <dgm:cxn modelId="17" srcId="1" destId="12" srcOrd="1" destOrd="0"/>
        <dgm:cxn modelId="18" srcId="1" destId="13" srcOrd="2" destOrd="0"/>
        <dgm:cxn modelId="19" srcId="1" destId="14" srcOrd="3" destOrd="0"/>
        <dgm:cxn modelId="20" srcId="1" destId="15" srcOrd="4" destOrd="0"/>
        <dgm:cxn modelId="21" srcId="1" destId="16" srcOrd="5" destOrd="0"/>
      </dgm:cxnLst>
      <dgm:bg/>
      <dgm:whole/>
    </dgm:dataModel>
  </dgm:clrData>
  <dgm:layoutNode name="cycle">
    <dgm:varLst>
      <dgm:chMax val="1"/>
      <dgm:dir/>
      <dgm:animLvl val="ctr"/>
      <dgm:resizeHandles val="exact"/>
    </dgm:varLst>
    <dgm:choose name="Name0">
      <dgm:if name="Name1" func="var" arg="dir" op="equ" val="norm">
        <dgm:choose name="Name2">
          <dgm:if name="Name3" axis="ch ch" ptType="node node" st="1 1" cnt="1 0" func="cnt" op="lte" val="1">
            <dgm:alg type="cycle">
              <dgm:param type="stAng" val="0"/>
              <dgm:param type="spanAng" val="360"/>
              <dgm:param type="ctrShpMap" val="fNode"/>
            </dgm:alg>
          </dgm:if>
          <dgm:else name="Name4">
            <dgm:choose name="Name5">
              <dgm:if name="Name6" axis="ch ch" ptType="node node" st="1 1" cnt="1 0" func="cnt" op="lte" val="3">
                <dgm:alg type="cycle">
                  <dgm:param type="stAng" val="-55"/>
                  <dgm:param type="spanAng" val="110"/>
                  <dgm:param type="ctrShpMap" val="fNode"/>
                </dgm:alg>
              </dgm:if>
              <dgm:else name="Name7">
                <dgm:choose name="Name8">
                  <dgm:if name="Name9" axis="ch ch" ptType="node node" st="1 1" cnt="1 0" func="cnt" op="equ" val="4">
                    <dgm:alg type="cycle">
                      <dgm:param type="stAng" val="-75"/>
                      <dgm:param type="spanAng" val="150"/>
                      <dgm:param type="ctrShpMap" val="fNode"/>
                    </dgm:alg>
                  </dgm:if>
                  <dgm:else name="Name10">
                    <dgm:alg type="cycle">
                      <dgm:param type="stAng" val="-90"/>
                      <dgm:param type="spanAng" val="180"/>
                      <dgm:param type="ctrShpMap" val="fNode"/>
                    </dgm:alg>
                  </dgm:else>
                </dgm:choose>
              </dgm:else>
            </dgm:choose>
          </dgm:else>
        </dgm:choose>
      </dgm:if>
      <dgm:else name="Name11">
        <dgm:choose name="Name12">
          <dgm:if name="Name13" axis="ch ch" ptType="node node" st="1 1" cnt="1 0" func="cnt" op="lte" val="1">
            <dgm:alg type="cycle">
              <dgm:param type="stAng" val="0"/>
              <dgm:param type="spanAng" val="-360"/>
              <dgm:param type="ctrShpMap" val="fNode"/>
            </dgm:alg>
          </dgm:if>
          <dgm:else name="Name14">
            <dgm:choose name="Name15">
              <dgm:if name="Name16" axis="ch ch" ptType="node node" st="1 1" cnt="1 0" func="cnt" op="lte" val="3">
                <dgm:alg type="cycle">
                  <dgm:param type="stAng" val="55"/>
                  <dgm:param type="spanAng" val="-110"/>
                  <dgm:param type="ctrShpMap" val="fNode"/>
                </dgm:alg>
              </dgm:if>
              <dgm:else name="Name17">
                <dgm:choose name="Name18">
                  <dgm:if name="Name19" axis="ch ch" ptType="node node" st="1 1" cnt="1 0" func="cnt" op="equ" val="4">
                    <dgm:alg type="cycle">
                      <dgm:param type="stAng" val="75"/>
                      <dgm:param type="spanAng" val="-150"/>
                      <dgm:param type="ctrShpMap" val="fNode"/>
                    </dgm:alg>
                  </dgm:if>
                  <dgm:else name="Name20">
                    <dgm:alg type="cycle">
                      <dgm:param type="stAng" val="90"/>
                      <dgm:param type="spanAng" val="-180"/>
                      <dgm:param type="ctrShpMap" val="fNode"/>
                    </dgm:alg>
                  </dgm:else>
                </dgm:choose>
              </dgm:else>
            </dgm:choose>
          </dgm:else>
        </dgm:choose>
      </dgm:else>
    </dgm:choose>
    <dgm:shape xmlns:r="http://schemas.openxmlformats.org/officeDocument/2006/relationships" r:blip="">
      <dgm:adjLst/>
    </dgm:shape>
    <dgm:presOf/>
    <dgm:constrLst>
      <dgm:constr type="w" for="ch" forName="centerShape" refType="w"/>
      <dgm:constr type="w" for="ch" forName="node" refType="w" refFor="ch" refForName="centerShape" fact="0.95"/>
      <dgm:constr type="h" for="ch" forName="parTrans" refType="w" refFor="ch" refForName="centerShape" fact="0.285"/>
      <dgm:constr type="sp" refType="w" refFor="ch" refForName="centerShape" op="equ" fact="0.23"/>
      <dgm:constr type="sibSp" refType="w" refFor="ch" refForName="node" fact="0.1"/>
      <dgm:constr type="primFontSz" for="ch" forName="node" op="equ"/>
    </dgm:constrLst>
    <dgm:choose name="Name21">
      <dgm:if name="Name22" axis="ch ch" ptType="node node" st="1 1" cnt="1 0" func="cnt" op="lte" val="5">
        <dgm:ruleLst>
          <dgm:rule type="w" for="ch" forName="centerShape" val="NaN" fact="0.27" max="NaN"/>
        </dgm:ruleLst>
      </dgm:if>
      <dgm:else name="Name23">
        <dgm:ruleLst>
          <dgm:rule type="w" for="ch" forName="centerShape" val="NaN" fact="0.27" max="NaN"/>
          <dgm:rule type="w" for="ch" forName="node" val="NaN" fact="0.7" max="NaN"/>
        </dgm:ruleLst>
      </dgm:else>
    </dgm:choose>
    <dgm:forEach name="Name24" axis="ch" ptType="node" cnt="1">
      <dgm:layoutNode name="centerShape" styleLbl="node0">
        <dgm:alg type="tx"/>
        <dgm:shape xmlns:r="http://schemas.openxmlformats.org/officeDocument/2006/relationships" type="ellipse" r:blip="">
          <dgm:adjLst/>
        </dgm:shape>
        <dgm:presOf axis="self"/>
        <dgm:constrLst>
          <dgm:constr type="tMarg" refType="primFontSz" fact="0.05"/>
          <dgm:constr type="bMarg" refType="primFontSz" fact="0.05"/>
          <dgm:constr type="lMarg" refType="primFontSz" fact="0.05"/>
          <dgm:constr type="rMarg" refType="primFontSz" fact="0.05"/>
          <dgm:constr type="primFontSz" val="65"/>
          <dgm:constr type="h" refType="w"/>
        </dgm:constrLst>
        <dgm:ruleLst>
          <dgm:rule type="primFontSz" val="5" fact="NaN" max="NaN"/>
        </dgm:ruleLst>
      </dgm:layoutNode>
      <dgm:forEach name="Name25" axis="ch">
        <dgm:forEach name="Name26" axis="self" ptType="parTrans">
          <dgm:layoutNode name="parTrans" styleLbl="bgSibTrans2D1">
            <dgm:alg type="conn">
              <dgm:param type="begSty" val="arr"/>
              <dgm:param type="endSty" val="noArr"/>
              <dgm:param type="begPts" val="auto"/>
              <dgm:param type="endPts" val="ctr"/>
            </dgm:alg>
            <dgm:shape xmlns:r="http://schemas.openxmlformats.org/officeDocument/2006/relationships" type="conn" r:blip="">
              <dgm:adjLst/>
            </dgm:shape>
            <dgm:presOf axis="self"/>
            <dgm:constrLst>
              <dgm:constr type="begPad" refType="connDist" fact="0.055"/>
              <dgm:constr type="endPad"/>
            </dgm:constrLst>
            <dgm:ruleLst/>
          </dgm:layoutNode>
        </dgm:forEach>
        <dgm:forEach name="Name27" axis="self" ptType="node">
          <dgm:layoutNode name="node" styleLbl="node1">
            <dgm:varLst>
              <dgm:bulletEnabled val="1"/>
            </dgm:varLst>
            <dgm:alg type="tx"/>
            <dgm:shape xmlns:r="http://schemas.openxmlformats.org/officeDocument/2006/relationships" type="roundRect" r:blip="">
              <dgm:adjLst>
                <dgm:adj idx="1" val="0.1"/>
              </dgm:adjLst>
            </dgm:shape>
            <dgm:presOf axis="desOrSelf" ptType="node"/>
            <dgm:constrLst>
              <dgm:constr type="primFontSz" val="65"/>
              <dgm:constr type="h" refType="w" fact="0.8"/>
              <dgm:constr type="tMarg" refType="primFontSz" fact="0.15"/>
              <dgm:constr type="bMarg" refType="primFontSz" fact="0.15"/>
              <dgm:constr type="lMarg" refType="primFontSz" fact="0.15"/>
              <dgm:constr type="rMarg" refType="primFontSz" fact="0.15"/>
            </dgm:constrLst>
            <dgm:ruleLst>
              <dgm:rule type="primFontSz" val="5" fact="NaN" max="NaN"/>
            </dgm:ruleLst>
          </dgm:layoutNode>
        </dgm:forEach>
      </dgm:forEach>
    </dgm:forEach>
  </dgm:layoutNode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3d1">
  <dgm:title val=""/>
  <dgm:desc val=""/>
  <dgm:catLst>
    <dgm:cat type="3D" pri="11100"/>
  </dgm:catLst>
  <dgm:scene3d>
    <a:camera prst="orthographicFront"/>
    <a:lightRig rig="threePt" dir="t"/>
  </dgm:scene3d>
  <dgm:styleLbl name="alignAcc1">
    <dgm:scene3d>
      <a:camera prst="orthographicFront"/>
      <a:lightRig rig="flat" dir="t"/>
    </dgm:scene3d>
    <dgm:sp3d extrusionH="12700" prstMaterial="plastic">
      <a:bevelT w="50800" h="508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alignAccFollowNode1">
    <dgm:scene3d>
      <a:camera prst="orthographicFront"/>
      <a:lightRig rig="flat" dir="t"/>
    </dgm:scene3d>
    <dgm:sp3d extrusionH="12700" prstMaterial="plastic">
      <a:bevelT w="50800" h="508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alignImgPlace1">
    <dgm:scene3d>
      <a:camera prst="orthographicFront"/>
      <a:lightRig rig="flat" dir="t"/>
    </dgm:scene3d>
    <dgm:sp3d prstMaterial="plastic">
      <a:bevelT w="88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/>
    </dgm:style>
  </dgm:styleLbl>
  <dgm:styleLbl name="alignNode1">
    <dgm:scene3d>
      <a:camera prst="orthographicFront"/>
      <a:lightRig rig="flat" dir="t"/>
    </dgm:scene3d>
    <dgm:sp3d prstMaterial="plastic">
      <a:bevelT w="120900" h="88900"/>
      <a:bevelB w="88900" h="31750" prst="angle"/>
    </dgm:sp3d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0">
    <dgm:scene3d>
      <a:camera prst="orthographicFront"/>
      <a:lightRig rig="flat" dir="t"/>
    </dgm:scene3d>
    <dgm:sp3d prstMaterial="plastic">
      <a:bevelT w="120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flat" dir="t"/>
    </dgm:scene3d>
    <dgm:sp3d prstMaterial="plastic">
      <a:bevelT w="120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flat" dir="t"/>
    </dgm:scene3d>
    <dgm:sp3d prstMaterial="plastic">
      <a:bevelT w="120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flat" dir="t"/>
    </dgm:scene3d>
    <dgm:sp3d prstMaterial="plastic">
      <a:bevelT w="120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bgAcc1">
    <dgm:scene3d>
      <a:camera prst="orthographicFront"/>
      <a:lightRig rig="flat" dir="t"/>
    </dgm:scene3d>
    <dgm:sp3d z="-190500" extrusionH="12700" prstMaterial="plastic">
      <a:bevelT w="50800" h="508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bgAccFollowNode1">
    <dgm:scene3d>
      <a:camera prst="orthographicFront"/>
      <a:lightRig rig="flat" dir="t"/>
    </dgm:scene3d>
    <dgm:sp3d z="-190500" extrusionH="12700" prstMaterial="plastic">
      <a:bevelT w="50800" h="508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bgImgPlace1">
    <dgm:scene3d>
      <a:camera prst="orthographicFront"/>
      <a:lightRig rig="flat" dir="t"/>
    </dgm:scene3d>
    <dgm:sp3d z="-190500" prstMaterial="plastic">
      <a:bevelT w="88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/>
    </dgm:style>
  </dgm:styleLbl>
  <dgm:styleLbl name="bgShp">
    <dgm:scene3d>
      <a:camera prst="orthographicFront"/>
      <a:lightRig rig="flat" dir="t"/>
    </dgm:scene3d>
    <dgm:sp3d z="-190500" extrusionH="12700" prstMaterial="plastic">
      <a:bevelT w="50800" h="50800"/>
    </dgm:sp3d>
    <dgm:txPr/>
    <dgm:style>
      <a:lnRef idx="0">
        <a:scrgbClr r="0" g="0" b="0"/>
      </a:lnRef>
      <a:fillRef idx="3">
        <a:scrgbClr r="0" g="0" b="0"/>
      </a:fillRef>
      <a:effectRef idx="0">
        <a:scrgbClr r="0" g="0" b="0"/>
      </a:effectRef>
      <a:fontRef idx="minor"/>
    </dgm:style>
  </dgm:styleLbl>
  <dgm:styleLbl name="bgSibTrans2D1">
    <dgm:scene3d>
      <a:camera prst="orthographicFront"/>
      <a:lightRig rig="flat" dir="t"/>
    </dgm:scene3d>
    <dgm:sp3d z="-190500" prstMaterial="plastic">
      <a:bevelT w="50800" h="50800"/>
      <a:bevelB w="25400" h="25400" prst="angle"/>
    </dgm:sp3d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callout">
    <dgm:scene3d>
      <a:camera prst="orthographicFront"/>
      <a:lightRig rig="threePt" dir="t"/>
    </dgm:scene3d>
    <dgm:sp3d z="127000" prstMaterial="matte"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flat" dir="t"/>
    </dgm:scene3d>
    <dgm:sp3d z="190500" extrusionH="12700" prstMaterial="plastic">
      <a:bevelT w="50800" h="508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dkBgShp">
    <dgm:scene3d>
      <a:camera prst="orthographicFront"/>
      <a:lightRig rig="flat" dir="t"/>
    </dgm:scene3d>
    <dgm:sp3d z="-190500" extrusionH="12700" prstMaterial="plastic">
      <a:bevelT w="50800" h="50800"/>
    </dgm:sp3d>
    <dgm:txPr/>
    <dgm:style>
      <a:lnRef idx="0">
        <a:scrgbClr r="0" g="0" b="0"/>
      </a:lnRef>
      <a:fillRef idx="2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flat" dir="t"/>
    </dgm:scene3d>
    <dgm:sp3d z="190500" extrusionH="12700" prstMaterial="plastic">
      <a:bevelT w="50800" h="508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Acc1">
    <dgm:scene3d>
      <a:camera prst="orthographicFront"/>
      <a:lightRig rig="flat" dir="t"/>
    </dgm:scene3d>
    <dgm:sp3d z="190500" extrusionH="12700" prstMaterial="plastic">
      <a:bevelT w="50800" h="508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Acc2">
    <dgm:scene3d>
      <a:camera prst="orthographicFront"/>
      <a:lightRig rig="flat" dir="t"/>
    </dgm:scene3d>
    <dgm:sp3d z="190500" extrusionH="12700" prstMaterial="plastic">
      <a:bevelT w="50800" h="508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Acc3">
    <dgm:scene3d>
      <a:camera prst="orthographicFront"/>
      <a:lightRig rig="flat" dir="t"/>
    </dgm:scene3d>
    <dgm:sp3d z="190500" extrusionH="12700" prstMaterial="plastic">
      <a:bevelT w="50800" h="508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Acc4">
    <dgm:scene3d>
      <a:camera prst="orthographicFront"/>
      <a:lightRig rig="flat" dir="t"/>
    </dgm:scene3d>
    <dgm:sp3d z="190500" extrusionH="12700" prstMaterial="plastic">
      <a:bevelT w="50800" h="508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AccFollowNode1">
    <dgm:scene3d>
      <a:camera prst="orthographicFront"/>
      <a:lightRig rig="flat" dir="t"/>
    </dgm:scene3d>
    <dgm:sp3d z="190500" extrusionH="12700" prstMaterial="plastic">
      <a:bevelT w="50800" h="508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ImgPlace1">
    <dgm:scene3d>
      <a:camera prst="orthographicFront"/>
      <a:lightRig rig="flat" dir="t"/>
    </dgm:scene3d>
    <dgm:sp3d z="127000" prstMaterial="plastic">
      <a:bevelT w="88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/>
    </dgm:style>
  </dgm:styleLbl>
  <dgm:styleLbl name="fgShp">
    <dgm:scene3d>
      <a:camera prst="orthographicFront"/>
      <a:lightRig rig="flat" dir="t"/>
    </dgm:scene3d>
    <dgm:sp3d z="190500" prstMaterial="plastic">
      <a:bevelT w="120900" h="88900"/>
      <a:bevelB w="88900" h="31750" prst="angle"/>
    </dgm:sp3d>
    <dgm:txPr/>
    <dgm:style>
      <a:lnRef idx="0">
        <a:scrgbClr r="0" g="0" b="0"/>
      </a:lnRef>
      <a:fillRef idx="1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flat" dir="t"/>
    </dgm:scene3d>
    <dgm:sp3d z="127000" prstMaterial="plastic">
      <a:bevelT w="50800" h="50800"/>
      <a:bevelB w="25400" h="25400" prst="angle"/>
    </dgm:sp3d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flat" dir="t"/>
    </dgm:scene3d>
    <dgm:sp3d prstMaterial="plastic">
      <a:bevelT w="120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node0">
    <dgm:scene3d>
      <a:camera prst="orthographicFront"/>
      <a:lightRig rig="flat" dir="t"/>
    </dgm:scene3d>
    <dgm:sp3d prstMaterial="plastic">
      <a:bevelT w="120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flat" dir="t"/>
    </dgm:scene3d>
    <dgm:sp3d prstMaterial="plastic">
      <a:bevelT w="120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flat" dir="t"/>
    </dgm:scene3d>
    <dgm:sp3d prstMaterial="plastic">
      <a:bevelT w="120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flat" dir="t"/>
    </dgm:scene3d>
    <dgm:sp3d prstMaterial="plastic">
      <a:bevelT w="120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flat" dir="t"/>
    </dgm:scene3d>
    <dgm:sp3d prstMaterial="plastic">
      <a:bevelT w="120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flat" dir="t"/>
    </dgm:scene3d>
    <dgm:sp3d prstMaterial="matte"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flat" dir="t"/>
    </dgm:scene3d>
    <dgm:sp3d prstMaterial="matte"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flat" dir="t"/>
    </dgm:scene3d>
    <dgm:sp3d prstMaterial="matte"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flat" dir="t"/>
    </dgm:scene3d>
    <dgm:sp3d prstMaterial="matte"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2D1">
    <dgm:scene3d>
      <a:camera prst="orthographicFront"/>
      <a:lightRig rig="flat" dir="t"/>
    </dgm:scene3d>
    <dgm:sp3d z="-100000" prstMaterial="plastic">
      <a:bevelT w="120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flat" dir="t"/>
    </dgm:scene3d>
    <dgm:sp3d z="-60000" prstMaterial="plastic">
      <a:bevelT w="120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flat" dir="t"/>
    </dgm:scene3d>
    <dgm:sp3d z="-60000" prstMaterial="plastic">
      <a:bevelT w="120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flat" dir="t"/>
    </dgm:scene3d>
    <dgm:sp3d z="-60000" prstMaterial="plastic">
      <a:bevelT w="120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revTx">
    <dgm:scene3d>
      <a:camera prst="orthographicFront"/>
      <a:lightRig rig="threePt" dir="t"/>
    </dgm:scene3d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sibTrans1D1">
    <dgm:scene3d>
      <a:camera prst="orthographicFront"/>
      <a:lightRig rig="flat" dir="t"/>
    </dgm:scene3d>
    <dgm:sp3d z="-40000" prstMaterial="matte"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flat" dir="t"/>
    </dgm:scene3d>
    <dgm:sp3d z="-80000" prstMaterial="plastic">
      <a:bevelT w="50800" h="50800"/>
      <a:bevelB w="25400" h="25400" prst="angle"/>
    </dgm:sp3d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solidAlignAcc1">
    <dgm:scene3d>
      <a:camera prst="orthographicFront"/>
      <a:lightRig rig="flat" dir="t"/>
    </dgm:scene3d>
    <dgm:sp3d extrusionH="12700" prstMaterial="plastic">
      <a:bevelT w="50800" h="508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solidBgAcc1">
    <dgm:scene3d>
      <a:camera prst="orthographicFront"/>
      <a:lightRig rig="flat" dir="t"/>
    </dgm:scene3d>
    <dgm:sp3d z="-190500" extrusionH="12700" prstMaterial="plastic">
      <a:bevelT w="50800" h="508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solidFgAcc1">
    <dgm:scene3d>
      <a:camera prst="orthographicFront"/>
      <a:lightRig rig="flat" dir="t"/>
    </dgm:scene3d>
    <dgm:sp3d z="190500" extrusionH="12700" prstMaterial="plastic">
      <a:bevelT w="50800" h="508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trAlignAcc1">
    <dgm:scene3d>
      <a:camera prst="orthographicFront"/>
      <a:lightRig rig="flat" dir="t"/>
    </dgm:scene3d>
    <dgm:sp3d extrusionH="12700" prstMaterial="plastic">
      <a:bevelT w="50800" h="508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trBgShp">
    <dgm:scene3d>
      <a:camera prst="orthographicFront"/>
      <a:lightRig rig="flat" dir="t"/>
    </dgm:scene3d>
    <dgm:sp3d z="-190500" extrusionH="12700" prstMaterial="matte"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vennNode1">
    <dgm:scene3d>
      <a:camera prst="orthographicFront"/>
      <a:lightRig rig="flat" dir="t"/>
    </dgm:scene3d>
    <dgm:sp3d prstMaterial="plastic">
      <a:bevelT w="120900" h="88900"/>
      <a:bevelB w="88900" h="31750" prst="angle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tx1"/>
      </a:fontRef>
    </dgm:style>
  </dgm:styleLbl>
</dgm:styleDef>
</file>

<file path=ppt/drawings/_rels/vmlDrawing1.vml.rels><?xml version="1.0" encoding="UTF-8" standalone="yes"?>
<Relationships xmlns="http://schemas.openxmlformats.org/package/2006/relationships"><Relationship Id="rId1" Type="http://schemas.openxmlformats.org/officeDocument/2006/relationships/image" Target="../media/image27.wmf"/></Relationships>
</file>

<file path=ppt/drawings/_rels/vmlDrawing2.vml.rels><?xml version="1.0" encoding="UTF-8" standalone="yes"?>
<Relationships xmlns="http://schemas.openxmlformats.org/package/2006/relationships"><Relationship Id="rId1" Type="http://schemas.openxmlformats.org/officeDocument/2006/relationships/image" Target="../media/image34.wmf"/></Relationships>
</file>

<file path=ppt/drawings/_rels/vmlDrawing3.vml.rels><?xml version="1.0" encoding="UTF-8" standalone="yes"?>
<Relationships xmlns="http://schemas.openxmlformats.org/package/2006/relationships"><Relationship Id="rId1" Type="http://schemas.openxmlformats.org/officeDocument/2006/relationships/image" Target="../media/image41.emf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9B84EA-7D68-4D60-9CB1-D50884785D1C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8D4E0FC9-F1F8-4FAE-9988-3BA365CFD46F}" type="slidenum">
              <a:rPr lang="zh-CN" altLang="en-US" smtClean="0"/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pPr>
              <a:defRPr/>
            </a:pPr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pPr>
              <a:defRPr/>
            </a:pPr>
            <a:fld id="{EA87550A-199E-42E0-B585-690E6C86E0DD}" type="datetimeFigureOut">
              <a:rPr lang="zh-CN" altLang="en-US"/>
            </a:fld>
            <a:endParaRPr lang="zh-CN" altLang="en-US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pPr lvl="0"/>
            <a:endParaRPr lang="zh-CN" altLang="en-US" noProof="0" smtClean="0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 noProof="0" smtClean="0"/>
              <a:t>单击此处编辑母版文本样式</a:t>
            </a:r>
            <a:endParaRPr lang="zh-CN" altLang="en-US" noProof="0" smtClean="0"/>
          </a:p>
          <a:p>
            <a:pPr lvl="1"/>
            <a:r>
              <a:rPr lang="zh-CN" altLang="en-US" noProof="0" smtClean="0"/>
              <a:t>第二级</a:t>
            </a:r>
            <a:endParaRPr lang="zh-CN" altLang="en-US" noProof="0" smtClean="0"/>
          </a:p>
          <a:p>
            <a:pPr lvl="2"/>
            <a:r>
              <a:rPr lang="zh-CN" altLang="en-US" noProof="0" smtClean="0"/>
              <a:t>第三级</a:t>
            </a:r>
            <a:endParaRPr lang="zh-CN" altLang="en-US" noProof="0" smtClean="0"/>
          </a:p>
          <a:p>
            <a:pPr lvl="3"/>
            <a:r>
              <a:rPr lang="zh-CN" altLang="en-US" noProof="0" smtClean="0"/>
              <a:t>第四级</a:t>
            </a:r>
            <a:endParaRPr lang="zh-CN" altLang="en-US" noProof="0" smtClean="0"/>
          </a:p>
          <a:p>
            <a:pPr lvl="4"/>
            <a:r>
              <a:rPr lang="zh-CN" altLang="en-US" noProof="0" smtClean="0"/>
              <a:t>第五级</a:t>
            </a:r>
            <a:endParaRPr lang="zh-CN" altLang="en-US" noProof="0" smtClean="0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pPr>
              <a:defRPr/>
            </a:pPr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pPr>
              <a:defRPr/>
            </a:pPr>
            <a:fld id="{A31C1387-779F-4F38-A916-09BAC98A989E}" type="slidenum">
              <a:rPr lang="zh-CN" altLang="en-US"/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3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4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5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6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7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8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9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0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2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36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37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38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39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40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4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42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54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55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0098" name="Rectangle 7"/>
          <p:cNvSpPr>
            <a:spLocks noGrp="1" noChangeArrowheads="1"/>
          </p:cNvSpPr>
          <p:nvPr>
            <p:ph type="sldNum" sz="quarter" idx="5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Ctr="0" compatLnSpc="1"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fld id="{0BA1CCFC-D8A8-4C82-A7ED-6685B60DEEA3}" type="slidenum">
              <a:rPr lang="en-US" altLang="zh-CN" smtClean="0">
                <a:solidFill>
                  <a:srgbClr val="000000"/>
                </a:solidFill>
              </a:rPr>
            </a:fld>
            <a:endParaRPr lang="en-US" altLang="zh-CN" smtClean="0">
              <a:solidFill>
                <a:srgbClr val="000000"/>
              </a:solidFill>
            </a:endParaRPr>
          </a:p>
        </p:txBody>
      </p:sp>
      <p:sp>
        <p:nvSpPr>
          <p:cNvPr id="260099" name="Rectangle 2"/>
          <p:cNvSpPr>
            <a:spLocks noGrp="1" noRot="1" noChangeAspect="1" noChangeArrowheads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260100" name="Rectangle 3"/>
          <p:cNvSpPr>
            <a:spLocks noGrp="1" noChangeArrowheads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/>
          <a:lstStyle/>
          <a:p>
            <a:endParaRPr lang="zh-CN" altLang="en-US" dirty="0" smtClean="0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257175" indent="-257175" defTabSz="685800" eaLnBrk="0" hangingPunct="0">
              <a:lnSpc>
                <a:spcPct val="200000"/>
              </a:lnSpc>
              <a:buClr>
                <a:srgbClr val="00B050"/>
              </a:buClr>
              <a:buFont typeface="Wingdings" panose="05000000000000000000" pitchFamily="2" charset="2"/>
              <a:buChar char="u"/>
            </a:pPr>
            <a:r>
              <a:rPr kumimoji="1" lang="zh-CN" altLang="en-US" dirty="0" smtClean="0">
                <a:solidFill>
                  <a:srgbClr val="000000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今天我我们主要从以下四个方面进行学习，包括。。。。。</a:t>
            </a:r>
            <a:r>
              <a:rPr kumimoji="1" lang="zh-CN" altLang="en-US" dirty="0" smtClean="0">
                <a:solidFill>
                  <a:srgbClr val="000000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等</a:t>
            </a:r>
            <a:endParaRPr kumimoji="1" lang="zh-CN" altLang="en-US" dirty="0" smtClean="0">
              <a:solidFill>
                <a:srgbClr val="000000"/>
              </a:solidFill>
              <a:latin typeface="楷体" panose="02010609060101010101" pitchFamily="49" charset="-122"/>
              <a:ea typeface="楷体" panose="02010609060101010101" pitchFamily="49" charset="-122"/>
            </a:endParaRPr>
          </a:p>
          <a:p>
            <a:pPr marL="257175" indent="-257175" defTabSz="685800" eaLnBrk="0" hangingPunct="0">
              <a:lnSpc>
                <a:spcPct val="200000"/>
              </a:lnSpc>
              <a:buClr>
                <a:srgbClr val="00B050"/>
              </a:buClr>
              <a:buFont typeface="Wingdings" panose="05000000000000000000" pitchFamily="2" charset="2"/>
              <a:buChar char="u"/>
            </a:pPr>
            <a:endParaRPr kumimoji="1" lang="zh-CN" altLang="en-US" dirty="0" smtClean="0">
              <a:solidFill>
                <a:srgbClr val="000000"/>
              </a:solidFill>
              <a:latin typeface="楷体" panose="02010609060101010101" pitchFamily="49" charset="-122"/>
              <a:ea typeface="楷体" panose="02010609060101010101" pitchFamily="49" charset="-122"/>
            </a:endParaRPr>
          </a:p>
          <a:p>
            <a:pPr marL="257175" indent="-257175" defTabSz="685800" eaLnBrk="0" hangingPunct="0">
              <a:lnSpc>
                <a:spcPct val="200000"/>
              </a:lnSpc>
              <a:buClr>
                <a:srgbClr val="00B050"/>
              </a:buClr>
              <a:buFont typeface="Wingdings" panose="05000000000000000000" pitchFamily="2" charset="2"/>
              <a:buChar char="u"/>
            </a:pPr>
            <a:r>
              <a:rPr kumimoji="1" lang="zh-CN" altLang="en-US" dirty="0" smtClean="0">
                <a:solidFill>
                  <a:srgbClr val="000000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主要内容都是源自于工信部</a:t>
            </a:r>
            <a:r>
              <a:rPr kumimoji="1" lang="en-US" altLang="zh-CN" dirty="0" smtClean="0">
                <a:solidFill>
                  <a:srgbClr val="000000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15</a:t>
            </a:r>
            <a:r>
              <a:rPr kumimoji="1" lang="zh-CN" altLang="en-US" dirty="0" smtClean="0">
                <a:solidFill>
                  <a:srgbClr val="000000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年发布的通信工程制图与图形符号规定这一</a:t>
            </a:r>
            <a:r>
              <a:rPr kumimoji="1" lang="zh-CN" altLang="en-US" dirty="0" smtClean="0">
                <a:solidFill>
                  <a:srgbClr val="000000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标准，代号为</a:t>
            </a:r>
            <a:r>
              <a:rPr kumimoji="1" lang="en-US" altLang="zh-CN" dirty="0" smtClean="0">
                <a:solidFill>
                  <a:srgbClr val="000000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YD/T 5015-2015</a:t>
            </a:r>
            <a:r>
              <a:rPr kumimoji="1" lang="zh-CN" altLang="en-US" dirty="0" smtClean="0">
                <a:solidFill>
                  <a:srgbClr val="000000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。这是一个通信行业标准，进行任何通信工程建设都需要依照该标准进行，接下来我们进行</a:t>
            </a:r>
            <a:r>
              <a:rPr kumimoji="1" lang="zh-CN" altLang="en-US" dirty="0" smtClean="0">
                <a:solidFill>
                  <a:srgbClr val="000000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学习</a:t>
            </a:r>
            <a:endParaRPr kumimoji="1" lang="zh-CN" altLang="en-US" dirty="0" smtClean="0">
              <a:solidFill>
                <a:srgbClr val="000000"/>
              </a:solidFill>
              <a:latin typeface="楷体" panose="02010609060101010101" pitchFamily="49" charset="-122"/>
              <a:ea typeface="楷体" panose="02010609060101010101" pitchFamily="49" charset="-122"/>
            </a:endParaRPr>
          </a:p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A31C1387-779F-4F38-A916-09BAC98A989E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1122" name="幻灯片图像占位符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261123" name="备注占位符 2"/>
          <p:cNvSpPr>
            <a:spLocks noGrp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/>
          <a:lstStyle/>
          <a:p>
            <a:r>
              <a:rPr lang="zh-CN" altLang="en-US" dirty="0" smtClean="0"/>
              <a:t>主要介绍通信工程制图的总体要求和统一规定、通信工程各类图例含义。</a:t>
            </a:r>
            <a:endParaRPr lang="zh-CN" altLang="en-US" dirty="0" smtClean="0"/>
          </a:p>
          <a:p>
            <a:endParaRPr lang="zh-CN" altLang="en-US" dirty="0" smtClean="0"/>
          </a:p>
        </p:txBody>
      </p:sp>
      <p:sp>
        <p:nvSpPr>
          <p:cNvPr id="261124" name="灯片编号占位符 3"/>
          <p:cNvSpPr>
            <a:spLocks noGrp="1"/>
          </p:cNvSpPr>
          <p:nvPr>
            <p:ph type="sldNum" sz="quarter" idx="5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Ctr="0" compatLnSpc="1"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fld id="{3F6CFC8E-5F9E-4B37-B39A-8C34ADE8B48D}" type="slidenum">
              <a:rPr lang="zh-CN" altLang="en-US" smtClean="0"/>
            </a:fld>
            <a:endParaRPr lang="zh-CN" altLang="en-US" smtClean="0"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1122" name="幻灯片图像占位符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261123" name="备注占位符 2"/>
          <p:cNvSpPr>
            <a:spLocks noGrp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/>
          <a:lstStyle/>
          <a:p>
            <a:r>
              <a:rPr lang="zh-CN" altLang="en-US" dirty="0" smtClean="0"/>
              <a:t>主要介绍通信工程制图的总体要求和统一规定、通信工程各类图例含义。</a:t>
            </a:r>
            <a:endParaRPr lang="zh-CN" altLang="en-US" dirty="0" smtClean="0"/>
          </a:p>
          <a:p>
            <a:endParaRPr lang="zh-CN" altLang="en-US" dirty="0" smtClean="0"/>
          </a:p>
        </p:txBody>
      </p:sp>
      <p:sp>
        <p:nvSpPr>
          <p:cNvPr id="261124" name="灯片编号占位符 3"/>
          <p:cNvSpPr>
            <a:spLocks noGrp="1"/>
          </p:cNvSpPr>
          <p:nvPr>
            <p:ph type="sldNum" sz="quarter" idx="5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Ctr="0" compatLnSpc="1"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fld id="{3F6CFC8E-5F9E-4B37-B39A-8C34ADE8B48D}" type="slidenum">
              <a:rPr lang="zh-CN" altLang="en-US" smtClean="0"/>
            </a:fld>
            <a:endParaRPr lang="zh-CN" altLang="en-US" smtClean="0"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2146" name="幻灯片图像占位符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262147" name="备注占位符 2"/>
          <p:cNvSpPr>
            <a:spLocks noGrp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/>
          <a:lstStyle/>
          <a:p>
            <a:r>
              <a:rPr lang="zh-CN" altLang="en-US" dirty="0" smtClean="0"/>
              <a:t>在最新版通信行业标准中对通信工程制图的总体提出了</a:t>
            </a:r>
            <a:r>
              <a:rPr lang="en-US" altLang="zh-CN" dirty="0" smtClean="0"/>
              <a:t>7</a:t>
            </a:r>
            <a:r>
              <a:rPr lang="zh-CN" altLang="en-US" dirty="0" smtClean="0"/>
              <a:t>点要求。</a:t>
            </a:r>
            <a:endParaRPr lang="en-US" altLang="zh-CN" dirty="0" smtClean="0"/>
          </a:p>
          <a:p>
            <a:r>
              <a:rPr lang="zh-CN" altLang="en-US" dirty="0" smtClean="0"/>
              <a:t>① 工程制图应根据表述对象的性质、论述的目的与内容，选取合适的图纸及表达手段，以便完整地表述主题内容。</a:t>
            </a:r>
            <a:r>
              <a:rPr lang="zh-CN" altLang="en-US" dirty="0" smtClean="0">
                <a:solidFill>
                  <a:srgbClr val="FF0000"/>
                </a:solidFill>
              </a:rPr>
              <a:t>这里要注意的是当几种手段均可达到目的时，应采用较为简单的方式。图的形式表达简单，就用图表达，文字表达简单就用文字表达，表格表达简单就用表格。</a:t>
            </a:r>
            <a:endParaRPr lang="en-US" altLang="zh-CN" dirty="0" smtClean="0">
              <a:solidFill>
                <a:srgbClr val="FF0000"/>
              </a:solidFill>
            </a:endParaRPr>
          </a:p>
          <a:p>
            <a:r>
              <a:rPr lang="zh-CN" altLang="en-US" dirty="0" smtClean="0"/>
              <a:t>② 图面应布局合理、排列均匀、轮廓清晰和便于识别。</a:t>
            </a:r>
            <a:endParaRPr lang="zh-CN" altLang="en-US" dirty="0" smtClean="0"/>
          </a:p>
          <a:p>
            <a:r>
              <a:rPr lang="zh-CN" altLang="en-US" dirty="0" smtClean="0"/>
              <a:t>③ 应选用合适的图线宽度，避免工程图中的线条过粗或过细。</a:t>
            </a:r>
            <a:endParaRPr lang="zh-CN" altLang="en-US" dirty="0" smtClean="0"/>
          </a:p>
          <a:p>
            <a:r>
              <a:rPr lang="zh-CN" altLang="en-US" dirty="0" smtClean="0"/>
              <a:t>④ 正确使用国标和行标规定的图形符号。派生新的符号时，应符合国标图形符号的派生规律，并应在合适的地方加以标注。</a:t>
            </a:r>
            <a:endParaRPr lang="zh-CN" altLang="en-US" dirty="0" smtClean="0"/>
          </a:p>
          <a:p>
            <a:r>
              <a:rPr lang="zh-CN" altLang="en-US" dirty="0" smtClean="0"/>
              <a:t>⑤ 在保证图面布局紧凑和使用方便的前提条件下，应选择合适的图纸幅面，使原图大小适中。</a:t>
            </a:r>
            <a:endParaRPr lang="zh-CN" altLang="en-US" dirty="0" smtClean="0"/>
          </a:p>
          <a:p>
            <a:r>
              <a:rPr lang="zh-CN" altLang="en-US" dirty="0" smtClean="0"/>
              <a:t>⑥ 应准确地按规定标注各种必要的技术数据和注释，并按规定进行书写和打印。</a:t>
            </a:r>
            <a:endParaRPr lang="zh-CN" altLang="en-US" dirty="0" smtClean="0"/>
          </a:p>
          <a:p>
            <a:r>
              <a:rPr lang="zh-CN" altLang="en-US" dirty="0" smtClean="0"/>
              <a:t>⑦ 工程图纸应按规定设置图衔，并按规定的责任范围签字，各种图纸应按规定顺序编号。</a:t>
            </a:r>
            <a:endParaRPr lang="zh-CN" altLang="en-US" dirty="0" smtClean="0"/>
          </a:p>
          <a:p>
            <a:endParaRPr lang="zh-CN" altLang="en-US" dirty="0" smtClean="0"/>
          </a:p>
        </p:txBody>
      </p:sp>
      <p:sp>
        <p:nvSpPr>
          <p:cNvPr id="262148" name="灯片编号占位符 3"/>
          <p:cNvSpPr>
            <a:spLocks noGrp="1"/>
          </p:cNvSpPr>
          <p:nvPr>
            <p:ph type="sldNum" sz="quarter" idx="5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Ctr="0" compatLnSpc="1"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fld id="{53B2D2F8-6148-4E52-906C-9C6C223BA8B1}" type="slidenum">
              <a:rPr lang="zh-CN" altLang="en-US" smtClean="0"/>
            </a:fld>
            <a:endParaRPr lang="zh-CN" altLang="en-US" smtClean="0"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2146" name="幻灯片图像占位符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262147" name="备注占位符 2"/>
          <p:cNvSpPr>
            <a:spLocks noGrp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/>
          <a:lstStyle/>
          <a:p>
            <a:r>
              <a:rPr lang="zh-CN" altLang="en-US" dirty="0" smtClean="0"/>
              <a:t>在最新版通信行业标准中对通信工程制图的总体提出了</a:t>
            </a:r>
            <a:r>
              <a:rPr lang="en-US" altLang="zh-CN" dirty="0" smtClean="0"/>
              <a:t>7</a:t>
            </a:r>
            <a:r>
              <a:rPr lang="zh-CN" altLang="en-US" dirty="0" smtClean="0"/>
              <a:t>点要求。</a:t>
            </a:r>
            <a:endParaRPr lang="en-US" altLang="zh-CN" dirty="0" smtClean="0"/>
          </a:p>
          <a:p>
            <a:r>
              <a:rPr lang="zh-CN" altLang="en-US" dirty="0" smtClean="0"/>
              <a:t>① 工程制图应根据表述对象的性质、论述的目的与内容，选取合适的图纸及表达手段，以便完整地表述主题内容。</a:t>
            </a:r>
            <a:r>
              <a:rPr lang="zh-CN" altLang="en-US" dirty="0" smtClean="0">
                <a:solidFill>
                  <a:srgbClr val="FF0000"/>
                </a:solidFill>
              </a:rPr>
              <a:t>这里要注意的是当几种手段均可达到目的时，应采用较为简单的方式。图的形式表达简单，就用图表达，文字表达简单就用文字表达，表格表达简单就用表格。</a:t>
            </a:r>
            <a:endParaRPr lang="en-US" altLang="zh-CN" dirty="0" smtClean="0">
              <a:solidFill>
                <a:srgbClr val="FF0000"/>
              </a:solidFill>
            </a:endParaRPr>
          </a:p>
          <a:p>
            <a:r>
              <a:rPr lang="zh-CN" altLang="en-US" dirty="0" smtClean="0"/>
              <a:t>② 图面应布局合理、排列均匀、轮廓清晰和便于识别。</a:t>
            </a:r>
            <a:endParaRPr lang="zh-CN" altLang="en-US" dirty="0" smtClean="0"/>
          </a:p>
          <a:p>
            <a:r>
              <a:rPr lang="zh-CN" altLang="en-US" dirty="0" smtClean="0"/>
              <a:t>③ 应选用合适的图线宽度，避免工程图中的线条过粗或过细。</a:t>
            </a:r>
            <a:endParaRPr lang="zh-CN" altLang="en-US" dirty="0" smtClean="0"/>
          </a:p>
          <a:p>
            <a:r>
              <a:rPr lang="zh-CN" altLang="en-US" dirty="0" smtClean="0"/>
              <a:t>④ 正确使用国标和行标规定的图形符号。派生新的符号时，应符合国标图形符号的派生规律，并应在合适的地方加以标注。</a:t>
            </a:r>
            <a:endParaRPr lang="zh-CN" altLang="en-US" dirty="0" smtClean="0"/>
          </a:p>
          <a:p>
            <a:r>
              <a:rPr lang="zh-CN" altLang="en-US" dirty="0" smtClean="0"/>
              <a:t>⑤ 在保证图面布局紧凑和使用方便的前提条件下，应选择合适的图纸幅面，使原图大小适中。</a:t>
            </a:r>
            <a:endParaRPr lang="zh-CN" altLang="en-US" dirty="0" smtClean="0"/>
          </a:p>
          <a:p>
            <a:r>
              <a:rPr lang="zh-CN" altLang="en-US" dirty="0" smtClean="0"/>
              <a:t>⑥ 应准确地按规定标注各种必要的技术数据和注释，并按规定进行书写和打印。</a:t>
            </a:r>
            <a:endParaRPr lang="zh-CN" altLang="en-US" dirty="0" smtClean="0"/>
          </a:p>
          <a:p>
            <a:r>
              <a:rPr lang="zh-CN" altLang="en-US" dirty="0" smtClean="0"/>
              <a:t>⑦ 工程图纸应按规定设置图衔，并按规定的责任范围签字，各种图纸应按规定顺序编号。</a:t>
            </a:r>
            <a:endParaRPr lang="zh-CN" altLang="en-US" dirty="0" smtClean="0"/>
          </a:p>
          <a:p>
            <a:endParaRPr lang="zh-CN" altLang="en-US" dirty="0" smtClean="0"/>
          </a:p>
        </p:txBody>
      </p:sp>
      <p:sp>
        <p:nvSpPr>
          <p:cNvPr id="262148" name="灯片编号占位符 3"/>
          <p:cNvSpPr>
            <a:spLocks noGrp="1"/>
          </p:cNvSpPr>
          <p:nvPr>
            <p:ph type="sldNum" sz="quarter" idx="5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Ctr="0" compatLnSpc="1"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fld id="{53B2D2F8-6148-4E52-906C-9C6C223BA8B1}" type="slidenum">
              <a:rPr lang="zh-CN" altLang="en-US" smtClean="0"/>
            </a:fld>
            <a:endParaRPr lang="zh-CN" altLang="en-US" smtClean="0"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3170" name="幻灯片图像占位符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263171" name="备注占位符 2"/>
          <p:cNvSpPr>
            <a:spLocks noGrp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/>
          <a:lstStyle/>
          <a:p>
            <a:r>
              <a:rPr lang="zh-CN" altLang="en-US" smtClean="0"/>
              <a:t>在</a:t>
            </a:r>
            <a:r>
              <a:rPr lang="en-US" altLang="zh-CN" smtClean="0"/>
              <a:t>2015</a:t>
            </a:r>
            <a:r>
              <a:rPr lang="zh-CN" altLang="en-US" smtClean="0"/>
              <a:t>版行业标准的通信工程制图的统一规定中，对通信工程制图的图幅尺寸，图线型式及应用，比例，尺寸标注，字体及写法，图街，注释、标志和技术数据</a:t>
            </a:r>
            <a:r>
              <a:rPr lang="en-US" altLang="zh-CN" smtClean="0"/>
              <a:t>7</a:t>
            </a:r>
            <a:r>
              <a:rPr lang="zh-CN" altLang="en-US" smtClean="0"/>
              <a:t>个方面做了统一规定。</a:t>
            </a:r>
            <a:endParaRPr lang="zh-CN" altLang="en-US" smtClean="0"/>
          </a:p>
          <a:p>
            <a:endParaRPr lang="zh-CN" altLang="en-US" smtClean="0"/>
          </a:p>
        </p:txBody>
      </p:sp>
      <p:sp>
        <p:nvSpPr>
          <p:cNvPr id="263172" name="灯片编号占位符 3"/>
          <p:cNvSpPr>
            <a:spLocks noGrp="1"/>
          </p:cNvSpPr>
          <p:nvPr>
            <p:ph type="sldNum" sz="quarter" idx="5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Ctr="0" compatLnSpc="1"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fld id="{7A4AD579-EA37-47B7-8A21-80F956AF1D24}" type="slidenum">
              <a:rPr lang="zh-CN" altLang="en-US" smtClean="0"/>
            </a:fld>
            <a:endParaRPr lang="zh-CN" altLang="en-US" smtClean="0"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幻灯片图像占位符 1"/>
          <p:cNvSpPr/>
          <p:nvPr>
            <p:ph type="sldImg" idx="2"/>
          </p:nvPr>
        </p:nvSpPr>
        <p:spPr/>
      </p:sp>
      <p:sp>
        <p:nvSpPr>
          <p:cNvPr id="3" name="文本占位符 2"/>
          <p:cNvSpPr/>
          <p:nvPr>
            <p:ph type="body" idx="3"/>
          </p:nvPr>
        </p:nvSpPr>
        <p:spPr/>
        <p:txBody>
          <a:bodyPr/>
          <a:p>
            <a:r>
              <a:rPr lang="zh-CN" altLang="en-US"/>
              <a:t>这里补充一个小知识，可以看到标号越大的纸其实就是前一号纸的对折，</a:t>
            </a:r>
            <a:endParaRPr lang="zh-CN" altLang="en-US"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幻灯片图像占位符 1"/>
          <p:cNvSpPr/>
          <p:nvPr>
            <p:ph type="sldImg" idx="2"/>
          </p:nvPr>
        </p:nvSpPr>
        <p:spPr/>
      </p:sp>
      <p:sp>
        <p:nvSpPr>
          <p:cNvPr id="3" name="文本占位符 2"/>
          <p:cNvSpPr/>
          <p:nvPr>
            <p:ph type="body" idx="3"/>
          </p:nvPr>
        </p:nvSpPr>
        <p:spPr/>
        <p:txBody>
          <a:bodyPr/>
          <a:p>
            <a:r>
              <a:rPr lang="zh-CN" altLang="en-US"/>
              <a:t>这里补充一个小知识，图书装订说的多少开，和我们所说的</a:t>
            </a:r>
            <a:r>
              <a:rPr lang="en-US" altLang="zh-CN"/>
              <a:t>A</a:t>
            </a:r>
            <a:r>
              <a:rPr lang="zh-CN" altLang="en-US"/>
              <a:t>几纸直接存在直接关系，可以看到标号越大的纸其实就是前一号纸的对折，因此</a:t>
            </a:r>
            <a:r>
              <a:rPr lang="en-US" altLang="zh-CN"/>
              <a:t>16</a:t>
            </a:r>
            <a:r>
              <a:rPr lang="zh-CN" altLang="en-US"/>
              <a:t>张</a:t>
            </a:r>
            <a:r>
              <a:rPr lang="en-US" altLang="zh-CN"/>
              <a:t>A4</a:t>
            </a:r>
            <a:r>
              <a:rPr lang="zh-CN" altLang="en-US"/>
              <a:t>纸组合刚好是一张</a:t>
            </a:r>
            <a:r>
              <a:rPr lang="en-US" altLang="zh-CN"/>
              <a:t>A0</a:t>
            </a:r>
            <a:r>
              <a:rPr lang="zh-CN" altLang="en-US"/>
              <a:t>纸</a:t>
            </a:r>
            <a:endParaRPr lang="zh-CN" altLang="en-US"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幻灯片图像占位符 1"/>
          <p:cNvSpPr/>
          <p:nvPr>
            <p:ph type="sldImg" idx="2"/>
          </p:nvPr>
        </p:nvSpPr>
        <p:spPr/>
      </p:sp>
      <p:sp>
        <p:nvSpPr>
          <p:cNvPr id="3" name="文本占位符 2"/>
          <p:cNvSpPr/>
          <p:nvPr>
            <p:ph type="body" idx="3"/>
          </p:nvPr>
        </p:nvSpPr>
        <p:spPr/>
        <p:txBody>
          <a:bodyPr/>
          <a:p>
            <a:r>
              <a:rPr lang="zh-CN" altLang="en-US"/>
              <a:t>这里补充一个小知识，图书装订说的多少开，和我们所说的</a:t>
            </a:r>
            <a:r>
              <a:rPr lang="en-US" altLang="zh-CN"/>
              <a:t>A</a:t>
            </a:r>
            <a:r>
              <a:rPr lang="zh-CN" altLang="en-US"/>
              <a:t>几纸直接存在直接关系，可以看到标号越大的纸其实就是前一号纸的对折，因此</a:t>
            </a:r>
            <a:r>
              <a:rPr lang="en-US" altLang="zh-CN"/>
              <a:t>16</a:t>
            </a:r>
            <a:r>
              <a:rPr lang="zh-CN" altLang="en-US"/>
              <a:t>张</a:t>
            </a:r>
            <a:r>
              <a:rPr lang="en-US" altLang="zh-CN"/>
              <a:t>A4</a:t>
            </a:r>
            <a:r>
              <a:rPr lang="zh-CN" altLang="en-US"/>
              <a:t>纸组合刚好是一张</a:t>
            </a:r>
            <a:r>
              <a:rPr lang="en-US" altLang="zh-CN"/>
              <a:t>A0</a:t>
            </a:r>
            <a:r>
              <a:rPr lang="zh-CN" altLang="en-US"/>
              <a:t>纸</a:t>
            </a:r>
            <a:endParaRPr lang="zh-CN" altLang="en-US"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幻灯片图像占位符 1"/>
          <p:cNvSpPr/>
          <p:nvPr>
            <p:ph type="sldImg" idx="2"/>
          </p:nvPr>
        </p:nvSpPr>
        <p:spPr/>
      </p:sp>
      <p:sp>
        <p:nvSpPr>
          <p:cNvPr id="3" name="文本占位符 2"/>
          <p:cNvSpPr/>
          <p:nvPr>
            <p:ph type="body" idx="3"/>
          </p:nvPr>
        </p:nvSpPr>
        <p:spPr/>
        <p:txBody>
          <a:bodyPr/>
          <a:p>
            <a:r>
              <a:rPr lang="zh-CN" altLang="en-US"/>
              <a:t>这里补充一个小知识，图书装订说的多少开，和我们所说的</a:t>
            </a:r>
            <a:r>
              <a:rPr lang="en-US" altLang="zh-CN"/>
              <a:t>A</a:t>
            </a:r>
            <a:r>
              <a:rPr lang="zh-CN" altLang="en-US"/>
              <a:t>几纸直接存在直接关系，可以看到标号越大的纸其实就是前一号纸的对折，因此</a:t>
            </a:r>
            <a:r>
              <a:rPr lang="en-US" altLang="zh-CN"/>
              <a:t>16</a:t>
            </a:r>
            <a:r>
              <a:rPr lang="zh-CN" altLang="en-US"/>
              <a:t>张</a:t>
            </a:r>
            <a:r>
              <a:rPr lang="en-US" altLang="zh-CN"/>
              <a:t>A4</a:t>
            </a:r>
            <a:r>
              <a:rPr lang="zh-CN" altLang="en-US"/>
              <a:t>纸组合刚好是一张</a:t>
            </a:r>
            <a:r>
              <a:rPr lang="en-US" altLang="zh-CN"/>
              <a:t>A0</a:t>
            </a:r>
            <a:r>
              <a:rPr lang="zh-CN" altLang="en-US"/>
              <a:t>纸</a:t>
            </a:r>
            <a:endParaRPr lang="zh-CN" altLang="en-US"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幻灯片图像占位符 1"/>
          <p:cNvSpPr/>
          <p:nvPr>
            <p:ph type="sldImg" idx="2"/>
          </p:nvPr>
        </p:nvSpPr>
        <p:spPr/>
      </p:sp>
      <p:sp>
        <p:nvSpPr>
          <p:cNvPr id="3" name="文本占位符 2"/>
          <p:cNvSpPr/>
          <p:nvPr>
            <p:ph type="body" idx="3"/>
          </p:nvPr>
        </p:nvSpPr>
        <p:spPr/>
        <p:txBody>
          <a:bodyPr/>
          <a:p>
            <a:r>
              <a:rPr lang="zh-CN" altLang="en-US"/>
              <a:t>这里补充一个小知识，图书装订说的多少开，和我们所说的</a:t>
            </a:r>
            <a:r>
              <a:rPr lang="en-US" altLang="zh-CN"/>
              <a:t>A</a:t>
            </a:r>
            <a:r>
              <a:rPr lang="zh-CN" altLang="en-US"/>
              <a:t>几纸直接存在直接关系，可以看到标号越大的纸其实就是前一号纸的对折，因此</a:t>
            </a:r>
            <a:r>
              <a:rPr lang="en-US" altLang="zh-CN"/>
              <a:t>16</a:t>
            </a:r>
            <a:r>
              <a:rPr lang="zh-CN" altLang="en-US"/>
              <a:t>张</a:t>
            </a:r>
            <a:r>
              <a:rPr lang="en-US" altLang="zh-CN"/>
              <a:t>A4</a:t>
            </a:r>
            <a:r>
              <a:rPr lang="zh-CN" altLang="en-US"/>
              <a:t>纸组合刚好是一张</a:t>
            </a:r>
            <a:r>
              <a:rPr lang="en-US" altLang="zh-CN"/>
              <a:t>A0</a:t>
            </a:r>
            <a:r>
              <a:rPr lang="zh-CN" altLang="en-US"/>
              <a:t>纸</a:t>
            </a:r>
            <a:endParaRPr lang="zh-CN" altLang="en-US"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幻灯片图像占位符 1"/>
          <p:cNvSpPr/>
          <p:nvPr>
            <p:ph type="sldImg" idx="2"/>
          </p:nvPr>
        </p:nvSpPr>
        <p:spPr/>
      </p:sp>
      <p:sp>
        <p:nvSpPr>
          <p:cNvPr id="3" name="文本占位符 2"/>
          <p:cNvSpPr/>
          <p:nvPr>
            <p:ph type="body" idx="3"/>
          </p:nvPr>
        </p:nvSpPr>
        <p:spPr/>
        <p:txBody>
          <a:bodyPr/>
          <a:p>
            <a:r>
              <a:rPr lang="zh-CN" altLang="en-US"/>
              <a:t>图衔在右下角，和边框重合。找到阅读图纸的方向，可以从这里入手。我们看最右侧一列中间，图名，说明这张图表示的是什么东西。上面是制图单位，一般是研究院，学校，或者设计公司。下面是</a:t>
            </a:r>
            <a:r>
              <a:rPr lang="zh-CN" altLang="en-US"/>
              <a:t>图号，</a:t>
            </a:r>
            <a:endParaRPr lang="zh-CN" altLang="en-US"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幻灯片图像占位符 1"/>
          <p:cNvSpPr/>
          <p:nvPr>
            <p:ph type="sldImg" idx="2"/>
          </p:nvPr>
        </p:nvSpPr>
        <p:spPr/>
      </p:sp>
      <p:sp>
        <p:nvSpPr>
          <p:cNvPr id="3" name="文本占位符 2"/>
          <p:cNvSpPr/>
          <p:nvPr>
            <p:ph type="body" idx="3"/>
          </p:nvPr>
        </p:nvSpPr>
        <p:spPr/>
        <p:txBody>
          <a:bodyPr/>
          <a:p>
            <a:r>
              <a:rPr lang="zh-CN" altLang="en-US"/>
              <a:t>图衔在右下角，和边框重合。找到阅读图纸的方向，可以从这里入手。我们看最右侧一列中间，图名，说明这张图表示的是什么东西。上面是制图单位，一般是研究院，学校，或者设计公司。下面是</a:t>
            </a:r>
            <a:r>
              <a:rPr lang="zh-CN" altLang="en-US"/>
              <a:t>图号，</a:t>
            </a:r>
            <a:endParaRPr lang="zh-CN" altLang="en-US"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幻灯片图像占位符 1"/>
          <p:cNvSpPr/>
          <p:nvPr>
            <p:ph type="sldImg" idx="2"/>
          </p:nvPr>
        </p:nvSpPr>
        <p:spPr/>
      </p:sp>
      <p:sp>
        <p:nvSpPr>
          <p:cNvPr id="3" name="文本占位符 2"/>
          <p:cNvSpPr/>
          <p:nvPr>
            <p:ph type="body" idx="3"/>
          </p:nvPr>
        </p:nvSpPr>
        <p:spPr/>
        <p:txBody>
          <a:bodyPr/>
          <a:p>
            <a:r>
              <a:rPr lang="zh-CN" altLang="en-US"/>
              <a:t>图衔在右下角，和边框重合。找到阅读图纸的方向，可以从这里入手。我们看最右侧一列中间，图名，说明这张图表示的是什么东西。上面是制图单位，一般是研究院，学校，或者设计公司。下面是</a:t>
            </a:r>
            <a:r>
              <a:rPr lang="zh-CN" altLang="en-US"/>
              <a:t>图号，</a:t>
            </a:r>
            <a:endParaRPr lang="zh-CN" altLang="en-US"/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幻灯片图像占位符 1"/>
          <p:cNvSpPr/>
          <p:nvPr>
            <p:ph type="sldImg" idx="2"/>
          </p:nvPr>
        </p:nvSpPr>
        <p:spPr/>
      </p:sp>
      <p:sp>
        <p:nvSpPr>
          <p:cNvPr id="3" name="文本占位符 2"/>
          <p:cNvSpPr/>
          <p:nvPr>
            <p:ph type="body" idx="3"/>
          </p:nvPr>
        </p:nvSpPr>
        <p:spPr/>
        <p:txBody>
          <a:bodyPr/>
          <a:p>
            <a:r>
              <a:rPr lang="zh-CN" altLang="en-US"/>
              <a:t>图衔在右下角，和边框重合。找到阅读图纸的方向，可以从这里入手。我们看最右侧一列中间，图名，说明这张图表示的是什么东西。上面是制图单位，一般是研究院，学校，或者设计公司。下面是</a:t>
            </a:r>
            <a:r>
              <a:rPr lang="zh-CN" altLang="en-US"/>
              <a:t>图号，</a:t>
            </a:r>
            <a:endParaRPr lang="zh-CN" altLang="en-US"/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幻灯片图像占位符 1"/>
          <p:cNvSpPr/>
          <p:nvPr>
            <p:ph type="sldImg" idx="2"/>
          </p:nvPr>
        </p:nvSpPr>
        <p:spPr/>
      </p:sp>
      <p:sp>
        <p:nvSpPr>
          <p:cNvPr id="3" name="文本占位符 2"/>
          <p:cNvSpPr/>
          <p:nvPr>
            <p:ph type="body" idx="3"/>
          </p:nvPr>
        </p:nvSpPr>
        <p:spPr/>
        <p:txBody>
          <a:bodyPr/>
          <a:p>
            <a:r>
              <a:rPr lang="zh-CN" altLang="en-US"/>
              <a:t>图衔在右下角，和边框重合。找到阅读图纸的方向，可以从这里入手。我们看最右侧一列中间，图名，说明这张图表示的是什么东西。上面是制图单位，一般是研究院，学校，或者设计公司。下面是</a:t>
            </a:r>
            <a:r>
              <a:rPr lang="zh-CN" altLang="en-US"/>
              <a:t>图号，</a:t>
            </a:r>
            <a:endParaRPr lang="zh-CN" altLang="en-US"/>
          </a:p>
        </p:txBody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幻灯片图像占位符 1"/>
          <p:cNvSpPr/>
          <p:nvPr>
            <p:ph type="sldImg" idx="2"/>
          </p:nvPr>
        </p:nvSpPr>
        <p:spPr/>
      </p:sp>
      <p:sp>
        <p:nvSpPr>
          <p:cNvPr id="3" name="文本占位符 2"/>
          <p:cNvSpPr/>
          <p:nvPr>
            <p:ph type="body" idx="3"/>
          </p:nvPr>
        </p:nvSpPr>
        <p:spPr/>
        <p:txBody>
          <a:bodyPr/>
          <a:p>
            <a:r>
              <a:rPr lang="zh-CN" altLang="en-US"/>
              <a:t>图衔在右下角，和边框重合。找到阅读图纸的方向，可以从这里入手。我们看最右侧一列中间，图名，说明这张图表示的是什么东西。上面是制图单位，一般是研究院，学校，或者设计公司。下面是</a:t>
            </a:r>
            <a:r>
              <a:rPr lang="zh-CN" altLang="en-US"/>
              <a:t>图号，</a:t>
            </a:r>
            <a:endParaRPr lang="zh-CN" altLang="en-US"/>
          </a:p>
        </p:txBody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幻灯片图像占位符 1"/>
          <p:cNvSpPr/>
          <p:nvPr>
            <p:ph type="sldImg" idx="2"/>
          </p:nvPr>
        </p:nvSpPr>
        <p:spPr/>
      </p:sp>
      <p:sp>
        <p:nvSpPr>
          <p:cNvPr id="3" name="文本占位符 2"/>
          <p:cNvSpPr/>
          <p:nvPr>
            <p:ph type="body" idx="3"/>
          </p:nvPr>
        </p:nvSpPr>
        <p:spPr/>
        <p:txBody>
          <a:bodyPr/>
          <a:p>
            <a:r>
              <a:rPr lang="zh-CN" altLang="en-US"/>
              <a:t>图衔在右下角，和边框重合。找到阅读图纸的方向，可以从这里入手。我们看最右侧一列中间，图名，说明这张图表示的是什么东西。上面是制图单位，一般是研究院，学校，或者设计公司。下面是</a:t>
            </a:r>
            <a:r>
              <a:rPr lang="zh-CN" altLang="en-US"/>
              <a:t>图号，</a:t>
            </a:r>
            <a:endParaRPr lang="zh-CN" altLang="en-US"/>
          </a:p>
        </p:txBody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幻灯片图像占位符 1"/>
          <p:cNvSpPr/>
          <p:nvPr>
            <p:ph type="sldImg" idx="2"/>
          </p:nvPr>
        </p:nvSpPr>
        <p:spPr/>
      </p:sp>
      <p:sp>
        <p:nvSpPr>
          <p:cNvPr id="3" name="文本占位符 2"/>
          <p:cNvSpPr/>
          <p:nvPr>
            <p:ph type="body" idx="3"/>
          </p:nvPr>
        </p:nvSpPr>
        <p:spPr/>
        <p:txBody>
          <a:bodyPr/>
          <a:p>
            <a:endParaRPr lang="zh-CN" altLang="en-US"/>
          </a:p>
        </p:txBody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幻灯片图像占位符 1"/>
          <p:cNvSpPr/>
          <p:nvPr>
            <p:ph type="sldImg" idx="2"/>
          </p:nvPr>
        </p:nvSpPr>
        <p:spPr/>
      </p:sp>
      <p:sp>
        <p:nvSpPr>
          <p:cNvPr id="3" name="文本占位符 2"/>
          <p:cNvSpPr/>
          <p:nvPr>
            <p:ph type="body" idx="3"/>
          </p:nvPr>
        </p:nvSpPr>
        <p:spPr/>
        <p:txBody>
          <a:bodyPr/>
          <a:p>
            <a:endParaRPr lang="zh-CN" altLang="en-US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 showMasterPhAnim="0" showMasterSp="0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Freeform 40"/>
          <p:cNvSpPr/>
          <p:nvPr/>
        </p:nvSpPr>
        <p:spPr bwMode="gray">
          <a:xfrm>
            <a:off x="0" y="4537075"/>
            <a:ext cx="2762250" cy="606425"/>
          </a:xfrm>
          <a:custGeom>
            <a:avLst/>
            <a:gdLst>
              <a:gd name="T0" fmla="*/ 0 w 1740"/>
              <a:gd name="T1" fmla="*/ 0 h 510"/>
              <a:gd name="T2" fmla="*/ 0 w 1740"/>
              <a:gd name="T3" fmla="*/ 606425 h 510"/>
              <a:gd name="T4" fmla="*/ 2762250 w 1740"/>
              <a:gd name="T5" fmla="*/ 606425 h 510"/>
              <a:gd name="T6" fmla="*/ 2532063 w 1740"/>
              <a:gd name="T7" fmla="*/ 35672 h 510"/>
              <a:gd name="T8" fmla="*/ 0 w 1740"/>
              <a:gd name="T9" fmla="*/ 0 h 510"/>
              <a:gd name="T10" fmla="*/ 0 60000 65536"/>
              <a:gd name="T11" fmla="*/ 0 60000 65536"/>
              <a:gd name="T12" fmla="*/ 0 60000 65536"/>
              <a:gd name="T13" fmla="*/ 0 60000 65536"/>
              <a:gd name="T14" fmla="*/ 0 60000 65536"/>
            </a:gdLst>
            <a:ahLst/>
            <a:cxnLst>
              <a:cxn ang="T10">
                <a:pos x="T0" y="T1"/>
              </a:cxn>
              <a:cxn ang="T11">
                <a:pos x="T2" y="T3"/>
              </a:cxn>
              <a:cxn ang="T12">
                <a:pos x="T4" y="T5"/>
              </a:cxn>
              <a:cxn ang="T13">
                <a:pos x="T6" y="T7"/>
              </a:cxn>
              <a:cxn ang="T14">
                <a:pos x="T8" y="T9"/>
              </a:cxn>
            </a:cxnLst>
            <a:rect l="0" t="0" r="r" b="b"/>
            <a:pathLst>
              <a:path w="1740" h="510">
                <a:moveTo>
                  <a:pt x="0" y="0"/>
                </a:moveTo>
                <a:lnTo>
                  <a:pt x="0" y="510"/>
                </a:lnTo>
                <a:cubicBezTo>
                  <a:pt x="0" y="510"/>
                  <a:pt x="870" y="510"/>
                  <a:pt x="1740" y="510"/>
                </a:cubicBezTo>
                <a:cubicBezTo>
                  <a:pt x="1650" y="258"/>
                  <a:pt x="1595" y="30"/>
                  <a:pt x="1595" y="30"/>
                </a:cubicBezTo>
                <a:cubicBezTo>
                  <a:pt x="798" y="54"/>
                  <a:pt x="0" y="0"/>
                  <a:pt x="0" y="0"/>
                </a:cubicBezTo>
                <a:close/>
              </a:path>
            </a:pathLst>
          </a:custGeom>
          <a:solidFill>
            <a:schemeClr val="folHlink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</a14:hiddenLine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5" name="Freeform 41"/>
          <p:cNvSpPr/>
          <p:nvPr/>
        </p:nvSpPr>
        <p:spPr bwMode="gray">
          <a:xfrm>
            <a:off x="2590800" y="3529013"/>
            <a:ext cx="6400800" cy="1614487"/>
          </a:xfrm>
          <a:custGeom>
            <a:avLst/>
            <a:gdLst>
              <a:gd name="T0" fmla="*/ 1771650 w 4032"/>
              <a:gd name="T1" fmla="*/ 0 h 1356"/>
              <a:gd name="T2" fmla="*/ 6096000 w 4032"/>
              <a:gd name="T3" fmla="*/ 757237 h 1356"/>
              <a:gd name="T4" fmla="*/ 6400800 w 4032"/>
              <a:gd name="T5" fmla="*/ 1614487 h 1356"/>
              <a:gd name="T6" fmla="*/ 457200 w 4032"/>
              <a:gd name="T7" fmla="*/ 1614487 h 1356"/>
              <a:gd name="T8" fmla="*/ 0 w 4032"/>
              <a:gd name="T9" fmla="*/ 985837 h 1356"/>
              <a:gd name="T10" fmla="*/ 1771650 w 4032"/>
              <a:gd name="T11" fmla="*/ 0 h 1356"/>
              <a:gd name="T12" fmla="*/ 0 60000 65536"/>
              <a:gd name="T13" fmla="*/ 0 60000 65536"/>
              <a:gd name="T14" fmla="*/ 0 60000 65536"/>
              <a:gd name="T15" fmla="*/ 0 60000 65536"/>
              <a:gd name="T16" fmla="*/ 0 60000 65536"/>
              <a:gd name="T17" fmla="*/ 0 60000 65536"/>
            </a:gdLst>
            <a:ahLst/>
            <a:cxnLst>
              <a:cxn ang="T12">
                <a:pos x="T0" y="T1"/>
              </a:cxn>
              <a:cxn ang="T13">
                <a:pos x="T2" y="T3"/>
              </a:cxn>
              <a:cxn ang="T14">
                <a:pos x="T4" y="T5"/>
              </a:cxn>
              <a:cxn ang="T15">
                <a:pos x="T6" y="T7"/>
              </a:cxn>
              <a:cxn ang="T16">
                <a:pos x="T8" y="T9"/>
              </a:cxn>
              <a:cxn ang="T17">
                <a:pos x="T10" y="T11"/>
              </a:cxn>
            </a:cxnLst>
            <a:rect l="0" t="0" r="r" b="b"/>
            <a:pathLst>
              <a:path w="4032" h="1356">
                <a:moveTo>
                  <a:pt x="1116" y="0"/>
                </a:moveTo>
                <a:cubicBezTo>
                  <a:pt x="2370" y="1254"/>
                  <a:pt x="3840" y="636"/>
                  <a:pt x="3840" y="636"/>
                </a:cubicBezTo>
                <a:cubicBezTo>
                  <a:pt x="4032" y="966"/>
                  <a:pt x="4032" y="1356"/>
                  <a:pt x="4032" y="1356"/>
                </a:cubicBezTo>
                <a:cubicBezTo>
                  <a:pt x="4032" y="1356"/>
                  <a:pt x="2160" y="1356"/>
                  <a:pt x="288" y="1356"/>
                </a:cubicBezTo>
                <a:cubicBezTo>
                  <a:pt x="120" y="1140"/>
                  <a:pt x="0" y="828"/>
                  <a:pt x="0" y="828"/>
                </a:cubicBezTo>
                <a:lnTo>
                  <a:pt x="1116" y="0"/>
                </a:lnTo>
                <a:close/>
              </a:path>
            </a:pathLst>
          </a:custGeom>
          <a:solidFill>
            <a:schemeClr val="hlink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</a14:hiddenLine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6" name="Freeform 42"/>
          <p:cNvSpPr/>
          <p:nvPr/>
        </p:nvSpPr>
        <p:spPr bwMode="gray">
          <a:xfrm>
            <a:off x="4400550" y="585788"/>
            <a:ext cx="4743450" cy="3786187"/>
          </a:xfrm>
          <a:custGeom>
            <a:avLst/>
            <a:gdLst>
              <a:gd name="T0" fmla="*/ 809625 w 2988"/>
              <a:gd name="T1" fmla="*/ 1307306 h 3180"/>
              <a:gd name="T2" fmla="*/ 3619500 w 2988"/>
              <a:gd name="T3" fmla="*/ 0 h 3180"/>
              <a:gd name="T4" fmla="*/ 4743450 w 2988"/>
              <a:gd name="T5" fmla="*/ 407194 h 3180"/>
              <a:gd name="T6" fmla="*/ 4743450 w 2988"/>
              <a:gd name="T7" fmla="*/ 3300412 h 3180"/>
              <a:gd name="T8" fmla="*/ 2305050 w 2988"/>
              <a:gd name="T9" fmla="*/ 3643312 h 3180"/>
              <a:gd name="T10" fmla="*/ 0 w 2988"/>
              <a:gd name="T11" fmla="*/ 2864643 h 3180"/>
              <a:gd name="T12" fmla="*/ 809625 w 2988"/>
              <a:gd name="T13" fmla="*/ 1307306 h 3180"/>
              <a:gd name="T14" fmla="*/ 0 60000 65536"/>
              <a:gd name="T15" fmla="*/ 0 60000 65536"/>
              <a:gd name="T16" fmla="*/ 0 60000 65536"/>
              <a:gd name="T17" fmla="*/ 0 60000 65536"/>
              <a:gd name="T18" fmla="*/ 0 60000 65536"/>
              <a:gd name="T19" fmla="*/ 0 60000 65536"/>
              <a:gd name="T20" fmla="*/ 0 60000 65536"/>
            </a:gdLst>
            <a:ahLst/>
            <a:cxnLst>
              <a:cxn ang="T14">
                <a:pos x="T0" y="T1"/>
              </a:cxn>
              <a:cxn ang="T15">
                <a:pos x="T2" y="T3"/>
              </a:cxn>
              <a:cxn ang="T16">
                <a:pos x="T4" y="T5"/>
              </a:cxn>
              <a:cxn ang="T17">
                <a:pos x="T6" y="T7"/>
              </a:cxn>
              <a:cxn ang="T18">
                <a:pos x="T8" y="T9"/>
              </a:cxn>
              <a:cxn ang="T19">
                <a:pos x="T10" y="T11"/>
              </a:cxn>
              <a:cxn ang="T20">
                <a:pos x="T12" y="T13"/>
              </a:cxn>
            </a:cxnLst>
            <a:rect l="0" t="0" r="r" b="b"/>
            <a:pathLst>
              <a:path w="2988" h="3180">
                <a:moveTo>
                  <a:pt x="510" y="1098"/>
                </a:moveTo>
                <a:cubicBezTo>
                  <a:pt x="1710" y="840"/>
                  <a:pt x="2280" y="0"/>
                  <a:pt x="2280" y="0"/>
                </a:cubicBezTo>
                <a:cubicBezTo>
                  <a:pt x="2700" y="96"/>
                  <a:pt x="2988" y="342"/>
                  <a:pt x="2988" y="342"/>
                </a:cubicBezTo>
                <a:lnTo>
                  <a:pt x="2988" y="2772"/>
                </a:lnTo>
                <a:cubicBezTo>
                  <a:pt x="2988" y="2772"/>
                  <a:pt x="2202" y="3180"/>
                  <a:pt x="1452" y="3060"/>
                </a:cubicBezTo>
                <a:cubicBezTo>
                  <a:pt x="636" y="2940"/>
                  <a:pt x="0" y="2406"/>
                  <a:pt x="0" y="2406"/>
                </a:cubicBezTo>
                <a:lnTo>
                  <a:pt x="510" y="1098"/>
                </a:lnTo>
                <a:close/>
              </a:path>
            </a:pathLst>
          </a:custGeom>
          <a:solidFill>
            <a:schemeClr val="accent2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</a14:hiddenLine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7" name="Freeform 43"/>
          <p:cNvSpPr/>
          <p:nvPr/>
        </p:nvSpPr>
        <p:spPr bwMode="gray">
          <a:xfrm>
            <a:off x="4800600" y="0"/>
            <a:ext cx="3276600" cy="1808163"/>
          </a:xfrm>
          <a:custGeom>
            <a:avLst/>
            <a:gdLst>
              <a:gd name="T0" fmla="*/ 0 w 2064"/>
              <a:gd name="T1" fmla="*/ 0 h 1518"/>
              <a:gd name="T2" fmla="*/ 438150 w 2064"/>
              <a:gd name="T3" fmla="*/ 1808163 h 1518"/>
              <a:gd name="T4" fmla="*/ 3276600 w 2064"/>
              <a:gd name="T5" fmla="*/ 0 h 1518"/>
              <a:gd name="T6" fmla="*/ 0 w 2064"/>
              <a:gd name="T7" fmla="*/ 0 h 1518"/>
              <a:gd name="T8" fmla="*/ 0 60000 65536"/>
              <a:gd name="T9" fmla="*/ 0 60000 65536"/>
              <a:gd name="T10" fmla="*/ 0 60000 65536"/>
              <a:gd name="T11" fmla="*/ 0 60000 65536"/>
            </a:gdLst>
            <a:ahLst/>
            <a:cxnLst>
              <a:cxn ang="T8">
                <a:pos x="T0" y="T1"/>
              </a:cxn>
              <a:cxn ang="T9">
                <a:pos x="T2" y="T3"/>
              </a:cxn>
              <a:cxn ang="T10">
                <a:pos x="T4" y="T5"/>
              </a:cxn>
              <a:cxn ang="T11">
                <a:pos x="T6" y="T7"/>
              </a:cxn>
            </a:cxnLst>
            <a:rect l="0" t="0" r="r" b="b"/>
            <a:pathLst>
              <a:path w="2064" h="1518">
                <a:moveTo>
                  <a:pt x="0" y="0"/>
                </a:moveTo>
                <a:cubicBezTo>
                  <a:pt x="0" y="0"/>
                  <a:pt x="138" y="759"/>
                  <a:pt x="276" y="1518"/>
                </a:cubicBezTo>
                <a:cubicBezTo>
                  <a:pt x="1518" y="1194"/>
                  <a:pt x="2064" y="0"/>
                  <a:pt x="2064" y="0"/>
                </a:cubicBez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</a14:hiddenLine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8" name="Freeform 79"/>
          <p:cNvSpPr/>
          <p:nvPr/>
        </p:nvSpPr>
        <p:spPr bwMode="gray">
          <a:xfrm>
            <a:off x="0" y="0"/>
            <a:ext cx="6583363" cy="5451475"/>
          </a:xfrm>
          <a:custGeom>
            <a:avLst/>
            <a:gdLst>
              <a:gd name="T0" fmla="*/ 0 w 4014"/>
              <a:gd name="T1" fmla="*/ 0 h 4455"/>
              <a:gd name="T2" fmla="*/ 5924043 w 4014"/>
              <a:gd name="T3" fmla="*/ 0 h 4455"/>
              <a:gd name="T4" fmla="*/ 5284403 w 4014"/>
              <a:gd name="T5" fmla="*/ 3722421 h 4455"/>
              <a:gd name="T6" fmla="*/ 0 w 4014"/>
              <a:gd name="T7" fmla="*/ 4581442 h 4455"/>
              <a:gd name="T8" fmla="*/ 0 w 4014"/>
              <a:gd name="T9" fmla="*/ 0 h 4455"/>
              <a:gd name="T10" fmla="*/ 0 60000 65536"/>
              <a:gd name="T11" fmla="*/ 0 60000 65536"/>
              <a:gd name="T12" fmla="*/ 0 60000 65536"/>
              <a:gd name="T13" fmla="*/ 0 60000 65536"/>
              <a:gd name="T14" fmla="*/ 0 60000 65536"/>
            </a:gdLst>
            <a:ahLst/>
            <a:cxnLst>
              <a:cxn ang="T10">
                <a:pos x="T0" y="T1"/>
              </a:cxn>
              <a:cxn ang="T11">
                <a:pos x="T2" y="T3"/>
              </a:cxn>
              <a:cxn ang="T12">
                <a:pos x="T4" y="T5"/>
              </a:cxn>
              <a:cxn ang="T13">
                <a:pos x="T6" y="T7"/>
              </a:cxn>
              <a:cxn ang="T14">
                <a:pos x="T8" y="T9"/>
              </a:cxn>
            </a:cxnLst>
            <a:rect l="0" t="0" r="r" b="b"/>
            <a:pathLst>
              <a:path w="4014" h="4455">
                <a:moveTo>
                  <a:pt x="0" y="0"/>
                </a:moveTo>
                <a:lnTo>
                  <a:pt x="3612" y="0"/>
                </a:lnTo>
                <a:cubicBezTo>
                  <a:pt x="4014" y="984"/>
                  <a:pt x="3812" y="2307"/>
                  <a:pt x="3222" y="3042"/>
                </a:cubicBezTo>
                <a:cubicBezTo>
                  <a:pt x="1988" y="4455"/>
                  <a:pt x="0" y="3744"/>
                  <a:pt x="0" y="3744"/>
                </a:cubicBez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</a14:hiddenLine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9" name="Freeform 45"/>
          <p:cNvSpPr/>
          <p:nvPr/>
        </p:nvSpPr>
        <p:spPr bwMode="gray">
          <a:xfrm>
            <a:off x="0" y="0"/>
            <a:ext cx="6372225" cy="5303838"/>
          </a:xfrm>
          <a:custGeom>
            <a:avLst/>
            <a:gdLst/>
            <a:ahLst/>
            <a:cxnLst>
              <a:cxn ang="0">
                <a:pos x="0" y="0"/>
              </a:cxn>
              <a:cxn ang="0">
                <a:pos x="3612" y="0"/>
              </a:cxn>
              <a:cxn ang="0">
                <a:pos x="3222" y="3042"/>
              </a:cxn>
              <a:cxn ang="0">
                <a:pos x="0" y="3744"/>
              </a:cxn>
              <a:cxn ang="0">
                <a:pos x="0" y="0"/>
              </a:cxn>
            </a:cxnLst>
            <a:rect l="0" t="0" r="r" b="b"/>
            <a:pathLst>
              <a:path w="4014" h="4455">
                <a:moveTo>
                  <a:pt x="0" y="0"/>
                </a:moveTo>
                <a:lnTo>
                  <a:pt x="3612" y="0"/>
                </a:lnTo>
                <a:cubicBezTo>
                  <a:pt x="4014" y="984"/>
                  <a:pt x="3812" y="2307"/>
                  <a:pt x="3222" y="3042"/>
                </a:cubicBezTo>
                <a:cubicBezTo>
                  <a:pt x="1988" y="4455"/>
                  <a:pt x="0" y="3744"/>
                  <a:pt x="0" y="3744"/>
                </a:cubicBezTo>
                <a:lnTo>
                  <a:pt x="0" y="0"/>
                </a:lnTo>
                <a:close/>
              </a:path>
            </a:pathLst>
          </a:custGeom>
          <a:gradFill rotWithShape="1">
            <a:gsLst>
              <a:gs pos="0">
                <a:schemeClr val="bg1">
                  <a:gamma/>
                  <a:tint val="25490"/>
                  <a:invGamma/>
                </a:schemeClr>
              </a:gs>
              <a:gs pos="100000">
                <a:schemeClr val="bg1"/>
              </a:gs>
            </a:gsLst>
            <a:lin ang="2700000" scaled="1"/>
          </a:gradFill>
          <a:ln w="9525">
            <a:noFill/>
            <a:round/>
          </a:ln>
          <a:effectLst/>
        </p:spPr>
        <p:txBody>
          <a:bodyPr/>
          <a:lstStyle/>
          <a:p>
            <a:pPr>
              <a:defRPr/>
            </a:pPr>
            <a:endParaRPr lang="zh-CN" altLang="en-US"/>
          </a:p>
        </p:txBody>
      </p:sp>
      <p:sp>
        <p:nvSpPr>
          <p:cNvPr id="10" name="Line 47"/>
          <p:cNvSpPr>
            <a:spLocks noChangeShapeType="1"/>
          </p:cNvSpPr>
          <p:nvPr/>
        </p:nvSpPr>
        <p:spPr bwMode="gray">
          <a:xfrm>
            <a:off x="250825" y="1588"/>
            <a:ext cx="0" cy="4511675"/>
          </a:xfrm>
          <a:prstGeom prst="line">
            <a:avLst/>
          </a:prstGeom>
          <a:noFill/>
          <a:ln w="9525">
            <a:solidFill>
              <a:srgbClr val="FFFFFF"/>
            </a:solidFill>
            <a:round/>
          </a:ln>
          <a:effectLst>
            <a:outerShdw dist="17961" dir="2700000" algn="ctr" rotWithShape="0">
              <a:schemeClr val="accent2">
                <a:alpha val="50000"/>
              </a:schemeClr>
            </a:outerShdw>
          </a:effectLst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11" name="Line 48"/>
          <p:cNvSpPr>
            <a:spLocks noChangeShapeType="1"/>
          </p:cNvSpPr>
          <p:nvPr/>
        </p:nvSpPr>
        <p:spPr bwMode="gray">
          <a:xfrm>
            <a:off x="1293813" y="1588"/>
            <a:ext cx="0" cy="4654550"/>
          </a:xfrm>
          <a:prstGeom prst="line">
            <a:avLst/>
          </a:prstGeom>
          <a:noFill/>
          <a:ln w="9525">
            <a:solidFill>
              <a:srgbClr val="FFFFFF"/>
            </a:solidFill>
            <a:round/>
          </a:ln>
          <a:effectLst>
            <a:outerShdw dist="17961" dir="2700000" algn="ctr" rotWithShape="0">
              <a:schemeClr val="accent2">
                <a:alpha val="50000"/>
              </a:schemeClr>
            </a:outerShdw>
          </a:effectLst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12" name="Line 49"/>
          <p:cNvSpPr>
            <a:spLocks noChangeShapeType="1"/>
          </p:cNvSpPr>
          <p:nvPr/>
        </p:nvSpPr>
        <p:spPr bwMode="gray">
          <a:xfrm>
            <a:off x="2338388" y="1588"/>
            <a:ext cx="0" cy="4637087"/>
          </a:xfrm>
          <a:prstGeom prst="line">
            <a:avLst/>
          </a:prstGeom>
          <a:noFill/>
          <a:ln w="9525">
            <a:solidFill>
              <a:srgbClr val="FFFFFF"/>
            </a:solidFill>
            <a:round/>
          </a:ln>
          <a:effectLst>
            <a:outerShdw dist="17961" dir="2700000" algn="ctr" rotWithShape="0">
              <a:schemeClr val="accent2">
                <a:alpha val="50000"/>
              </a:schemeClr>
            </a:outerShdw>
          </a:effectLst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13" name="Line 50"/>
          <p:cNvSpPr>
            <a:spLocks noChangeShapeType="1"/>
          </p:cNvSpPr>
          <p:nvPr/>
        </p:nvSpPr>
        <p:spPr bwMode="gray">
          <a:xfrm>
            <a:off x="3382963" y="1588"/>
            <a:ext cx="0" cy="4478337"/>
          </a:xfrm>
          <a:prstGeom prst="line">
            <a:avLst/>
          </a:prstGeom>
          <a:noFill/>
          <a:ln w="9525">
            <a:solidFill>
              <a:srgbClr val="FFFFFF"/>
            </a:solidFill>
            <a:round/>
          </a:ln>
          <a:effectLst>
            <a:outerShdw dist="17961" dir="2700000" algn="ctr" rotWithShape="0">
              <a:schemeClr val="accent2">
                <a:alpha val="50000"/>
              </a:schemeClr>
            </a:outerShdw>
          </a:effectLst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14" name="Line 51"/>
          <p:cNvSpPr>
            <a:spLocks noChangeShapeType="1"/>
          </p:cNvSpPr>
          <p:nvPr/>
        </p:nvSpPr>
        <p:spPr bwMode="gray">
          <a:xfrm>
            <a:off x="4427538" y="1588"/>
            <a:ext cx="0" cy="4087812"/>
          </a:xfrm>
          <a:prstGeom prst="line">
            <a:avLst/>
          </a:prstGeom>
          <a:noFill/>
          <a:ln w="9525">
            <a:solidFill>
              <a:srgbClr val="FFFFFF"/>
            </a:solidFill>
            <a:round/>
          </a:ln>
          <a:effectLst>
            <a:outerShdw dist="17961" dir="2700000" algn="ctr" rotWithShape="0">
              <a:schemeClr val="accent2">
                <a:alpha val="50000"/>
              </a:schemeClr>
            </a:outerShdw>
          </a:effectLst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15" name="Line 53"/>
          <p:cNvSpPr>
            <a:spLocks noChangeShapeType="1"/>
          </p:cNvSpPr>
          <p:nvPr/>
        </p:nvSpPr>
        <p:spPr bwMode="gray">
          <a:xfrm rot="5400000">
            <a:off x="2913063" y="-2717800"/>
            <a:ext cx="0" cy="5813425"/>
          </a:xfrm>
          <a:prstGeom prst="line">
            <a:avLst/>
          </a:prstGeom>
          <a:noFill/>
          <a:ln w="9525">
            <a:solidFill>
              <a:srgbClr val="FFFFFF"/>
            </a:solidFill>
            <a:round/>
          </a:ln>
          <a:effectLst>
            <a:outerShdw dist="17961" dir="2700000" algn="ctr" rotWithShape="0">
              <a:schemeClr val="accent2">
                <a:alpha val="50000"/>
              </a:schemeClr>
            </a:outerShdw>
          </a:effectLst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16" name="Line 54"/>
          <p:cNvSpPr>
            <a:spLocks noChangeShapeType="1"/>
          </p:cNvSpPr>
          <p:nvPr/>
        </p:nvSpPr>
        <p:spPr bwMode="gray">
          <a:xfrm rot="5400000">
            <a:off x="3006725" y="-2011362"/>
            <a:ext cx="0" cy="6000750"/>
          </a:xfrm>
          <a:prstGeom prst="line">
            <a:avLst/>
          </a:prstGeom>
          <a:noFill/>
          <a:ln w="9525">
            <a:solidFill>
              <a:srgbClr val="FFFFFF"/>
            </a:solidFill>
            <a:round/>
          </a:ln>
          <a:effectLst>
            <a:outerShdw dist="17961" dir="2700000" algn="ctr" rotWithShape="0">
              <a:schemeClr val="accent2">
                <a:alpha val="50000"/>
              </a:schemeClr>
            </a:outerShdw>
          </a:effectLst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17" name="Line 55"/>
          <p:cNvSpPr>
            <a:spLocks noChangeShapeType="1"/>
          </p:cNvSpPr>
          <p:nvPr/>
        </p:nvSpPr>
        <p:spPr bwMode="gray">
          <a:xfrm rot="5400000">
            <a:off x="3011488" y="-1217613"/>
            <a:ext cx="0" cy="6010275"/>
          </a:xfrm>
          <a:prstGeom prst="line">
            <a:avLst/>
          </a:prstGeom>
          <a:noFill/>
          <a:ln w="9525">
            <a:solidFill>
              <a:srgbClr val="FFFFFF"/>
            </a:solidFill>
            <a:round/>
          </a:ln>
          <a:effectLst>
            <a:outerShdw dist="17961" dir="2700000" algn="ctr" rotWithShape="0">
              <a:schemeClr val="accent2">
                <a:alpha val="50000"/>
              </a:schemeClr>
            </a:outerShdw>
          </a:effectLst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18" name="Line 56"/>
          <p:cNvSpPr>
            <a:spLocks noChangeShapeType="1"/>
          </p:cNvSpPr>
          <p:nvPr/>
        </p:nvSpPr>
        <p:spPr bwMode="gray">
          <a:xfrm rot="5400000">
            <a:off x="2907507" y="-313532"/>
            <a:ext cx="0" cy="5802313"/>
          </a:xfrm>
          <a:prstGeom prst="line">
            <a:avLst/>
          </a:prstGeom>
          <a:noFill/>
          <a:ln w="9525">
            <a:solidFill>
              <a:srgbClr val="FFFFFF"/>
            </a:solidFill>
            <a:round/>
          </a:ln>
          <a:effectLst>
            <a:outerShdw dist="17961" dir="2700000" algn="ctr" rotWithShape="0">
              <a:schemeClr val="accent2">
                <a:alpha val="50000"/>
              </a:schemeClr>
            </a:outerShdw>
          </a:effectLst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19" name="Line 57"/>
          <p:cNvSpPr>
            <a:spLocks noChangeShapeType="1"/>
          </p:cNvSpPr>
          <p:nvPr/>
        </p:nvSpPr>
        <p:spPr bwMode="gray">
          <a:xfrm rot="5400000">
            <a:off x="2666207" y="726281"/>
            <a:ext cx="0" cy="5319713"/>
          </a:xfrm>
          <a:prstGeom prst="line">
            <a:avLst/>
          </a:prstGeom>
          <a:noFill/>
          <a:ln w="9525">
            <a:solidFill>
              <a:srgbClr val="FFFFFF"/>
            </a:solidFill>
            <a:round/>
          </a:ln>
          <a:effectLst>
            <a:outerShdw dist="17961" dir="2700000" algn="ctr" rotWithShape="0">
              <a:schemeClr val="accent2">
                <a:alpha val="50000"/>
              </a:schemeClr>
            </a:outerShdw>
          </a:effectLst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20" name="Line 58"/>
          <p:cNvSpPr>
            <a:spLocks noChangeShapeType="1"/>
          </p:cNvSpPr>
          <p:nvPr/>
        </p:nvSpPr>
        <p:spPr bwMode="gray">
          <a:xfrm rot="5400000">
            <a:off x="2115344" y="2077244"/>
            <a:ext cx="0" cy="4217988"/>
          </a:xfrm>
          <a:prstGeom prst="line">
            <a:avLst/>
          </a:prstGeom>
          <a:noFill/>
          <a:ln w="9525">
            <a:solidFill>
              <a:srgbClr val="FFFFFF"/>
            </a:solidFill>
            <a:round/>
          </a:ln>
          <a:effectLst>
            <a:outerShdw dist="17961" dir="2700000" algn="ctr" rotWithShape="0">
              <a:schemeClr val="accent2">
                <a:alpha val="50000"/>
              </a:schemeClr>
            </a:outerShdw>
          </a:effectLst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21" name="Rectangle 59"/>
          <p:cNvSpPr>
            <a:spLocks noChangeArrowheads="1"/>
          </p:cNvSpPr>
          <p:nvPr/>
        </p:nvSpPr>
        <p:spPr bwMode="gray">
          <a:xfrm>
            <a:off x="2362200" y="207963"/>
            <a:ext cx="1012825" cy="769937"/>
          </a:xfrm>
          <a:prstGeom prst="rect">
            <a:avLst/>
          </a:prstGeom>
          <a:solidFill>
            <a:srgbClr val="FFFFFF">
              <a:alpha val="50195"/>
            </a:srgbClr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22" name="Rectangle 60"/>
          <p:cNvSpPr>
            <a:spLocks noChangeArrowheads="1"/>
          </p:cNvSpPr>
          <p:nvPr/>
        </p:nvSpPr>
        <p:spPr bwMode="gray">
          <a:xfrm>
            <a:off x="285750" y="1820863"/>
            <a:ext cx="1012825" cy="768350"/>
          </a:xfrm>
          <a:prstGeom prst="rect">
            <a:avLst/>
          </a:prstGeom>
          <a:solidFill>
            <a:srgbClr val="FFFFFF">
              <a:alpha val="39999"/>
            </a:srgbClr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23" name="Rectangle 61"/>
          <p:cNvSpPr>
            <a:spLocks noChangeArrowheads="1"/>
          </p:cNvSpPr>
          <p:nvPr/>
        </p:nvSpPr>
        <p:spPr bwMode="gray">
          <a:xfrm>
            <a:off x="0" y="203200"/>
            <a:ext cx="250825" cy="769938"/>
          </a:xfrm>
          <a:prstGeom prst="rect">
            <a:avLst/>
          </a:prstGeom>
          <a:solidFill>
            <a:srgbClr val="FFFFFF">
              <a:alpha val="39999"/>
            </a:srgbClr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24" name="Rectangle 62"/>
          <p:cNvSpPr>
            <a:spLocks noChangeArrowheads="1"/>
          </p:cNvSpPr>
          <p:nvPr/>
        </p:nvSpPr>
        <p:spPr bwMode="gray">
          <a:xfrm>
            <a:off x="1331913" y="1588"/>
            <a:ext cx="1012825" cy="176212"/>
          </a:xfrm>
          <a:prstGeom prst="rect">
            <a:avLst/>
          </a:prstGeom>
          <a:solidFill>
            <a:srgbClr val="FFFFFF">
              <a:alpha val="50195"/>
            </a:srgbClr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25" name="Freeform 64"/>
          <p:cNvSpPr/>
          <p:nvPr/>
        </p:nvSpPr>
        <p:spPr bwMode="gray">
          <a:xfrm>
            <a:off x="2365375" y="3406775"/>
            <a:ext cx="1009650" cy="774700"/>
          </a:xfrm>
          <a:custGeom>
            <a:avLst/>
            <a:gdLst>
              <a:gd name="T0" fmla="*/ 0 w 636"/>
              <a:gd name="T1" fmla="*/ 0 h 651"/>
              <a:gd name="T2" fmla="*/ 0 w 636"/>
              <a:gd name="T3" fmla="*/ 767560 h 651"/>
              <a:gd name="T4" fmla="*/ 1009650 w 636"/>
              <a:gd name="T5" fmla="*/ 774700 h 651"/>
              <a:gd name="T6" fmla="*/ 1003300 w 636"/>
              <a:gd name="T7" fmla="*/ 0 h 651"/>
              <a:gd name="T8" fmla="*/ 0 w 636"/>
              <a:gd name="T9" fmla="*/ 0 h 651"/>
              <a:gd name="T10" fmla="*/ 0 60000 65536"/>
              <a:gd name="T11" fmla="*/ 0 60000 65536"/>
              <a:gd name="T12" fmla="*/ 0 60000 65536"/>
              <a:gd name="T13" fmla="*/ 0 60000 65536"/>
              <a:gd name="T14" fmla="*/ 0 60000 65536"/>
            </a:gdLst>
            <a:ahLst/>
            <a:cxnLst>
              <a:cxn ang="T10">
                <a:pos x="T0" y="T1"/>
              </a:cxn>
              <a:cxn ang="T11">
                <a:pos x="T2" y="T3"/>
              </a:cxn>
              <a:cxn ang="T12">
                <a:pos x="T4" y="T5"/>
              </a:cxn>
              <a:cxn ang="T13">
                <a:pos x="T6" y="T7"/>
              </a:cxn>
              <a:cxn ang="T14">
                <a:pos x="T8" y="T9"/>
              </a:cxn>
            </a:cxnLst>
            <a:rect l="0" t="0" r="r" b="b"/>
            <a:pathLst>
              <a:path w="636" h="651">
                <a:moveTo>
                  <a:pt x="0" y="0"/>
                </a:moveTo>
                <a:lnTo>
                  <a:pt x="0" y="645"/>
                </a:lnTo>
                <a:lnTo>
                  <a:pt x="636" y="651"/>
                </a:lnTo>
                <a:lnTo>
                  <a:pt x="632" y="0"/>
                </a:lnTo>
                <a:lnTo>
                  <a:pt x="0" y="0"/>
                </a:lnTo>
                <a:close/>
              </a:path>
            </a:pathLst>
          </a:custGeom>
          <a:solidFill>
            <a:srgbClr val="FFFFFF">
              <a:alpha val="39999"/>
            </a:srgbClr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</a14:hiddenLine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26" name="Rectangle 31"/>
          <p:cNvSpPr>
            <a:spLocks noChangeArrowheads="1"/>
          </p:cNvSpPr>
          <p:nvPr/>
        </p:nvSpPr>
        <p:spPr bwMode="gray">
          <a:xfrm>
            <a:off x="285750" y="1827213"/>
            <a:ext cx="1012825" cy="768350"/>
          </a:xfrm>
          <a:prstGeom prst="rect">
            <a:avLst/>
          </a:prstGeom>
          <a:solidFill>
            <a:srgbClr val="FFFFFF">
              <a:alpha val="30196"/>
            </a:srgbClr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27" name="Text Box 38"/>
          <p:cNvSpPr txBox="1">
            <a:spLocks noChangeArrowheads="1"/>
          </p:cNvSpPr>
          <p:nvPr/>
        </p:nvSpPr>
        <p:spPr bwMode="gray">
          <a:xfrm>
            <a:off x="333375" y="3535363"/>
            <a:ext cx="1314450" cy="4318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defRPr/>
            </a:pPr>
            <a:r>
              <a:rPr lang="en-US" altLang="zh-CN" sz="2200" smtClean="0">
                <a:latin typeface="Arial Black" panose="020B0A04020102020204" pitchFamily="34" charset="0"/>
              </a:rPr>
              <a:t>L/O/G/O</a:t>
            </a:r>
            <a:endParaRPr lang="en-US" altLang="zh-CN" sz="2200" smtClean="0">
              <a:latin typeface="Arial Black" panose="020B0A04020102020204" pitchFamily="34" charset="0"/>
            </a:endParaRPr>
          </a:p>
        </p:txBody>
      </p:sp>
      <p:grpSp>
        <p:nvGrpSpPr>
          <p:cNvPr id="28" name="Group 71"/>
          <p:cNvGrpSpPr/>
          <p:nvPr/>
        </p:nvGrpSpPr>
        <p:grpSpPr bwMode="auto">
          <a:xfrm>
            <a:off x="8077200" y="0"/>
            <a:ext cx="1076325" cy="5143500"/>
            <a:chOff x="5088" y="0"/>
            <a:chExt cx="678" cy="4320"/>
          </a:xfrm>
        </p:grpSpPr>
        <p:sp>
          <p:nvSpPr>
            <p:cNvPr id="29" name="Freeform 66"/>
            <p:cNvSpPr/>
            <p:nvPr userDrawn="1"/>
          </p:nvSpPr>
          <p:spPr bwMode="gray">
            <a:xfrm>
              <a:off x="5088" y="0"/>
              <a:ext cx="672" cy="702"/>
            </a:xfrm>
            <a:custGeom>
              <a:avLst/>
              <a:gdLst>
                <a:gd name="T0" fmla="*/ 0 w 672"/>
                <a:gd name="T1" fmla="*/ 421 h 720"/>
                <a:gd name="T2" fmla="*/ 288 w 672"/>
                <a:gd name="T3" fmla="*/ 0 h 720"/>
                <a:gd name="T4" fmla="*/ 672 w 672"/>
                <a:gd name="T5" fmla="*/ 0 h 720"/>
                <a:gd name="T6" fmla="*/ 672 w 672"/>
                <a:gd name="T7" fmla="*/ 702 h 720"/>
                <a:gd name="T8" fmla="*/ 0 w 672"/>
                <a:gd name="T9" fmla="*/ 421 h 720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672" h="720">
                  <a:moveTo>
                    <a:pt x="0" y="432"/>
                  </a:moveTo>
                  <a:cubicBezTo>
                    <a:pt x="186" y="216"/>
                    <a:pt x="288" y="0"/>
                    <a:pt x="288" y="0"/>
                  </a:cubicBezTo>
                  <a:lnTo>
                    <a:pt x="672" y="0"/>
                  </a:lnTo>
                  <a:lnTo>
                    <a:pt x="672" y="720"/>
                  </a:lnTo>
                  <a:cubicBezTo>
                    <a:pt x="672" y="720"/>
                    <a:pt x="384" y="516"/>
                    <a:pt x="0" y="432"/>
                  </a:cubicBezTo>
                  <a:close/>
                </a:path>
              </a:pathLst>
            </a:custGeom>
            <a:solidFill>
              <a:srgbClr val="E8E8E8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30" name="Freeform 67"/>
            <p:cNvSpPr/>
            <p:nvPr userDrawn="1"/>
          </p:nvSpPr>
          <p:spPr bwMode="gray">
            <a:xfrm>
              <a:off x="5602" y="3496"/>
              <a:ext cx="164" cy="824"/>
            </a:xfrm>
            <a:custGeom>
              <a:avLst/>
              <a:gdLst>
                <a:gd name="T0" fmla="*/ 159 w 212"/>
                <a:gd name="T1" fmla="*/ 0 h 824"/>
                <a:gd name="T2" fmla="*/ 0 w 212"/>
                <a:gd name="T3" fmla="*/ 82 h 824"/>
                <a:gd name="T4" fmla="*/ 130 w 212"/>
                <a:gd name="T5" fmla="*/ 824 h 824"/>
                <a:gd name="T6" fmla="*/ 164 w 212"/>
                <a:gd name="T7" fmla="*/ 822 h 824"/>
                <a:gd name="T8" fmla="*/ 159 w 212"/>
                <a:gd name="T9" fmla="*/ 0 h 824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212" h="824">
                  <a:moveTo>
                    <a:pt x="206" y="0"/>
                  </a:moveTo>
                  <a:cubicBezTo>
                    <a:pt x="104" y="54"/>
                    <a:pt x="0" y="82"/>
                    <a:pt x="0" y="82"/>
                  </a:cubicBezTo>
                  <a:cubicBezTo>
                    <a:pt x="0" y="82"/>
                    <a:pt x="148" y="378"/>
                    <a:pt x="168" y="824"/>
                  </a:cubicBezTo>
                  <a:lnTo>
                    <a:pt x="212" y="822"/>
                  </a:lnTo>
                  <a:cubicBezTo>
                    <a:pt x="212" y="822"/>
                    <a:pt x="209" y="411"/>
                    <a:pt x="206" y="0"/>
                  </a:cubicBezTo>
                  <a:close/>
                </a:path>
              </a:pathLst>
            </a:custGeom>
            <a:solidFill>
              <a:srgbClr val="E8E8E8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</p:grpSp>
      <p:sp>
        <p:nvSpPr>
          <p:cNvPr id="31" name="Rectangle 80"/>
          <p:cNvSpPr>
            <a:spLocks noChangeArrowheads="1"/>
          </p:cNvSpPr>
          <p:nvPr/>
        </p:nvSpPr>
        <p:spPr bwMode="gray">
          <a:xfrm>
            <a:off x="5495925" y="1000125"/>
            <a:ext cx="660400" cy="769938"/>
          </a:xfrm>
          <a:prstGeom prst="rect">
            <a:avLst/>
          </a:prstGeom>
          <a:solidFill>
            <a:srgbClr val="FFFFFF">
              <a:alpha val="39999"/>
            </a:srgbClr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32" name="Line 81"/>
          <p:cNvSpPr>
            <a:spLocks noChangeShapeType="1"/>
          </p:cNvSpPr>
          <p:nvPr/>
        </p:nvSpPr>
        <p:spPr bwMode="gray">
          <a:xfrm>
            <a:off x="5480050" y="1588"/>
            <a:ext cx="0" cy="3178175"/>
          </a:xfrm>
          <a:prstGeom prst="line">
            <a:avLst/>
          </a:prstGeom>
          <a:noFill/>
          <a:ln w="9525">
            <a:solidFill>
              <a:srgbClr val="FFFFFF"/>
            </a:solidFill>
            <a:round/>
          </a:ln>
          <a:effectLst>
            <a:outerShdw dist="17961" dir="2700000" algn="ctr" rotWithShape="0">
              <a:schemeClr val="accent2">
                <a:alpha val="50000"/>
              </a:schemeClr>
            </a:outerShdw>
          </a:effectLst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33" name="Rectangle 82"/>
          <p:cNvSpPr>
            <a:spLocks noChangeArrowheads="1"/>
          </p:cNvSpPr>
          <p:nvPr/>
        </p:nvSpPr>
        <p:spPr bwMode="gray">
          <a:xfrm>
            <a:off x="4457700" y="2620963"/>
            <a:ext cx="1012825" cy="769937"/>
          </a:xfrm>
          <a:prstGeom prst="rect">
            <a:avLst/>
          </a:prstGeom>
          <a:solidFill>
            <a:srgbClr val="FFFFFF">
              <a:alpha val="30196"/>
            </a:srgbClr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pic>
        <p:nvPicPr>
          <p:cNvPr id="34" name="Picture 83" descr="water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2409" t="16374" b="27486"/>
          <a:stretch>
            <a:fillRect/>
          </a:stretch>
        </p:blipFill>
        <p:spPr bwMode="gray">
          <a:xfrm rot="393398">
            <a:off x="2667000" y="457200"/>
            <a:ext cx="2663825" cy="16478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3075" name="Rectangle 3"/>
          <p:cNvSpPr>
            <a:spLocks noGrp="1" noChangeArrowheads="1"/>
          </p:cNvSpPr>
          <p:nvPr>
            <p:ph type="subTitle" idx="1"/>
          </p:nvPr>
        </p:nvSpPr>
        <p:spPr>
          <a:xfrm>
            <a:off x="333375" y="3813572"/>
            <a:ext cx="6400800" cy="342900"/>
          </a:xfrm>
        </p:spPr>
        <p:txBody>
          <a:bodyPr/>
          <a:lstStyle>
            <a:lvl1pPr marL="0" indent="0">
              <a:buFontTx/>
              <a:buNone/>
              <a:defRPr sz="1600">
                <a:latin typeface="Times New Roman" panose="02020603050405020304" pitchFamily="18" charset="0"/>
              </a:defRPr>
            </a:lvl1pPr>
          </a:lstStyle>
          <a:p>
            <a:r>
              <a:rPr lang="zh-CN" altLang="en-US" smtClean="0"/>
              <a:t>单击此处编辑母版副标题样式</a:t>
            </a:r>
            <a:endParaRPr lang="en-US" altLang="zh-CN"/>
          </a:p>
        </p:txBody>
      </p:sp>
      <p:sp>
        <p:nvSpPr>
          <p:cNvPr id="3074" name="Rectangle 2"/>
          <p:cNvSpPr>
            <a:spLocks noGrp="1" noChangeArrowheads="1"/>
          </p:cNvSpPr>
          <p:nvPr>
            <p:ph type="ctrTitle"/>
          </p:nvPr>
        </p:nvSpPr>
        <p:spPr bwMode="gray">
          <a:xfrm>
            <a:off x="333375" y="1413273"/>
            <a:ext cx="8229600" cy="1102519"/>
          </a:xfrm>
          <a:effectLst/>
        </p:spPr>
        <p:txBody>
          <a:bodyPr/>
          <a:lstStyle>
            <a:lvl1pPr>
              <a:defRPr sz="4800"/>
            </a:lvl1pPr>
          </a:lstStyle>
          <a:p>
            <a:r>
              <a:rPr lang="zh-CN" altLang="en-US" smtClean="0"/>
              <a:t>单击此处编辑母版标题样式</a:t>
            </a:r>
            <a:endParaRPr lang="en-US" altLang="zh-CN"/>
          </a:p>
        </p:txBody>
      </p:sp>
      <p:sp>
        <p:nvSpPr>
          <p:cNvPr id="35" name="Rectangle 4"/>
          <p:cNvSpPr>
            <a:spLocks noGrp="1" noChangeArrowheads="1"/>
          </p:cNvSpPr>
          <p:nvPr>
            <p:ph type="dt" sz="half" idx="10"/>
          </p:nvPr>
        </p:nvSpPr>
        <p:spPr>
          <a:xfrm>
            <a:off x="457200" y="4805363"/>
            <a:ext cx="2133600" cy="236537"/>
          </a:xfrm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FA2D36FF-A46C-4327-8AFC-8F8CA4A9DA15}" type="datetimeFigureOut">
              <a:rPr lang="zh-CN" altLang="en-US"/>
            </a:fld>
            <a:endParaRPr lang="zh-CN" altLang="en-US"/>
          </a:p>
        </p:txBody>
      </p:sp>
      <p:sp>
        <p:nvSpPr>
          <p:cNvPr id="36" name="Rectangle 5"/>
          <p:cNvSpPr>
            <a:spLocks noGrp="1" noChangeArrowheads="1"/>
          </p:cNvSpPr>
          <p:nvPr>
            <p:ph type="ftr" sz="quarter" idx="11"/>
          </p:nvPr>
        </p:nvSpPr>
        <p:spPr>
          <a:xfrm>
            <a:off x="3124200" y="4805363"/>
            <a:ext cx="2895600" cy="236537"/>
          </a:xfrm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CN" altLang="en-US"/>
          </a:p>
        </p:txBody>
      </p:sp>
      <p:sp>
        <p:nvSpPr>
          <p:cNvPr id="37" name="Rectangle 6"/>
          <p:cNvSpPr>
            <a:spLocks noGrp="1" noChangeArrowheads="1"/>
          </p:cNvSpPr>
          <p:nvPr>
            <p:ph type="sldNum" sz="quarter" idx="12"/>
          </p:nvPr>
        </p:nvSpPr>
        <p:spPr>
          <a:xfrm>
            <a:off x="6553200" y="4805363"/>
            <a:ext cx="2133600" cy="236537"/>
          </a:xfrm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AD040C1A-D003-4E5C-A006-F82E32A5D951}" type="slidenum">
              <a:rPr lang="zh-CN" altLang="en-US"/>
            </a:fld>
            <a:endParaRPr lang="zh-CN" altLang="en-US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60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10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grpId="0" nodeType="withEffect">
                                  <p:stCondLst>
                                    <p:cond delay="130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10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10" presetClass="entr" presetSubtype="0" fill="hold" grpId="0" nodeType="withEffect">
                                  <p:stCondLst>
                                    <p:cond delay="200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" dur="10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7" fill="hold">
                            <p:stCondLst>
                              <p:cond delay="1000"/>
                            </p:stCondLst>
                            <p:childTnLst>
                              <p:par>
                                <p:cTn id="18" presetID="26" presetClass="emph" presetSubtype="0" fill="hold" grpId="1" nodeType="after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9" dur="2000" tmFilter="0, 0; .2, .5; .8, .5; 1, 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  <p:animScale>
                                      <p:cBhvr>
                                        <p:cTn id="20" dur="1000" autoRev="1" fill="hold"/>
                                        <p:tgtEl>
                                          <p:spTgt spid="7"/>
                                        </p:tgtEl>
                                      </p:cBhvr>
                                      <p:by x="105000" y="105000"/>
                                    </p:animScale>
                                  </p:childTnLst>
                                </p:cTn>
                              </p:par>
                              <p:par>
                                <p:cTn id="21" presetID="26" presetClass="emph" presetSubtype="0" fill="hold" grpId="1" nodeType="withEffect">
                                  <p:stCondLst>
                                    <p:cond delay="50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22" dur="2000" tmFilter="0, 0; .2, .5; .8, .5; 1, 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  <p:animScale>
                                      <p:cBhvr>
                                        <p:cTn id="23" dur="1000" autoRev="1" fill="hold"/>
                                        <p:tgtEl>
                                          <p:spTgt spid="6"/>
                                        </p:tgtEl>
                                      </p:cBhvr>
                                      <p:by x="105000" y="105000"/>
                                    </p:animScale>
                                  </p:childTnLst>
                                </p:cTn>
                              </p:par>
                              <p:par>
                                <p:cTn id="24" presetID="26" presetClass="emph" presetSubtype="0" fill="hold" grpId="1" nodeType="withEffect">
                                  <p:stCondLst>
                                    <p:cond delay="100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25" dur="2000" tmFilter="0, 0; .2, .5; .8, .5; 1, 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  <p:animScale>
                                      <p:cBhvr>
                                        <p:cTn id="26" dur="1000" autoRev="1" fill="hold"/>
                                        <p:tgtEl>
                                          <p:spTgt spid="5"/>
                                        </p:tgtEl>
                                      </p:cBhvr>
                                      <p:by x="105000" y="105000"/>
                                    </p:animScale>
                                  </p:childTnLst>
                                </p:cTn>
                              </p:par>
                              <p:par>
                                <p:cTn id="27" presetID="26" presetClass="emph" presetSubtype="0" fill="hold" grpId="1" nodeType="withEffect">
                                  <p:stCondLst>
                                    <p:cond delay="160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28" dur="2000" tmFilter="0, 0; .2, .5; .8, .5; 1, 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  <p:animScale>
                                      <p:cBhvr>
                                        <p:cTn id="29" dur="1000" autoRev="1" fill="hold"/>
                                        <p:tgtEl>
                                          <p:spTgt spid="4"/>
                                        </p:tgtEl>
                                      </p:cBhvr>
                                      <p:by x="105000" y="105000"/>
                                    </p:animScale>
                                  </p:childTnLst>
                                </p:cTn>
                              </p:par>
                              <p:par>
                                <p:cTn id="30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10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animBg="1"/>
      <p:bldP spid="4" grpId="1" animBg="1"/>
      <p:bldP spid="5" grpId="0" animBg="1"/>
      <p:bldP spid="5" grpId="1" animBg="1"/>
      <p:bldP spid="6" grpId="0" animBg="1"/>
      <p:bldP spid="6" grpId="1" animBg="1"/>
      <p:bldP spid="7" grpId="0" animBg="1"/>
      <p:bldP spid="7" grpId="1" animBg="1"/>
    </p:bldLst>
  </p:timing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5F3B303A-EB72-400E-B3EF-8F0316D7A345}" type="datetimeFigureOut">
              <a:rPr lang="zh-CN" altLang="en-US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C9E7E7D4-3E25-417E-82DA-BA547F68252B}" type="slidenum">
              <a:rPr lang="zh-CN" altLang="en-US"/>
            </a:fld>
            <a:endParaRPr lang="en-US" altLang="zh-CN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722313" y="3305176"/>
            <a:ext cx="7772400" cy="1021556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722313" y="2180035"/>
            <a:ext cx="7772400" cy="1125140"/>
          </a:xfrm>
        </p:spPr>
        <p:txBody>
          <a:bodyPr anchor="b"/>
          <a:lstStyle>
            <a:lvl1pPr marL="0" indent="0">
              <a:buNone/>
              <a:defRPr sz="2000"/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8C1D0A2E-5D0A-4FBC-A5F4-42EB5A5BBBBB}" type="datetimeFigureOut">
              <a:rPr lang="zh-CN" altLang="en-US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5FEC09FC-EBAE-412D-A6F5-439F4DBE8792}" type="slidenum">
              <a:rPr lang="zh-CN" altLang="en-US"/>
            </a:fld>
            <a:endParaRPr lang="en-US" altLang="zh-CN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457200" y="1200151"/>
            <a:ext cx="4038600" cy="3394472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4648200" y="1200151"/>
            <a:ext cx="4038600" cy="3394472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9D1512C5-0FF1-4BE0-A529-90E42A40E1F4}" type="datetimeFigureOut">
              <a:rPr lang="zh-CN" altLang="en-US"/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1414B60F-6867-45BC-87D6-C90DD4B1C6AD}" type="slidenum">
              <a:rPr lang="zh-CN" altLang="en-US"/>
            </a:fld>
            <a:endParaRPr lang="en-US" altLang="zh-CN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57200" y="205979"/>
            <a:ext cx="8229600" cy="857250"/>
          </a:xfrm>
        </p:spPr>
        <p:txBody>
          <a:bodyPr/>
          <a:lstStyle>
            <a:lvl1pPr>
              <a:defRPr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457200" y="1151335"/>
            <a:ext cx="4040188" cy="47982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457200" y="1631156"/>
            <a:ext cx="4040188" cy="2963466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</p:nvPr>
        </p:nvSpPr>
        <p:spPr>
          <a:xfrm>
            <a:off x="4645026" y="1151335"/>
            <a:ext cx="4041775" cy="47982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4645026" y="1631156"/>
            <a:ext cx="4041775" cy="2963466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7" name="日期占位符 6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F78AF3D3-1853-4BE4-9C7B-7E2E53B5C00E}" type="datetimeFigureOut">
              <a:rPr lang="zh-CN" altLang="en-US"/>
            </a:fld>
            <a:endParaRPr lang="zh-CN" altLang="en-US"/>
          </a:p>
        </p:txBody>
      </p:sp>
      <p:sp>
        <p:nvSpPr>
          <p:cNvPr id="8" name="页脚占位符 7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9" name="灯片编号占位符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AA06CEB9-BF2B-4A8E-8C05-06A5DB985C5D}" type="slidenum">
              <a:rPr lang="zh-CN" altLang="en-US"/>
            </a:fld>
            <a:endParaRPr lang="en-US" altLang="zh-CN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0048DE47-2E99-4237-9D5B-74CE382D5DF3}" type="datetimeFigureOut">
              <a:rPr lang="zh-CN" altLang="en-US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B7EA3765-03C0-49BB-B83A-F33C8D3C348A}" type="slidenum">
              <a:rPr lang="zh-CN" altLang="en-US"/>
            </a:fld>
            <a:endParaRPr lang="en-US" altLang="zh-CN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4F9D3A27-8E7F-4CF2-A595-51D6FFD877B7}" type="datetimeFigureOut">
              <a:rPr lang="zh-CN" altLang="en-US"/>
            </a:fld>
            <a:endParaRPr lang="zh-CN" altLang="en-US"/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509140AC-4248-41FA-BF5B-A11768E8A9D3}" type="slidenum">
              <a:rPr lang="zh-CN" altLang="en-US"/>
            </a:fld>
            <a:endParaRPr lang="en-US" altLang="zh-CN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57201" y="204787"/>
            <a:ext cx="3008313" cy="8715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3575050" y="204788"/>
            <a:ext cx="5111750" cy="438983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457201" y="1076326"/>
            <a:ext cx="3008313" cy="3518297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7973FCC1-315F-47CD-8FDA-D9273C6CAF4C}" type="datetimeFigureOut">
              <a:rPr lang="zh-CN" altLang="en-US"/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E7515E3C-BF78-482C-B2C0-21EE9C8F9F98}" type="slidenum">
              <a:rPr lang="zh-CN" altLang="en-US"/>
            </a:fld>
            <a:endParaRPr lang="en-US" altLang="zh-CN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1792288" y="3600450"/>
            <a:ext cx="5486400" cy="425054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图片占位符 2"/>
          <p:cNvSpPr>
            <a:spLocks noGrp="1"/>
          </p:cNvSpPr>
          <p:nvPr>
            <p:ph type="pic" idx="1"/>
          </p:nvPr>
        </p:nvSpPr>
        <p:spPr>
          <a:xfrm>
            <a:off x="1792288" y="459581"/>
            <a:ext cx="5486400" cy="30861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r>
              <a:rPr lang="zh-CN" altLang="en-US" noProof="0" smtClean="0"/>
              <a:t>单击图标添加图片</a:t>
            </a:r>
            <a:endParaRPr lang="zh-CN" altLang="en-US" noProof="0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1792288" y="4025503"/>
            <a:ext cx="5486400" cy="603647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33977210-F562-4E52-B9A2-711C704FBE5A}" type="datetimeFigureOut">
              <a:rPr lang="zh-CN" altLang="en-US"/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1CF2BBC5-FA14-42FC-A063-4AC83DC1DD67}" type="slidenum">
              <a:rPr lang="zh-CN" altLang="en-US"/>
            </a:fld>
            <a:endParaRPr lang="en-US" altLang="zh-CN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72ED5D84-95B7-4995-B7A1-544EBA3459EF}" type="datetimeFigureOut">
              <a:rPr lang="zh-CN" altLang="en-US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18E36A07-30CB-4E4B-BA9B-DD249FB1B36A}" type="slidenum">
              <a:rPr lang="zh-CN" altLang="en-US"/>
            </a:fld>
            <a:endParaRPr lang="en-US" altLang="zh-CN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垂直排列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6629400" y="244079"/>
            <a:ext cx="2057400" cy="4350544"/>
          </a:xfrm>
        </p:spPr>
        <p:txBody>
          <a:bodyPr vert="eaVert"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457200" y="244079"/>
            <a:ext cx="6019800" cy="4350544"/>
          </a:xfrm>
        </p:spPr>
        <p:txBody>
          <a:bodyPr vert="eaVert"/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2F41641D-12FF-4823-9BD1-5AC178CD60F3}" type="datetimeFigureOut">
              <a:rPr lang="zh-CN" altLang="en-US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66BAEF94-9603-4039-ABA7-1D4B5F274CA4}" type="slidenum">
              <a:rPr lang="zh-CN" altLang="en-US"/>
            </a:fld>
            <a:endParaRPr lang="en-US" altLang="zh-CN"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txAndObj" preserve="1">
  <p:cSld name="标题，文本与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57200" y="244079"/>
            <a:ext cx="8229600" cy="695325"/>
          </a:xfrm>
        </p:spPr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sz="half" idx="1"/>
          </p:nvPr>
        </p:nvSpPr>
        <p:spPr>
          <a:xfrm>
            <a:off x="457200" y="1200151"/>
            <a:ext cx="4038600" cy="3394472"/>
          </a:xfrm>
        </p:spPr>
        <p:txBody>
          <a:bodyPr/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4648200" y="1200151"/>
            <a:ext cx="4038600" cy="3394472"/>
          </a:xfrm>
        </p:spPr>
        <p:txBody>
          <a:bodyPr/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88127BE0-CD63-447D-A0E3-18BE2EEFB3C6}" type="datetimeFigureOut">
              <a:rPr lang="zh-CN" altLang="en-US"/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zh-CN"/>
              <a:t>www.themegallery.com</a:t>
            </a:r>
            <a:endParaRPr lang="en-US" altLang="zh-CN" dirty="0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29F4190F-F75B-40AC-8AFE-9FBDE9D0D0A4}" type="slidenum">
              <a:rPr lang="zh-CN" altLang="en-US"/>
            </a:fld>
            <a:endParaRPr lang="en-US" altLang="zh-CN"/>
          </a:p>
        </p:txBody>
      </p:sp>
    </p:spTree>
  </p:cSld>
  <p:clrMapOvr>
    <a:masterClrMapping/>
  </p:clrMapOvr>
  <p:hf sldNum="0" hdr="0" dt="0"/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txOverObj" preserve="1">
  <p:cSld name="标题和文本在内容之上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57200" y="244079"/>
            <a:ext cx="8229600" cy="695325"/>
          </a:xfrm>
        </p:spPr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sz="half" idx="1"/>
          </p:nvPr>
        </p:nvSpPr>
        <p:spPr>
          <a:xfrm>
            <a:off x="457200" y="1200150"/>
            <a:ext cx="8229600" cy="1639491"/>
          </a:xfrm>
        </p:spPr>
        <p:txBody>
          <a:bodyPr/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457200" y="2953942"/>
            <a:ext cx="8229600" cy="1640681"/>
          </a:xfrm>
        </p:spPr>
        <p:txBody>
          <a:bodyPr/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31E98E7F-FF63-49ED-B65D-56B26A604FC2}" type="datetimeFigureOut">
              <a:rPr lang="zh-CN" altLang="en-US"/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zh-CN"/>
              <a:t>www.themegallery.com</a:t>
            </a:r>
            <a:endParaRPr lang="en-US" altLang="zh-CN" dirty="0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32210B80-91FE-4377-B4B9-E828399D2EC8}" type="slidenum">
              <a:rPr lang="zh-CN" altLang="en-US"/>
            </a:fld>
            <a:endParaRPr lang="en-US" altLang="zh-CN"/>
          </a:p>
        </p:txBody>
      </p:sp>
    </p:spTree>
  </p:cSld>
  <p:clrMapOvr>
    <a:masterClrMapping/>
  </p:clrMapOvr>
  <p:hf sldNum="0" hdr="0" dt="0"/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tbl" preserve="1">
  <p:cSld name="标题和表格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57200" y="244079"/>
            <a:ext cx="8229600" cy="695325"/>
          </a:xfrm>
        </p:spPr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表格占位符 2"/>
          <p:cNvSpPr>
            <a:spLocks noGrp="1"/>
          </p:cNvSpPr>
          <p:nvPr>
            <p:ph type="tbl" idx="1" hasCustomPrompt="1"/>
          </p:nvPr>
        </p:nvSpPr>
        <p:spPr>
          <a:xfrm>
            <a:off x="457200" y="1200151"/>
            <a:ext cx="8229600" cy="3394472"/>
          </a:xfrm>
        </p:spPr>
        <p:txBody>
          <a:bodyPr/>
          <a:lstStyle/>
          <a:p>
            <a:pPr lvl="0"/>
            <a:r>
              <a:rPr lang="zh-CN" altLang="en-US" noProof="0" smtClean="0"/>
              <a:t>单击图标添加表格</a:t>
            </a:r>
            <a:endParaRPr lang="zh-CN" altLang="en-US" noProof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2415E03F-9046-4BC9-91FC-3DB117B901DE}" type="slidenum">
              <a:rPr lang="zh-CN" altLang="en-US"/>
            </a:fld>
            <a:endParaRPr lang="en-US" altLang="zh-CN"/>
          </a:p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chart" preserve="1">
  <p:cSld name="标题和图表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57200" y="244079"/>
            <a:ext cx="8229600" cy="695325"/>
          </a:xfrm>
        </p:spPr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图表占位符 2"/>
          <p:cNvSpPr>
            <a:spLocks noGrp="1"/>
          </p:cNvSpPr>
          <p:nvPr>
            <p:ph type="chart" idx="1" hasCustomPrompt="1"/>
          </p:nvPr>
        </p:nvSpPr>
        <p:spPr>
          <a:xfrm>
            <a:off x="457200" y="1200151"/>
            <a:ext cx="8229600" cy="3394472"/>
          </a:xfrm>
        </p:spPr>
        <p:txBody>
          <a:bodyPr/>
          <a:lstStyle/>
          <a:p>
            <a:pPr lvl="0"/>
            <a:r>
              <a:rPr lang="zh-CN" altLang="en-US" noProof="0" smtClean="0"/>
              <a:t>单击图标添加图表</a:t>
            </a:r>
            <a:endParaRPr lang="zh-CN" altLang="en-US" noProof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24D280C2-FD1A-42B6-81BF-808414EBDACF}" type="slidenum">
              <a:rPr lang="zh-CN" altLang="en-US"/>
            </a:fld>
            <a:endParaRPr lang="en-US" altLang="zh-CN"/>
          </a:p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dgm" preserve="1">
  <p:cSld name="标题和图示或组织结构图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57200" y="244079"/>
            <a:ext cx="8229600" cy="695325"/>
          </a:xfrm>
        </p:spPr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SmartArt 占位符 2"/>
          <p:cNvSpPr>
            <a:spLocks noGrp="1"/>
          </p:cNvSpPr>
          <p:nvPr>
            <p:ph type="pic" idx="1" hasCustomPrompt="1"/>
          </p:nvPr>
        </p:nvSpPr>
        <p:spPr>
          <a:xfrm>
            <a:off x="457200" y="1200151"/>
            <a:ext cx="8229600" cy="3394472"/>
          </a:xfrm>
        </p:spPr>
        <p:txBody>
          <a:bodyPr/>
          <a:lstStyle/>
          <a:p>
            <a:pPr lvl="0"/>
            <a:r>
              <a:rPr lang="zh-CN" altLang="en-US" noProof="0" smtClean="0"/>
              <a:t>单击图标添加 </a:t>
            </a:r>
            <a:r>
              <a:rPr lang="en-US" altLang="zh-CN" noProof="0" smtClean="0"/>
              <a:t>SmartArt </a:t>
            </a:r>
            <a:r>
              <a:rPr lang="zh-CN" altLang="en-US" noProof="0" smtClean="0"/>
              <a:t>图形</a:t>
            </a:r>
            <a:endParaRPr lang="zh-CN" altLang="en-US" noProof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5E5105B9-EBC0-45AB-ACE3-60C8D4F09A6E}" type="datetimeFigureOut">
              <a:rPr lang="zh-CN" altLang="en-US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zh-CN"/>
              <a:t>www.themegallery.com</a:t>
            </a:r>
            <a:endParaRPr lang="en-US" altLang="zh-CN" dirty="0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32392B56-4AF0-48F3-A189-7C4D46BD7402}" type="slidenum">
              <a:rPr lang="zh-CN" altLang="en-US"/>
            </a:fld>
            <a:endParaRPr lang="en-US" altLang="zh-CN"/>
          </a:p>
        </p:txBody>
      </p:sp>
    </p:spTree>
  </p:cSld>
  <p:clrMapOvr>
    <a:masterClrMapping/>
  </p:clrMapOvr>
  <p:hf sldNum="0" hdr="0" dt="0"/>
</p:sldLayout>
</file>

<file path=ppt/slideMasters/_rels/slideMaster1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9.xml"/><Relationship Id="rId8" Type="http://schemas.openxmlformats.org/officeDocument/2006/relationships/slideLayout" Target="../slideLayouts/slideLayout8.xml"/><Relationship Id="rId7" Type="http://schemas.openxmlformats.org/officeDocument/2006/relationships/slideLayout" Target="../slideLayouts/slideLayout7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9" Type="http://schemas.openxmlformats.org/officeDocument/2006/relationships/theme" Target="../theme/theme1.xml"/><Relationship Id="rId18" Type="http://schemas.openxmlformats.org/officeDocument/2006/relationships/image" Target="../media/image2.png"/><Relationship Id="rId17" Type="http://schemas.openxmlformats.org/officeDocument/2006/relationships/image" Target="../media/image1.png"/><Relationship Id="rId16" Type="http://schemas.openxmlformats.org/officeDocument/2006/relationships/slideLayout" Target="../slideLayouts/slideLayout16.xml"/><Relationship Id="rId15" Type="http://schemas.openxmlformats.org/officeDocument/2006/relationships/slideLayout" Target="../slideLayouts/slideLayout15.xml"/><Relationship Id="rId14" Type="http://schemas.openxmlformats.org/officeDocument/2006/relationships/slideLayout" Target="../slideLayouts/slideLayout14.xml"/><Relationship Id="rId13" Type="http://schemas.openxmlformats.org/officeDocument/2006/relationships/slideLayout" Target="../slideLayouts/slideLayout13.xml"/><Relationship Id="rId12" Type="http://schemas.openxmlformats.org/officeDocument/2006/relationships/slideLayout" Target="../slideLayouts/slideLayout12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31" name="Freeform 7"/>
          <p:cNvSpPr/>
          <p:nvPr/>
        </p:nvSpPr>
        <p:spPr bwMode="gray">
          <a:xfrm>
            <a:off x="-9525" y="-7938"/>
            <a:ext cx="9156700" cy="5154613"/>
          </a:xfrm>
          <a:custGeom>
            <a:avLst/>
            <a:gdLst/>
            <a:ahLst/>
            <a:cxnLst>
              <a:cxn ang="0">
                <a:pos x="5766" y="605"/>
              </a:cxn>
              <a:cxn ang="0">
                <a:pos x="5768" y="4325"/>
              </a:cxn>
              <a:cxn ang="0">
                <a:pos x="1082" y="4329"/>
              </a:cxn>
              <a:cxn ang="0">
                <a:pos x="13" y="3351"/>
              </a:cxn>
              <a:cxn ang="0">
                <a:pos x="0" y="0"/>
              </a:cxn>
              <a:cxn ang="0">
                <a:pos x="2428" y="7"/>
              </a:cxn>
              <a:cxn ang="0">
                <a:pos x="5766" y="605"/>
              </a:cxn>
            </a:cxnLst>
            <a:rect l="0" t="0" r="r" b="b"/>
            <a:pathLst>
              <a:path w="5768" h="4329">
                <a:moveTo>
                  <a:pt x="5766" y="605"/>
                </a:moveTo>
                <a:cubicBezTo>
                  <a:pt x="5767" y="2464"/>
                  <a:pt x="5768" y="4325"/>
                  <a:pt x="5768" y="4325"/>
                </a:cubicBezTo>
                <a:lnTo>
                  <a:pt x="1082" y="4329"/>
                </a:lnTo>
                <a:cubicBezTo>
                  <a:pt x="318" y="3809"/>
                  <a:pt x="9" y="3349"/>
                  <a:pt x="13" y="3351"/>
                </a:cubicBezTo>
                <a:lnTo>
                  <a:pt x="0" y="0"/>
                </a:lnTo>
                <a:lnTo>
                  <a:pt x="2428" y="7"/>
                </a:lnTo>
                <a:cubicBezTo>
                  <a:pt x="2428" y="12"/>
                  <a:pt x="3096" y="401"/>
                  <a:pt x="5766" y="605"/>
                </a:cubicBezTo>
                <a:close/>
              </a:path>
            </a:pathLst>
          </a:custGeom>
          <a:gradFill rotWithShape="1">
            <a:gsLst>
              <a:gs pos="0">
                <a:schemeClr val="bg1">
                  <a:gamma/>
                  <a:tint val="3137"/>
                  <a:invGamma/>
                </a:schemeClr>
              </a:gs>
              <a:gs pos="100000">
                <a:schemeClr val="bg1">
                  <a:alpha val="70000"/>
                </a:schemeClr>
              </a:gs>
            </a:gsLst>
            <a:lin ang="2700000" scaled="1"/>
          </a:gradFill>
          <a:ln w="9525">
            <a:noFill/>
            <a:round/>
          </a:ln>
          <a:effectLst/>
        </p:spPr>
        <p:txBody>
          <a:bodyPr/>
          <a:lstStyle/>
          <a:p>
            <a:pPr>
              <a:defRPr/>
            </a:pPr>
            <a:endParaRPr lang="zh-CN" altLang="en-US"/>
          </a:p>
        </p:txBody>
      </p:sp>
      <p:sp>
        <p:nvSpPr>
          <p:cNvPr id="1033" name="Freeform 9"/>
          <p:cNvSpPr/>
          <p:nvPr/>
        </p:nvSpPr>
        <p:spPr bwMode="gray">
          <a:xfrm>
            <a:off x="-4763" y="4125913"/>
            <a:ext cx="1441451" cy="1019175"/>
          </a:xfrm>
          <a:custGeom>
            <a:avLst/>
            <a:gdLst>
              <a:gd name="T0" fmla="*/ 0 w 1089"/>
              <a:gd name="T1" fmla="*/ 0 h 1100"/>
              <a:gd name="T2" fmla="*/ 0 w 1089"/>
              <a:gd name="T3" fmla="*/ 1019175 h 1100"/>
              <a:gd name="T4" fmla="*/ 1441451 w 1089"/>
              <a:gd name="T5" fmla="*/ 1019175 h 1100"/>
              <a:gd name="T6" fmla="*/ 0 w 1089"/>
              <a:gd name="T7" fmla="*/ 0 h 1100"/>
              <a:gd name="T8" fmla="*/ 0 60000 65536"/>
              <a:gd name="T9" fmla="*/ 0 60000 65536"/>
              <a:gd name="T10" fmla="*/ 0 60000 65536"/>
              <a:gd name="T11" fmla="*/ 0 60000 65536"/>
            </a:gdLst>
            <a:ahLst/>
            <a:cxnLst>
              <a:cxn ang="T8">
                <a:pos x="T0" y="T1"/>
              </a:cxn>
              <a:cxn ang="T9">
                <a:pos x="T2" y="T3"/>
              </a:cxn>
              <a:cxn ang="T10">
                <a:pos x="T4" y="T5"/>
              </a:cxn>
              <a:cxn ang="T11">
                <a:pos x="T6" y="T7"/>
              </a:cxn>
            </a:cxnLst>
            <a:rect l="0" t="0" r="r" b="b"/>
            <a:pathLst>
              <a:path w="1089" h="1100">
                <a:moveTo>
                  <a:pt x="0" y="0"/>
                </a:moveTo>
                <a:cubicBezTo>
                  <a:pt x="0" y="550"/>
                  <a:pt x="0" y="1100"/>
                  <a:pt x="0" y="1100"/>
                </a:cubicBezTo>
                <a:lnTo>
                  <a:pt x="1089" y="1100"/>
                </a:lnTo>
                <a:cubicBezTo>
                  <a:pt x="1089" y="1100"/>
                  <a:pt x="596" y="865"/>
                  <a:pt x="0" y="0"/>
                </a:cubicBezTo>
                <a:close/>
              </a:path>
            </a:pathLst>
          </a:custGeom>
          <a:solidFill>
            <a:schemeClr val="folHlink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</a14:hiddenLine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1028" name="Line 13"/>
          <p:cNvSpPr>
            <a:spLocks noChangeShapeType="1"/>
          </p:cNvSpPr>
          <p:nvPr/>
        </p:nvSpPr>
        <p:spPr bwMode="gray">
          <a:xfrm>
            <a:off x="527050" y="0"/>
            <a:ext cx="0" cy="4432300"/>
          </a:xfrm>
          <a:prstGeom prst="line">
            <a:avLst/>
          </a:prstGeom>
          <a:noFill/>
          <a:ln w="9525">
            <a:solidFill>
              <a:srgbClr val="FFFFFF">
                <a:alpha val="50195"/>
              </a:srgbClr>
            </a:solidFill>
            <a:round/>
          </a:ln>
          <a:effectLst>
            <a:outerShdw dist="17961" dir="2700000" algn="ctr" rotWithShape="0">
              <a:schemeClr val="accent2">
                <a:alpha val="35001"/>
              </a:schemeClr>
            </a:outerShdw>
          </a:effectLst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1029" name="Line 14"/>
          <p:cNvSpPr>
            <a:spLocks noChangeShapeType="1"/>
          </p:cNvSpPr>
          <p:nvPr/>
        </p:nvSpPr>
        <p:spPr bwMode="gray">
          <a:xfrm>
            <a:off x="1677988" y="0"/>
            <a:ext cx="0" cy="5124450"/>
          </a:xfrm>
          <a:prstGeom prst="line">
            <a:avLst/>
          </a:prstGeom>
          <a:noFill/>
          <a:ln w="9525">
            <a:solidFill>
              <a:srgbClr val="FFFFFF">
                <a:alpha val="50195"/>
              </a:srgbClr>
            </a:solidFill>
            <a:round/>
          </a:ln>
          <a:effectLst>
            <a:outerShdw dist="17961" dir="2700000" algn="ctr" rotWithShape="0">
              <a:schemeClr val="accent2">
                <a:alpha val="35001"/>
              </a:schemeClr>
            </a:outerShdw>
          </a:effectLst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1030" name="Line 15"/>
          <p:cNvSpPr>
            <a:spLocks noChangeShapeType="1"/>
          </p:cNvSpPr>
          <p:nvPr/>
        </p:nvSpPr>
        <p:spPr bwMode="gray">
          <a:xfrm>
            <a:off x="2830513" y="0"/>
            <a:ext cx="0" cy="5146675"/>
          </a:xfrm>
          <a:prstGeom prst="line">
            <a:avLst/>
          </a:prstGeom>
          <a:noFill/>
          <a:ln w="9525">
            <a:solidFill>
              <a:srgbClr val="FFFFFF">
                <a:alpha val="50195"/>
              </a:srgbClr>
            </a:solidFill>
            <a:round/>
          </a:ln>
          <a:effectLst>
            <a:outerShdw dist="17961" dir="2700000" algn="ctr" rotWithShape="0">
              <a:schemeClr val="accent2">
                <a:alpha val="35001"/>
              </a:schemeClr>
            </a:outerShdw>
          </a:effectLst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2" name="Line 16"/>
          <p:cNvSpPr>
            <a:spLocks noChangeShapeType="1"/>
          </p:cNvSpPr>
          <p:nvPr/>
        </p:nvSpPr>
        <p:spPr bwMode="gray">
          <a:xfrm>
            <a:off x="3983038" y="0"/>
            <a:ext cx="0" cy="5156200"/>
          </a:xfrm>
          <a:prstGeom prst="line">
            <a:avLst/>
          </a:prstGeom>
          <a:noFill/>
          <a:ln w="9525">
            <a:solidFill>
              <a:srgbClr val="FFFFFF">
                <a:alpha val="50195"/>
              </a:srgbClr>
            </a:solidFill>
            <a:round/>
          </a:ln>
          <a:effectLst>
            <a:outerShdw dist="17961" dir="2700000" algn="ctr" rotWithShape="0">
              <a:schemeClr val="accent2">
                <a:alpha val="35001"/>
              </a:schemeClr>
            </a:outerShdw>
          </a:effectLst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1032" name="Line 17"/>
          <p:cNvSpPr>
            <a:spLocks noChangeShapeType="1"/>
          </p:cNvSpPr>
          <p:nvPr/>
        </p:nvSpPr>
        <p:spPr bwMode="gray">
          <a:xfrm>
            <a:off x="5133975" y="292100"/>
            <a:ext cx="0" cy="4864100"/>
          </a:xfrm>
          <a:prstGeom prst="line">
            <a:avLst/>
          </a:prstGeom>
          <a:noFill/>
          <a:ln w="9525">
            <a:solidFill>
              <a:srgbClr val="FFFFFF">
                <a:alpha val="50195"/>
              </a:srgbClr>
            </a:solidFill>
            <a:round/>
          </a:ln>
          <a:effectLst>
            <a:outerShdw dist="17961" dir="2700000" algn="ctr" rotWithShape="0">
              <a:schemeClr val="accent2">
                <a:alpha val="35001"/>
              </a:schemeClr>
            </a:outerShdw>
          </a:effectLst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3" name="Line 18"/>
          <p:cNvSpPr>
            <a:spLocks noChangeShapeType="1"/>
          </p:cNvSpPr>
          <p:nvPr/>
        </p:nvSpPr>
        <p:spPr bwMode="gray">
          <a:xfrm>
            <a:off x="6286500" y="465138"/>
            <a:ext cx="0" cy="4691062"/>
          </a:xfrm>
          <a:prstGeom prst="line">
            <a:avLst/>
          </a:prstGeom>
          <a:noFill/>
          <a:ln w="9525">
            <a:solidFill>
              <a:srgbClr val="FFFFFF">
                <a:alpha val="50195"/>
              </a:srgbClr>
            </a:solidFill>
            <a:round/>
          </a:ln>
          <a:effectLst>
            <a:outerShdw dist="17961" dir="2700000" algn="ctr" rotWithShape="0">
              <a:schemeClr val="accent2">
                <a:alpha val="35001"/>
              </a:schemeClr>
            </a:outerShdw>
          </a:effectLst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1034" name="Line 19"/>
          <p:cNvSpPr>
            <a:spLocks noChangeShapeType="1"/>
          </p:cNvSpPr>
          <p:nvPr/>
        </p:nvSpPr>
        <p:spPr bwMode="gray">
          <a:xfrm>
            <a:off x="7439025" y="579438"/>
            <a:ext cx="0" cy="4576762"/>
          </a:xfrm>
          <a:prstGeom prst="line">
            <a:avLst/>
          </a:prstGeom>
          <a:noFill/>
          <a:ln w="9525">
            <a:solidFill>
              <a:srgbClr val="FFFFFF">
                <a:alpha val="50195"/>
              </a:srgbClr>
            </a:solidFill>
            <a:round/>
          </a:ln>
          <a:effectLst>
            <a:outerShdw dist="17961" dir="2700000" algn="ctr" rotWithShape="0">
              <a:schemeClr val="accent2">
                <a:alpha val="35001"/>
              </a:schemeClr>
            </a:outerShdw>
          </a:effectLst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1035" name="Line 20"/>
          <p:cNvSpPr>
            <a:spLocks noChangeShapeType="1"/>
          </p:cNvSpPr>
          <p:nvPr/>
        </p:nvSpPr>
        <p:spPr bwMode="gray">
          <a:xfrm>
            <a:off x="8591550" y="674688"/>
            <a:ext cx="0" cy="4481512"/>
          </a:xfrm>
          <a:prstGeom prst="line">
            <a:avLst/>
          </a:prstGeom>
          <a:noFill/>
          <a:ln w="9525">
            <a:solidFill>
              <a:srgbClr val="FFFFFF">
                <a:alpha val="50195"/>
              </a:srgbClr>
            </a:solidFill>
            <a:round/>
          </a:ln>
          <a:effectLst>
            <a:outerShdw dist="17961" dir="2700000" algn="ctr" rotWithShape="0">
              <a:schemeClr val="accent2">
                <a:alpha val="35001"/>
              </a:schemeClr>
            </a:outerShdw>
          </a:effectLst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1036" name="Line 22"/>
          <p:cNvSpPr>
            <a:spLocks noChangeShapeType="1"/>
          </p:cNvSpPr>
          <p:nvPr/>
        </p:nvSpPr>
        <p:spPr bwMode="gray">
          <a:xfrm rot="5400000">
            <a:off x="2595563" y="-2281238"/>
            <a:ext cx="0" cy="5191125"/>
          </a:xfrm>
          <a:prstGeom prst="line">
            <a:avLst/>
          </a:prstGeom>
          <a:noFill/>
          <a:ln w="9525">
            <a:solidFill>
              <a:srgbClr val="FFFFFF">
                <a:alpha val="50195"/>
              </a:srgbClr>
            </a:solidFill>
            <a:round/>
          </a:ln>
          <a:effectLst>
            <a:outerShdw dist="17961" dir="2700000" algn="ctr" rotWithShape="0">
              <a:schemeClr val="accent2">
                <a:alpha val="35001"/>
              </a:schemeClr>
            </a:outerShdw>
          </a:effectLst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1037" name="Line 23"/>
          <p:cNvSpPr>
            <a:spLocks noChangeShapeType="1"/>
          </p:cNvSpPr>
          <p:nvPr/>
        </p:nvSpPr>
        <p:spPr bwMode="gray">
          <a:xfrm rot="5400000">
            <a:off x="4578350" y="-3422650"/>
            <a:ext cx="0" cy="9156700"/>
          </a:xfrm>
          <a:prstGeom prst="line">
            <a:avLst/>
          </a:prstGeom>
          <a:noFill/>
          <a:ln w="9525">
            <a:solidFill>
              <a:srgbClr val="FFFFFF">
                <a:alpha val="50195"/>
              </a:srgbClr>
            </a:solidFill>
            <a:round/>
          </a:ln>
          <a:effectLst>
            <a:outerShdw dist="17961" dir="2700000" algn="ctr" rotWithShape="0">
              <a:schemeClr val="accent2">
                <a:alpha val="35001"/>
              </a:schemeClr>
            </a:outerShdw>
          </a:effectLst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1038" name="Line 24"/>
          <p:cNvSpPr>
            <a:spLocks noChangeShapeType="1"/>
          </p:cNvSpPr>
          <p:nvPr/>
        </p:nvSpPr>
        <p:spPr bwMode="gray">
          <a:xfrm rot="5400000">
            <a:off x="4578350" y="-2579687"/>
            <a:ext cx="0" cy="9156700"/>
          </a:xfrm>
          <a:prstGeom prst="line">
            <a:avLst/>
          </a:prstGeom>
          <a:noFill/>
          <a:ln w="9525">
            <a:solidFill>
              <a:srgbClr val="FFFFFF">
                <a:alpha val="50195"/>
              </a:srgbClr>
            </a:solidFill>
            <a:round/>
          </a:ln>
          <a:effectLst>
            <a:outerShdw dist="17961" dir="2700000" algn="ctr" rotWithShape="0">
              <a:schemeClr val="accent2">
                <a:alpha val="35001"/>
              </a:schemeClr>
            </a:outerShdw>
          </a:effectLst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1039" name="Line 25"/>
          <p:cNvSpPr>
            <a:spLocks noChangeShapeType="1"/>
          </p:cNvSpPr>
          <p:nvPr/>
        </p:nvSpPr>
        <p:spPr bwMode="gray">
          <a:xfrm rot="5400000">
            <a:off x="4579938" y="-1735138"/>
            <a:ext cx="0" cy="9153525"/>
          </a:xfrm>
          <a:prstGeom prst="line">
            <a:avLst/>
          </a:prstGeom>
          <a:noFill/>
          <a:ln w="9525">
            <a:solidFill>
              <a:srgbClr val="FFFFFF">
                <a:alpha val="50195"/>
              </a:srgbClr>
            </a:solidFill>
            <a:round/>
          </a:ln>
          <a:effectLst>
            <a:outerShdw dist="17961" dir="2700000" algn="ctr" rotWithShape="0">
              <a:schemeClr val="accent2">
                <a:alpha val="35001"/>
              </a:schemeClr>
            </a:outerShdw>
          </a:effectLst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1040" name="Line 26"/>
          <p:cNvSpPr>
            <a:spLocks noChangeShapeType="1"/>
          </p:cNvSpPr>
          <p:nvPr/>
        </p:nvSpPr>
        <p:spPr bwMode="gray">
          <a:xfrm rot="5400000">
            <a:off x="4579938" y="-892175"/>
            <a:ext cx="0" cy="9153525"/>
          </a:xfrm>
          <a:prstGeom prst="line">
            <a:avLst/>
          </a:prstGeom>
          <a:noFill/>
          <a:ln w="9525">
            <a:solidFill>
              <a:srgbClr val="FFFFFF">
                <a:alpha val="50195"/>
              </a:srgbClr>
            </a:solidFill>
            <a:round/>
          </a:ln>
          <a:effectLst>
            <a:outerShdw dist="17961" dir="2700000" algn="ctr" rotWithShape="0">
              <a:schemeClr val="accent2">
                <a:alpha val="35001"/>
              </a:schemeClr>
            </a:outerShdw>
          </a:effectLst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1041" name="Line 27"/>
          <p:cNvSpPr>
            <a:spLocks noChangeShapeType="1"/>
          </p:cNvSpPr>
          <p:nvPr/>
        </p:nvSpPr>
        <p:spPr bwMode="gray">
          <a:xfrm rot="5400000">
            <a:off x="4905376" y="315912"/>
            <a:ext cx="0" cy="8423275"/>
          </a:xfrm>
          <a:prstGeom prst="line">
            <a:avLst/>
          </a:prstGeom>
          <a:noFill/>
          <a:ln w="9525">
            <a:solidFill>
              <a:srgbClr val="FFFFFF">
                <a:alpha val="50195"/>
              </a:srgbClr>
            </a:solidFill>
            <a:round/>
          </a:ln>
          <a:effectLst>
            <a:outerShdw dist="17961" dir="2700000" algn="ctr" rotWithShape="0">
              <a:schemeClr val="accent2">
                <a:alpha val="35001"/>
              </a:schemeClr>
            </a:outerShdw>
          </a:effectLst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1042" name="Rectangle 28"/>
          <p:cNvSpPr>
            <a:spLocks noChangeArrowheads="1"/>
          </p:cNvSpPr>
          <p:nvPr/>
        </p:nvSpPr>
        <p:spPr bwMode="gray">
          <a:xfrm>
            <a:off x="4005263" y="2019300"/>
            <a:ext cx="1128712" cy="809625"/>
          </a:xfrm>
          <a:prstGeom prst="rect">
            <a:avLst/>
          </a:prstGeom>
          <a:solidFill>
            <a:srgbClr val="FFFFFF">
              <a:alpha val="25098"/>
            </a:srgbClr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1043" name="Rectangle 29"/>
          <p:cNvSpPr>
            <a:spLocks noChangeArrowheads="1"/>
          </p:cNvSpPr>
          <p:nvPr/>
        </p:nvSpPr>
        <p:spPr bwMode="gray">
          <a:xfrm>
            <a:off x="7459663" y="3703638"/>
            <a:ext cx="1120775" cy="809625"/>
          </a:xfrm>
          <a:prstGeom prst="rect">
            <a:avLst/>
          </a:prstGeom>
          <a:solidFill>
            <a:srgbClr val="FFFFFF">
              <a:alpha val="30196"/>
            </a:srgbClr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1044" name="Rectangle 30"/>
          <p:cNvSpPr>
            <a:spLocks noChangeArrowheads="1"/>
          </p:cNvSpPr>
          <p:nvPr/>
        </p:nvSpPr>
        <p:spPr bwMode="gray">
          <a:xfrm>
            <a:off x="549275" y="2855913"/>
            <a:ext cx="1128713" cy="809625"/>
          </a:xfrm>
          <a:prstGeom prst="rect">
            <a:avLst/>
          </a:prstGeom>
          <a:solidFill>
            <a:srgbClr val="FFFFFF">
              <a:alpha val="20000"/>
            </a:srgbClr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1045" name="Rectangle 31"/>
          <p:cNvSpPr>
            <a:spLocks noChangeArrowheads="1"/>
          </p:cNvSpPr>
          <p:nvPr/>
        </p:nvSpPr>
        <p:spPr bwMode="gray">
          <a:xfrm>
            <a:off x="6307138" y="4548188"/>
            <a:ext cx="1128712" cy="598487"/>
          </a:xfrm>
          <a:prstGeom prst="rect">
            <a:avLst/>
          </a:prstGeom>
          <a:solidFill>
            <a:srgbClr val="FFFFFF">
              <a:alpha val="20000"/>
            </a:srgbClr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1046" name="Rectangle 32"/>
          <p:cNvSpPr>
            <a:spLocks noChangeArrowheads="1"/>
          </p:cNvSpPr>
          <p:nvPr/>
        </p:nvSpPr>
        <p:spPr bwMode="gray">
          <a:xfrm>
            <a:off x="2846388" y="0"/>
            <a:ext cx="1128712" cy="303213"/>
          </a:xfrm>
          <a:prstGeom prst="rect">
            <a:avLst/>
          </a:prstGeom>
          <a:solidFill>
            <a:srgbClr val="FFFFFF">
              <a:alpha val="39999"/>
            </a:srgbClr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1047" name="Rectangle 33"/>
          <p:cNvSpPr>
            <a:spLocks noChangeArrowheads="1"/>
          </p:cNvSpPr>
          <p:nvPr/>
        </p:nvSpPr>
        <p:spPr bwMode="gray">
          <a:xfrm>
            <a:off x="2852738" y="3703638"/>
            <a:ext cx="1120775" cy="809625"/>
          </a:xfrm>
          <a:prstGeom prst="rect">
            <a:avLst/>
          </a:prstGeom>
          <a:solidFill>
            <a:srgbClr val="FFFFFF">
              <a:alpha val="30196"/>
            </a:srgbClr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1048" name="Rectangle 34"/>
          <p:cNvSpPr>
            <a:spLocks noChangeArrowheads="1"/>
          </p:cNvSpPr>
          <p:nvPr/>
        </p:nvSpPr>
        <p:spPr bwMode="gray">
          <a:xfrm>
            <a:off x="6300788" y="1174750"/>
            <a:ext cx="1120775" cy="809625"/>
          </a:xfrm>
          <a:prstGeom prst="rect">
            <a:avLst/>
          </a:prstGeom>
          <a:solidFill>
            <a:srgbClr val="FFFFFF">
              <a:alpha val="30196"/>
            </a:srgbClr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1049" name="Rectangle 3"/>
          <p:cNvSpPr>
            <a:spLocks noGrp="1" noChangeArrowheads="1"/>
          </p:cNvSpPr>
          <p:nvPr>
            <p:ph type="body" idx="1"/>
          </p:nvPr>
        </p:nvSpPr>
        <p:spPr bwMode="gray">
          <a:xfrm>
            <a:off x="457200" y="1200150"/>
            <a:ext cx="8229600" cy="33940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/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en-US" altLang="zh-CN" smtClean="0"/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2"/>
          </p:nvPr>
        </p:nvSpPr>
        <p:spPr bwMode="gray">
          <a:xfrm>
            <a:off x="457200" y="4684713"/>
            <a:ext cx="2133600" cy="357187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vert="horz" wrap="square" lIns="91440" tIns="45720" rIns="91440" bIns="45720" numCol="1" anchor="t" anchorCtr="0" compatLnSpc="1"/>
          <a:lstStyle>
            <a:lvl1pPr algn="l">
              <a:defRPr sz="1400">
                <a:ea typeface="宋体" panose="02010600030101010101" pitchFamily="2" charset="-122"/>
              </a:defRPr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3"/>
          </p:nvPr>
        </p:nvSpPr>
        <p:spPr bwMode="gray">
          <a:xfrm>
            <a:off x="3124200" y="4684713"/>
            <a:ext cx="2895600" cy="357187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vert="horz" wrap="square" lIns="91440" tIns="45720" rIns="91440" bIns="45720" numCol="1" anchor="t" anchorCtr="0" compatLnSpc="1"/>
          <a:lstStyle>
            <a:lvl1pPr>
              <a:defRPr sz="1400">
                <a:ea typeface="宋体" panose="02010600030101010101" pitchFamily="2" charset="-122"/>
              </a:defRPr>
            </a:lvl1pPr>
          </a:lstStyle>
          <a:p>
            <a:pPr>
              <a:defRPr/>
            </a:pPr>
            <a:r>
              <a:rPr lang="en-US" altLang="zh-CN"/>
              <a:t>www.themegallery.com</a:t>
            </a:r>
            <a:endParaRPr lang="en-US" altLang="zh-CN" dirty="0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4"/>
          </p:nvPr>
        </p:nvSpPr>
        <p:spPr bwMode="gray">
          <a:xfrm>
            <a:off x="6553200" y="4684713"/>
            <a:ext cx="2133600" cy="357187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vert="horz" wrap="square" lIns="91440" tIns="45720" rIns="91440" bIns="45720" numCol="1" anchor="t" anchorCtr="0" compatLnSpc="1"/>
          <a:lstStyle>
            <a:lvl1pPr algn="r">
              <a:defRPr sz="1400">
                <a:ea typeface="宋体" panose="02010600030101010101" pitchFamily="2" charset="-122"/>
              </a:defRPr>
            </a:lvl1pPr>
          </a:lstStyle>
          <a:p>
            <a:pPr>
              <a:defRPr/>
            </a:pPr>
            <a:fld id="{03FECE39-8918-40C1-8D92-AA0F5C63804D}" type="slidenum">
              <a:rPr lang="zh-CN" altLang="en-US"/>
            </a:fld>
            <a:endParaRPr lang="en-US" altLang="zh-CN"/>
          </a:p>
        </p:txBody>
      </p:sp>
      <p:sp>
        <p:nvSpPr>
          <p:cNvPr id="1060" name="Freeform 36"/>
          <p:cNvSpPr/>
          <p:nvPr/>
        </p:nvSpPr>
        <p:spPr bwMode="gray">
          <a:xfrm>
            <a:off x="4041775" y="0"/>
            <a:ext cx="5105400" cy="555625"/>
          </a:xfrm>
          <a:custGeom>
            <a:avLst/>
            <a:gdLst>
              <a:gd name="T0" fmla="*/ 5105400 w 3130"/>
              <a:gd name="T1" fmla="*/ 555625 h 453"/>
              <a:gd name="T2" fmla="*/ 5105400 w 3130"/>
              <a:gd name="T3" fmla="*/ 0 h 453"/>
              <a:gd name="T4" fmla="*/ 0 w 3130"/>
              <a:gd name="T5" fmla="*/ 0 h 453"/>
              <a:gd name="T6" fmla="*/ 5105400 w 3130"/>
              <a:gd name="T7" fmla="*/ 555625 h 453"/>
              <a:gd name="T8" fmla="*/ 0 60000 65536"/>
              <a:gd name="T9" fmla="*/ 0 60000 65536"/>
              <a:gd name="T10" fmla="*/ 0 60000 65536"/>
              <a:gd name="T11" fmla="*/ 0 60000 65536"/>
            </a:gdLst>
            <a:ahLst/>
            <a:cxnLst>
              <a:cxn ang="T8">
                <a:pos x="T0" y="T1"/>
              </a:cxn>
              <a:cxn ang="T9">
                <a:pos x="T2" y="T3"/>
              </a:cxn>
              <a:cxn ang="T10">
                <a:pos x="T4" y="T5"/>
              </a:cxn>
              <a:cxn ang="T11">
                <a:pos x="T6" y="T7"/>
              </a:cxn>
            </a:cxnLst>
            <a:rect l="0" t="0" r="r" b="b"/>
            <a:pathLst>
              <a:path w="3130" h="453">
                <a:moveTo>
                  <a:pt x="3130" y="453"/>
                </a:moveTo>
                <a:cubicBezTo>
                  <a:pt x="3130" y="226"/>
                  <a:pt x="3130" y="0"/>
                  <a:pt x="3130" y="0"/>
                </a:cubicBezTo>
                <a:lnTo>
                  <a:pt x="0" y="0"/>
                </a:lnTo>
                <a:cubicBezTo>
                  <a:pt x="0" y="0"/>
                  <a:pt x="1298" y="389"/>
                  <a:pt x="3130" y="453"/>
                </a:cubicBezTo>
                <a:close/>
              </a:path>
            </a:pathLst>
          </a:custGeom>
          <a:solidFill>
            <a:schemeClr val="hlink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</a14:hiddenLine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1026" name="Rectangle 2"/>
          <p:cNvSpPr>
            <a:spLocks noGrp="1" noChangeArrowheads="1"/>
          </p:cNvSpPr>
          <p:nvPr>
            <p:ph type="title"/>
          </p:nvPr>
        </p:nvSpPr>
        <p:spPr bwMode="black">
          <a:xfrm>
            <a:off x="457200" y="244475"/>
            <a:ext cx="8229600" cy="695325"/>
          </a:xfrm>
          <a:prstGeom prst="rect">
            <a:avLst/>
          </a:prstGeom>
          <a:noFill/>
          <a:ln>
            <a:noFill/>
          </a:ln>
          <a:effectLst>
            <a:outerShdw dist="35921" dir="2700000" algn="ctr" rotWithShape="0">
              <a:srgbClr val="FFFFFF"/>
            </a:outerShdw>
          </a:effectLst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ctr" anchorCtr="0" compatLnSpc="1"/>
          <a:lstStyle/>
          <a:p>
            <a:pPr lvl="0"/>
            <a:r>
              <a:rPr lang="zh-CN" altLang="en-US" smtClean="0"/>
              <a:t>单击此处编辑母版标题样式</a:t>
            </a:r>
            <a:endParaRPr lang="en-US" altLang="zh-CN" smtClean="0"/>
          </a:p>
        </p:txBody>
      </p:sp>
      <p:pic>
        <p:nvPicPr>
          <p:cNvPr id="1055" name="Picture 37" descr="water"/>
          <p:cNvPicPr>
            <a:picLocks noChangeAspect="1" noChangeArrowheads="1"/>
          </p:cNvPicPr>
          <p:nvPr/>
        </p:nvPicPr>
        <p:blipFill>
          <a:blip r:embed="rId1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2409" t="16374" b="27486"/>
          <a:stretch>
            <a:fillRect/>
          </a:stretch>
        </p:blipFill>
        <p:spPr bwMode="gray">
          <a:xfrm rot="786797">
            <a:off x="6629400" y="-285750"/>
            <a:ext cx="2417763" cy="14970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1056" name="Picture 38" descr="3"/>
          <p:cNvPicPr>
            <a:picLocks noChangeAspect="1" noChangeArrowheads="1"/>
          </p:cNvPicPr>
          <p:nvPr/>
        </p:nvPicPr>
        <p:blipFill>
          <a:blip r:embed="rId1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gray">
          <a:xfrm rot="20740733" flipH="1">
            <a:off x="49213" y="4294188"/>
            <a:ext cx="1223962" cy="10287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  <p:sldLayoutId id="2147483661" r:id="rId13"/>
    <p:sldLayoutId id="2147483662" r:id="rId14"/>
    <p:sldLayoutId id="2147483663" r:id="rId15"/>
    <p:sldLayoutId id="2147483664" r:id="rId16"/>
  </p:sldLayoutIdLs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102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.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102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wipe(right)" prLst="gradientSize: 0.1">
                                      <p:cBhvr>
                                        <p:cTn id="9" dur="500"/>
                                        <p:tgtEl>
                                          <p:spTgt spid="10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0" fill="hold">
                            <p:stCondLst>
                              <p:cond delay="500"/>
                            </p:stCondLst>
                            <p:childTnLst>
                              <p:par>
                                <p:cTn id="11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6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1000"/>
                                        <p:tgtEl>
                                          <p:spTgt spid="106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10" presetClass="entr" presetSubtype="0" fill="hold" grpId="0" nodeType="with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" dur="1000"/>
                                        <p:tgtEl>
                                          <p:spTgt spid="10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7" fill="hold">
                            <p:stCondLst>
                              <p:cond delay="1500"/>
                            </p:stCondLst>
                            <p:childTnLst>
                              <p:par>
                                <p:cTn id="18" presetID="1" presetClass="emph" presetSubtype="2" fill="hold" nodeType="after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19" dur="1000" fill="hold"/>
                                        <p:tgtEl>
                                          <p:spTgt spid="1060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chemeClr val="folHlink"/>
                                      </p:to>
                                    </p:animClr>
                                    <p:set>
                                      <p:cBhvr>
                                        <p:cTn id="20" dur="1000" fill="hold"/>
                                        <p:tgtEl>
                                          <p:spTgt spid="1060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21" dur="1000" fill="hold"/>
                                        <p:tgtEl>
                                          <p:spTgt spid="1060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2" presetID="1" presetClass="emph" presetSubtype="2" fill="hold" nodeType="withEffect">
                                  <p:stCondLst>
                                    <p:cond delay="700"/>
                                  </p:stCondLst>
                                  <p:childTnLst>
                                    <p:animClr clrSpc="rgb" dir="cw">
                                      <p:cBhvr>
                                        <p:cTn id="23" dur="1000" fill="hold"/>
                                        <p:tgtEl>
                                          <p:spTgt spid="1033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chemeClr val="accent1"/>
                                      </p:to>
                                    </p:animClr>
                                    <p:set>
                                      <p:cBhvr>
                                        <p:cTn id="24" dur="1000" fill="hold"/>
                                        <p:tgtEl>
                                          <p:spTgt spid="1033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25" dur="1000" fill="hold"/>
                                        <p:tgtEl>
                                          <p:spTgt spid="1033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033" grpId="0" animBg="1"/>
      <p:bldP spid="1060" grpId="0" animBg="1"/>
      <p:bldP spid="1026" grpId="0"/>
    </p:bldLst>
  </p:timing>
  <p:hf sldNum="0" hdr="0" dt="0"/>
  <p:txStyles>
    <p:titleStyle>
      <a:lvl1pPr algn="l" rtl="0" eaLnBrk="0" fontAlgn="base" hangingPunct="0">
        <a:spcBef>
          <a:spcPct val="0"/>
        </a:spcBef>
        <a:spcAft>
          <a:spcPct val="0"/>
        </a:spcAft>
        <a:defRPr sz="4400" b="1">
          <a:solidFill>
            <a:schemeClr val="tx2"/>
          </a:solidFill>
          <a:latin typeface="+mj-lt"/>
          <a:ea typeface="+mj-ea"/>
          <a:cs typeface="+mj-cs"/>
        </a:defRPr>
      </a:lvl1pPr>
      <a:lvl2pPr algn="l" rtl="0" eaLnBrk="0" fontAlgn="base" hangingPunct="0">
        <a:spcBef>
          <a:spcPct val="0"/>
        </a:spcBef>
        <a:spcAft>
          <a:spcPct val="0"/>
        </a:spcAft>
        <a:defRPr sz="4400" b="1">
          <a:solidFill>
            <a:schemeClr val="tx2"/>
          </a:solidFill>
          <a:latin typeface="Arial" panose="020B0604020202020204" pitchFamily="34" charset="0"/>
        </a:defRPr>
      </a:lvl2pPr>
      <a:lvl3pPr algn="l" rtl="0" eaLnBrk="0" fontAlgn="base" hangingPunct="0">
        <a:spcBef>
          <a:spcPct val="0"/>
        </a:spcBef>
        <a:spcAft>
          <a:spcPct val="0"/>
        </a:spcAft>
        <a:defRPr sz="4400" b="1">
          <a:solidFill>
            <a:schemeClr val="tx2"/>
          </a:solidFill>
          <a:latin typeface="Arial" panose="020B0604020202020204" pitchFamily="34" charset="0"/>
        </a:defRPr>
      </a:lvl3pPr>
      <a:lvl4pPr algn="l" rtl="0" eaLnBrk="0" fontAlgn="base" hangingPunct="0">
        <a:spcBef>
          <a:spcPct val="0"/>
        </a:spcBef>
        <a:spcAft>
          <a:spcPct val="0"/>
        </a:spcAft>
        <a:defRPr sz="4400" b="1">
          <a:solidFill>
            <a:schemeClr val="tx2"/>
          </a:solidFill>
          <a:latin typeface="Arial" panose="020B0604020202020204" pitchFamily="34" charset="0"/>
        </a:defRPr>
      </a:lvl4pPr>
      <a:lvl5pPr algn="l" rtl="0" eaLnBrk="0" fontAlgn="base" hangingPunct="0">
        <a:spcBef>
          <a:spcPct val="0"/>
        </a:spcBef>
        <a:spcAft>
          <a:spcPct val="0"/>
        </a:spcAft>
        <a:defRPr sz="4400" b="1">
          <a:solidFill>
            <a:schemeClr val="tx2"/>
          </a:solidFill>
          <a:latin typeface="Arial" panose="020B0604020202020204" pitchFamily="34" charset="0"/>
        </a:defRPr>
      </a:lvl5pPr>
      <a:lvl6pPr marL="457200" algn="l" rtl="0" eaLnBrk="1" fontAlgn="base" hangingPunct="1">
        <a:spcBef>
          <a:spcPct val="0"/>
        </a:spcBef>
        <a:spcAft>
          <a:spcPct val="0"/>
        </a:spcAft>
        <a:defRPr sz="4400" b="1">
          <a:solidFill>
            <a:schemeClr val="tx2"/>
          </a:solidFill>
          <a:latin typeface="Arial" panose="020B0604020202020204" pitchFamily="34" charset="0"/>
        </a:defRPr>
      </a:lvl6pPr>
      <a:lvl7pPr marL="914400" algn="l" rtl="0" eaLnBrk="1" fontAlgn="base" hangingPunct="1">
        <a:spcBef>
          <a:spcPct val="0"/>
        </a:spcBef>
        <a:spcAft>
          <a:spcPct val="0"/>
        </a:spcAft>
        <a:defRPr sz="4400" b="1">
          <a:solidFill>
            <a:schemeClr val="tx2"/>
          </a:solidFill>
          <a:latin typeface="Arial" panose="020B0604020202020204" pitchFamily="34" charset="0"/>
        </a:defRPr>
      </a:lvl7pPr>
      <a:lvl8pPr marL="1371600" algn="l" rtl="0" eaLnBrk="1" fontAlgn="base" hangingPunct="1">
        <a:spcBef>
          <a:spcPct val="0"/>
        </a:spcBef>
        <a:spcAft>
          <a:spcPct val="0"/>
        </a:spcAft>
        <a:defRPr sz="4400" b="1">
          <a:solidFill>
            <a:schemeClr val="tx2"/>
          </a:solidFill>
          <a:latin typeface="Arial" panose="020B0604020202020204" pitchFamily="34" charset="0"/>
        </a:defRPr>
      </a:lvl8pPr>
      <a:lvl9pPr marL="1828800" algn="l" rtl="0" eaLnBrk="1" fontAlgn="base" hangingPunct="1">
        <a:spcBef>
          <a:spcPct val="0"/>
        </a:spcBef>
        <a:spcAft>
          <a:spcPct val="0"/>
        </a:spcAft>
        <a:defRPr sz="4400" b="1">
          <a:solidFill>
            <a:schemeClr val="tx2"/>
          </a:solidFill>
          <a:latin typeface="Arial" panose="020B0604020202020204" pitchFamily="34" charset="0"/>
        </a:defRPr>
      </a:lvl9pPr>
    </p:titleStyle>
    <p:bodyStyle>
      <a:lvl1pPr marL="342900" indent="-342900" algn="l" rtl="0" eaLnBrk="0" fontAlgn="base" hangingPunct="0">
        <a:spcBef>
          <a:spcPct val="20000"/>
        </a:spcBef>
        <a:spcAft>
          <a:spcPct val="0"/>
        </a:spcAft>
        <a:buChar char="•"/>
        <a:defRPr sz="3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rtl="0" eaLnBrk="0" fontAlgn="base" hangingPunct="0">
        <a:spcBef>
          <a:spcPct val="20000"/>
        </a:spcBef>
        <a:spcAft>
          <a:spcPct val="0"/>
        </a:spcAft>
        <a:buChar char="–"/>
        <a:defRPr sz="2800">
          <a:solidFill>
            <a:schemeClr val="tx1"/>
          </a:solidFill>
          <a:latin typeface="+mn-lt"/>
        </a:defRPr>
      </a:lvl2pPr>
      <a:lvl3pPr marL="1143000" indent="-228600" algn="l" rtl="0" eaLnBrk="0" fontAlgn="base" hangingPunct="0">
        <a:spcBef>
          <a:spcPct val="20000"/>
        </a:spcBef>
        <a:spcAft>
          <a:spcPct val="0"/>
        </a:spcAft>
        <a:buChar char="•"/>
        <a:defRPr sz="2400">
          <a:solidFill>
            <a:schemeClr val="tx1"/>
          </a:solidFill>
          <a:latin typeface="+mn-lt"/>
        </a:defRPr>
      </a:lvl3pPr>
      <a:lvl4pPr marL="1600200" indent="-228600" algn="l" rtl="0" eaLnBrk="0" fontAlgn="base" hangingPunct="0">
        <a:spcBef>
          <a:spcPct val="20000"/>
        </a:spcBef>
        <a:spcAft>
          <a:spcPct val="0"/>
        </a:spcAft>
        <a:buChar char="–"/>
        <a:defRPr sz="2000">
          <a:solidFill>
            <a:schemeClr val="tx1"/>
          </a:solidFill>
          <a:latin typeface="+mn-lt"/>
        </a:defRPr>
      </a:lvl4pPr>
      <a:lvl5pPr marL="2057400" indent="-228600" algn="l" rtl="0" eaLnBrk="0" fontAlgn="base" hangingPunct="0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5pPr>
      <a:lvl6pPr marL="2514600" indent="-228600" algn="l" rtl="0" eaLnBrk="1" fontAlgn="base" hangingPunct="1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6pPr>
      <a:lvl7pPr marL="2971800" indent="-228600" algn="l" rtl="0" eaLnBrk="1" fontAlgn="base" hangingPunct="1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7pPr>
      <a:lvl8pPr marL="3429000" indent="-228600" algn="l" rtl="0" eaLnBrk="1" fontAlgn="base" hangingPunct="1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8pPr>
      <a:lvl9pPr marL="3886200" indent="-228600" algn="l" rtl="0" eaLnBrk="1" fontAlgn="base" hangingPunct="1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2.xml"/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3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3.xml"/><Relationship Id="rId2" Type="http://schemas.openxmlformats.org/officeDocument/2006/relationships/slideLayout" Target="../slideLayouts/slideLayout7.xml"/><Relationship Id="rId1" Type="http://schemas.openxmlformats.org/officeDocument/2006/relationships/image" Target="../media/image4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4.xml"/><Relationship Id="rId2" Type="http://schemas.openxmlformats.org/officeDocument/2006/relationships/slideLayout" Target="../slideLayouts/slideLayout7.xml"/><Relationship Id="rId1" Type="http://schemas.openxmlformats.org/officeDocument/2006/relationships/image" Target="../media/image4.png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7" Type="http://schemas.openxmlformats.org/officeDocument/2006/relationships/notesSlide" Target="../notesSlides/notesSlide7.xml"/><Relationship Id="rId6" Type="http://schemas.openxmlformats.org/officeDocument/2006/relationships/slideLayout" Target="../slideLayouts/slideLayout2.xml"/><Relationship Id="rId5" Type="http://schemas.microsoft.com/office/2007/relationships/diagramDrawing" Target="../diagrams/drawing1.xml"/><Relationship Id="rId4" Type="http://schemas.openxmlformats.org/officeDocument/2006/relationships/diagramColors" Target="../diagrams/colors1.xml"/><Relationship Id="rId3" Type="http://schemas.openxmlformats.org/officeDocument/2006/relationships/diagramQuickStyle" Target="../diagrams/quickStyle1.xml"/><Relationship Id="rId2" Type="http://schemas.openxmlformats.org/officeDocument/2006/relationships/diagramLayout" Target="../diagrams/layout1.xml"/><Relationship Id="rId1" Type="http://schemas.openxmlformats.org/officeDocument/2006/relationships/diagramData" Target="../diagrams/data1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8.xml"/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5.png"/></Relationships>
</file>

<file path=ppt/slides/_rels/slide9.xml.rels><?xml version="1.0" encoding="UTF-8" standalone="yes"?>
<Relationships xmlns="http://schemas.openxmlformats.org/package/2006/relationships"><Relationship Id="rId4" Type="http://schemas.openxmlformats.org/officeDocument/2006/relationships/notesSlide" Target="../notesSlides/notesSlide9.xml"/><Relationship Id="rId3" Type="http://schemas.openxmlformats.org/officeDocument/2006/relationships/slideLayout" Target="../slideLayouts/slideLayout2.xml"/><Relationship Id="rId2" Type="http://schemas.openxmlformats.org/officeDocument/2006/relationships/image" Target="../media/image6.png"/><Relationship Id="rId1" Type="http://schemas.openxmlformats.org/officeDocument/2006/relationships/tags" Target="../tags/tag1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0.xml"/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7.pn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1.xml"/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8.pn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2.xml"/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9.png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10.png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11.png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12.png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13.png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14.png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15.png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16.png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17.png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18.png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19.png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20.png"/></Relationships>
</file>

<file path=ppt/slides/_rels/slide29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21.png"/></Relationships>
</file>

<file path=ppt/slides/_rels/slide30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22.png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3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23.png"/></Relationships>
</file>

<file path=ppt/slides/_rels/slide34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24.png"/></Relationships>
</file>

<file path=ppt/slides/_rels/slide35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25.png"/></Relationships>
</file>

<file path=ppt/slides/_rels/slide36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3.xml"/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26.png"/></Relationships>
</file>

<file path=ppt/slides/_rels/slide37.xml.rels><?xml version="1.0" encoding="UTF-8" standalone="yes"?>
<Relationships xmlns="http://schemas.openxmlformats.org/package/2006/relationships"><Relationship Id="rId5" Type="http://schemas.openxmlformats.org/officeDocument/2006/relationships/notesSlide" Target="../notesSlides/notesSlide14.xml"/><Relationship Id="rId4" Type="http://schemas.openxmlformats.org/officeDocument/2006/relationships/vmlDrawing" Target="../drawings/vmlDrawing1.vml"/><Relationship Id="rId3" Type="http://schemas.openxmlformats.org/officeDocument/2006/relationships/slideLayout" Target="../slideLayouts/slideLayout2.xml"/><Relationship Id="rId2" Type="http://schemas.openxmlformats.org/officeDocument/2006/relationships/image" Target="../media/image27.wmf"/><Relationship Id="rId1" Type="http://schemas.openxmlformats.org/officeDocument/2006/relationships/oleObject" Target="../embeddings/oleObject1.bin"/></Relationships>
</file>

<file path=ppt/slides/_rels/slide38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5.xml"/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28.png"/></Relationships>
</file>

<file path=ppt/slides/_rels/slide39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6.xml"/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29.png"/></Relationships>
</file>

<file path=ppt/slides/_rels/slide40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7.xml"/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30.png"/></Relationships>
</file>

<file path=ppt/slides/_rels/slide41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8.xml"/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31.png"/></Relationships>
</file>

<file path=ppt/slides/_rels/slide42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9.xml"/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32.png"/></Relationships>
</file>

<file path=ppt/slides/_rels/slide43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33.png"/></Relationships>
</file>

<file path=ppt/slides/_rels/slide44.xml.rels><?xml version="1.0" encoding="UTF-8" standalone="yes"?>
<Relationships xmlns="http://schemas.openxmlformats.org/package/2006/relationships"><Relationship Id="rId4" Type="http://schemas.openxmlformats.org/officeDocument/2006/relationships/vmlDrawing" Target="../drawings/vmlDrawing2.vml"/><Relationship Id="rId3" Type="http://schemas.openxmlformats.org/officeDocument/2006/relationships/slideLayout" Target="../slideLayouts/slideLayout2.xml"/><Relationship Id="rId2" Type="http://schemas.openxmlformats.org/officeDocument/2006/relationships/image" Target="../media/image34.wmf"/><Relationship Id="rId1" Type="http://schemas.openxmlformats.org/officeDocument/2006/relationships/oleObject" Target="../embeddings/oleObject2.bin"/></Relationships>
</file>

<file path=ppt/slides/_rels/slide45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35.png"/></Relationships>
</file>

<file path=ppt/slides/_rels/slide46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36.png"/></Relationships>
</file>

<file path=ppt/slides/_rels/slide47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37.png"/></Relationships>
</file>

<file path=ppt/slides/_rels/slide48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2.xml"/><Relationship Id="rId2" Type="http://schemas.openxmlformats.org/officeDocument/2006/relationships/image" Target="../media/image39.png"/><Relationship Id="rId1" Type="http://schemas.openxmlformats.org/officeDocument/2006/relationships/image" Target="../media/image38.png"/></Relationships>
</file>

<file path=ppt/slides/_rels/slide4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2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40.png"/></Relationships>
</file>

<file path=ppt/slides/_rels/slide53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tags" Target="../tags/tag2.xml"/></Relationships>
</file>

<file path=ppt/slides/_rels/slide5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2.xml"/></Relationships>
</file>

<file path=ppt/slides/_rels/slide55.xml.rels><?xml version="1.0" encoding="UTF-8" standalone="yes"?>
<Relationships xmlns="http://schemas.openxmlformats.org/package/2006/relationships"><Relationship Id="rId5" Type="http://schemas.openxmlformats.org/officeDocument/2006/relationships/notesSlide" Target="../notesSlides/notesSlide21.xml"/><Relationship Id="rId4" Type="http://schemas.openxmlformats.org/officeDocument/2006/relationships/vmlDrawing" Target="../drawings/vmlDrawing3.vml"/><Relationship Id="rId3" Type="http://schemas.openxmlformats.org/officeDocument/2006/relationships/slideLayout" Target="../slideLayouts/slideLayout2.xml"/><Relationship Id="rId2" Type="http://schemas.openxmlformats.org/officeDocument/2006/relationships/image" Target="../media/image41.emf"/><Relationship Id="rId1" Type="http://schemas.openxmlformats.org/officeDocument/2006/relationships/oleObject" Target="../embeddings/oleObject3.bin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61" name="Rectangle 17"/>
          <p:cNvSpPr>
            <a:spLocks noChangeArrowheads="1"/>
          </p:cNvSpPr>
          <p:nvPr/>
        </p:nvSpPr>
        <p:spPr bwMode="auto">
          <a:xfrm>
            <a:off x="1066800" y="1275606"/>
            <a:ext cx="7042150" cy="900246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lIns="68580" tIns="34290" rIns="68580" bIns="34290">
            <a:spAutoFit/>
          </a:bodyPr>
          <a:lstStyle/>
          <a:p>
            <a:pPr algn="ctr" defTabSz="685800">
              <a:defRPr/>
            </a:pPr>
            <a:r>
              <a:rPr lang="zh-CN" altLang="en-US" sz="5400" dirty="0">
                <a:solidFill>
                  <a:srgbClr val="00B050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通信工程制图</a:t>
            </a:r>
            <a:endParaRPr lang="zh-CN" altLang="en-US" sz="5400" dirty="0">
              <a:solidFill>
                <a:srgbClr val="00B050"/>
              </a:solidFill>
              <a:latin typeface="华文新魏" panose="02010800040101010101" pitchFamily="2" charset="-122"/>
              <a:ea typeface="华文新魏" panose="02010800040101010101" pitchFamily="2" charset="-122"/>
            </a:endParaRPr>
          </a:p>
        </p:txBody>
      </p:sp>
    </p:spTree>
  </p:cSld>
  <p:clrMapOvr>
    <a:masterClrMapping/>
  </p:clrMapOvr>
  <p:transition advTm="2515"/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34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zh-CN" altLang="en-US" sz="3200" dirty="0" smtClean="0">
                <a:latin typeface="华文新魏" panose="02010800040101010101" pitchFamily="2" charset="-122"/>
                <a:ea typeface="华文新魏" panose="02010800040101010101" pitchFamily="2" charset="-122"/>
              </a:rPr>
              <a:t>通信工程制图要求及图纸识读</a:t>
            </a:r>
            <a:endParaRPr lang="en-US" altLang="zh-CN" sz="3200" dirty="0" smtClean="0">
              <a:solidFill>
                <a:schemeClr val="accent1"/>
              </a:solidFill>
              <a:latin typeface="华文新魏" panose="02010800040101010101" pitchFamily="2" charset="-122"/>
              <a:ea typeface="华文新魏" panose="02010800040101010101" pitchFamily="2" charset="-122"/>
            </a:endParaRPr>
          </a:p>
        </p:txBody>
      </p:sp>
      <p:grpSp>
        <p:nvGrpSpPr>
          <p:cNvPr id="18435" name="Group 3"/>
          <p:cNvGrpSpPr/>
          <p:nvPr/>
        </p:nvGrpSpPr>
        <p:grpSpPr bwMode="auto">
          <a:xfrm>
            <a:off x="3132138" y="1514475"/>
            <a:ext cx="4791075" cy="539750"/>
            <a:chOff x="1152" y="1272"/>
            <a:chExt cx="3408" cy="453"/>
          </a:xfrm>
        </p:grpSpPr>
        <p:grpSp>
          <p:nvGrpSpPr>
            <p:cNvPr id="18462" name="Group 4"/>
            <p:cNvGrpSpPr/>
            <p:nvPr/>
          </p:nvGrpSpPr>
          <p:grpSpPr bwMode="auto">
            <a:xfrm>
              <a:off x="1152" y="1275"/>
              <a:ext cx="480" cy="419"/>
              <a:chOff x="1110" y="2656"/>
              <a:chExt cx="1549" cy="1351"/>
            </a:xfrm>
          </p:grpSpPr>
          <p:sp>
            <p:nvSpPr>
              <p:cNvPr id="18466" name="AutoShape 5"/>
              <p:cNvSpPr>
                <a:spLocks noChangeArrowheads="1"/>
              </p:cNvSpPr>
              <p:nvPr/>
            </p:nvSpPr>
            <p:spPr bwMode="gray">
              <a:xfrm>
                <a:off x="1123" y="2679"/>
                <a:ext cx="1536" cy="1328"/>
              </a:xfrm>
              <a:prstGeom prst="hexagon">
                <a:avLst>
                  <a:gd name="adj" fmla="val 28916"/>
                  <a:gd name="vf" fmla="val 115470"/>
                </a:avLst>
              </a:prstGeom>
              <a:solidFill>
                <a:srgbClr val="80808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anchor="ctr"/>
              <a:lstStyle/>
              <a:p>
                <a:endParaRPr lang="zh-CN" altLang="en-US">
                  <a:latin typeface="华文新魏" panose="02010800040101010101" pitchFamily="2" charset="-122"/>
                  <a:ea typeface="华文新魏" panose="02010800040101010101" pitchFamily="2" charset="-122"/>
                </a:endParaRPr>
              </a:p>
            </p:txBody>
          </p:sp>
          <p:sp>
            <p:nvSpPr>
              <p:cNvPr id="18467" name="AutoShape 6"/>
              <p:cNvSpPr>
                <a:spLocks noChangeArrowheads="1"/>
              </p:cNvSpPr>
              <p:nvPr/>
            </p:nvSpPr>
            <p:spPr bwMode="gray">
              <a:xfrm>
                <a:off x="1110" y="2656"/>
                <a:ext cx="1536" cy="1328"/>
              </a:xfrm>
              <a:prstGeom prst="hexagon">
                <a:avLst>
                  <a:gd name="adj" fmla="val 28916"/>
                  <a:gd name="vf" fmla="val 115470"/>
                </a:avLst>
              </a:prstGeom>
              <a:gradFill rotWithShape="1">
                <a:gsLst>
                  <a:gs pos="0">
                    <a:srgbClr val="E6E6E6"/>
                  </a:gs>
                  <a:gs pos="7500">
                    <a:srgbClr val="7D8496"/>
                  </a:gs>
                  <a:gs pos="26500">
                    <a:srgbClr val="E6E6E6"/>
                  </a:gs>
                  <a:gs pos="34000">
                    <a:srgbClr val="7D8496"/>
                  </a:gs>
                  <a:gs pos="46500">
                    <a:srgbClr val="E6E6E6"/>
                  </a:gs>
                  <a:gs pos="50000">
                    <a:srgbClr val="FFFFFF"/>
                  </a:gs>
                  <a:gs pos="53500">
                    <a:srgbClr val="E6E6E6"/>
                  </a:gs>
                  <a:gs pos="66000">
                    <a:srgbClr val="7D8496"/>
                  </a:gs>
                  <a:gs pos="73500">
                    <a:srgbClr val="E6E6E6"/>
                  </a:gs>
                  <a:gs pos="92500">
                    <a:srgbClr val="7D8496"/>
                  </a:gs>
                  <a:gs pos="100000">
                    <a:srgbClr val="E6E6E6"/>
                  </a:gs>
                </a:gsLst>
                <a:lin ang="2700000" scaled="1"/>
              </a:gradFill>
              <a:ln w="9525">
                <a:solidFill>
                  <a:srgbClr val="C0C0C0"/>
                </a:solidFill>
                <a:miter lim="800000"/>
              </a:ln>
            </p:spPr>
            <p:txBody>
              <a:bodyPr wrap="none" anchor="ctr"/>
              <a:lstStyle/>
              <a:p>
                <a:endParaRPr lang="zh-CN" altLang="en-US">
                  <a:latin typeface="华文新魏" panose="02010800040101010101" pitchFamily="2" charset="-122"/>
                  <a:ea typeface="华文新魏" panose="02010800040101010101" pitchFamily="2" charset="-122"/>
                </a:endParaRPr>
              </a:p>
            </p:txBody>
          </p:sp>
          <p:sp>
            <p:nvSpPr>
              <p:cNvPr id="46087" name="AutoShape 7"/>
              <p:cNvSpPr>
                <a:spLocks noChangeArrowheads="1"/>
              </p:cNvSpPr>
              <p:nvPr/>
            </p:nvSpPr>
            <p:spPr bwMode="gray">
              <a:xfrm>
                <a:off x="1201" y="2737"/>
                <a:ext cx="1348" cy="1169"/>
              </a:xfrm>
              <a:prstGeom prst="hexagon">
                <a:avLst>
                  <a:gd name="adj" fmla="val 28896"/>
                  <a:gd name="vf" fmla="val 115470"/>
                </a:avLst>
              </a:prstGeom>
              <a:gradFill rotWithShape="1">
                <a:gsLst>
                  <a:gs pos="0">
                    <a:schemeClr val="hlink">
                      <a:gamma/>
                      <a:shade val="46275"/>
                      <a:invGamma/>
                    </a:schemeClr>
                  </a:gs>
                  <a:gs pos="100000">
                    <a:schemeClr val="hlink"/>
                  </a:gs>
                </a:gsLst>
                <a:lin ang="2700000" scaled="1"/>
              </a:gradFill>
              <a:ln w="9525">
                <a:solidFill>
                  <a:schemeClr val="tx1"/>
                </a:solidFill>
                <a:miter lim="800000"/>
              </a:ln>
              <a:effectLst/>
            </p:spPr>
            <p:txBody>
              <a:bodyPr wrap="none" anchor="ctr"/>
              <a:lstStyle/>
              <a:p>
                <a:pPr>
                  <a:defRPr/>
                </a:pPr>
                <a:endParaRPr lang="zh-CN" altLang="en-US">
                  <a:latin typeface="华文新魏" panose="02010800040101010101" pitchFamily="2" charset="-122"/>
                  <a:ea typeface="华文新魏" panose="02010800040101010101" pitchFamily="2" charset="-122"/>
                </a:endParaRPr>
              </a:p>
            </p:txBody>
          </p:sp>
        </p:grpSp>
        <p:sp>
          <p:nvSpPr>
            <p:cNvPr id="18463" name="Line 8"/>
            <p:cNvSpPr>
              <a:spLocks noChangeShapeType="1"/>
            </p:cNvSpPr>
            <p:nvPr/>
          </p:nvSpPr>
          <p:spPr bwMode="auto">
            <a:xfrm>
              <a:off x="1536" y="1659"/>
              <a:ext cx="3024" cy="0"/>
            </a:xfrm>
            <a:prstGeom prst="line">
              <a:avLst/>
            </a:prstGeom>
            <a:noFill/>
            <a:ln w="25400">
              <a:solidFill>
                <a:schemeClr val="tx2"/>
              </a:solidFill>
              <a:prstDash val="sysDot"/>
              <a:round/>
              <a:tailEnd type="oval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18464" name="Text Box 9"/>
            <p:cNvSpPr txBox="1">
              <a:spLocks noChangeArrowheads="1"/>
            </p:cNvSpPr>
            <p:nvPr/>
          </p:nvSpPr>
          <p:spPr bwMode="auto">
            <a:xfrm>
              <a:off x="1818" y="1272"/>
              <a:ext cx="2540" cy="387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r>
                <a:rPr lang="zh-CN" altLang="en-US" sz="2400" dirty="0" smtClean="0">
                  <a:solidFill>
                    <a:schemeClr val="tx2"/>
                  </a:solidFill>
                  <a:latin typeface="华文新魏" panose="02010800040101010101" pitchFamily="2" charset="-122"/>
                  <a:ea typeface="华文新魏" panose="02010800040101010101" pitchFamily="2" charset="-122"/>
                </a:rPr>
                <a:t>通信工程</a:t>
              </a:r>
              <a:r>
                <a:rPr lang="zh-CN" altLang="en-US" sz="2400" dirty="0">
                  <a:solidFill>
                    <a:schemeClr val="tx2"/>
                  </a:solidFill>
                  <a:latin typeface="华文新魏" panose="02010800040101010101" pitchFamily="2" charset="-122"/>
                  <a:ea typeface="华文新魏" panose="02010800040101010101" pitchFamily="2" charset="-122"/>
                </a:rPr>
                <a:t>制图的整体要求</a:t>
              </a:r>
              <a:endParaRPr lang="zh-CN" altLang="en-US" sz="2400" dirty="0">
                <a:solidFill>
                  <a:schemeClr val="tx2"/>
                </a:solidFill>
                <a:latin typeface="华文新魏" panose="02010800040101010101" pitchFamily="2" charset="-122"/>
                <a:ea typeface="华文新魏" panose="02010800040101010101" pitchFamily="2" charset="-122"/>
              </a:endParaRPr>
            </a:p>
          </p:txBody>
        </p:sp>
        <p:sp>
          <p:nvSpPr>
            <p:cNvPr id="18465" name="Text Box 10"/>
            <p:cNvSpPr txBox="1">
              <a:spLocks noChangeArrowheads="1"/>
            </p:cNvSpPr>
            <p:nvPr/>
          </p:nvSpPr>
          <p:spPr bwMode="gray">
            <a:xfrm>
              <a:off x="1275" y="1337"/>
              <a:ext cx="224" cy="38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algn="ctr"/>
              <a:r>
                <a:rPr lang="en-US" altLang="zh-CN" sz="2400" b="1">
                  <a:solidFill>
                    <a:schemeClr val="bg1"/>
                  </a:solidFill>
                  <a:latin typeface="华文新魏" panose="02010800040101010101" pitchFamily="2" charset="-122"/>
                  <a:ea typeface="华文新魏" panose="02010800040101010101" pitchFamily="2" charset="-122"/>
                </a:rPr>
                <a:t>1</a:t>
              </a:r>
              <a:endParaRPr lang="en-US" altLang="zh-CN" sz="2400" b="1">
                <a:solidFill>
                  <a:schemeClr val="bg1"/>
                </a:solidFill>
                <a:latin typeface="华文新魏" panose="02010800040101010101" pitchFamily="2" charset="-122"/>
                <a:ea typeface="华文新魏" panose="02010800040101010101" pitchFamily="2" charset="-122"/>
              </a:endParaRPr>
            </a:p>
          </p:txBody>
        </p:sp>
      </p:grpSp>
      <p:grpSp>
        <p:nvGrpSpPr>
          <p:cNvPr id="18436" name="Group 11"/>
          <p:cNvGrpSpPr/>
          <p:nvPr/>
        </p:nvGrpSpPr>
        <p:grpSpPr bwMode="auto">
          <a:xfrm>
            <a:off x="3132138" y="2182813"/>
            <a:ext cx="4791075" cy="555625"/>
            <a:chOff x="1152" y="1834"/>
            <a:chExt cx="3408" cy="466"/>
          </a:xfrm>
        </p:grpSpPr>
        <p:grpSp>
          <p:nvGrpSpPr>
            <p:cNvPr id="18455" name="Group 12"/>
            <p:cNvGrpSpPr/>
            <p:nvPr/>
          </p:nvGrpSpPr>
          <p:grpSpPr bwMode="auto">
            <a:xfrm>
              <a:off x="1152" y="1851"/>
              <a:ext cx="480" cy="419"/>
              <a:chOff x="3174" y="2656"/>
              <a:chExt cx="1549" cy="1351"/>
            </a:xfrm>
          </p:grpSpPr>
          <p:sp>
            <p:nvSpPr>
              <p:cNvPr id="18459" name="AutoShape 13"/>
              <p:cNvSpPr>
                <a:spLocks noChangeArrowheads="1"/>
              </p:cNvSpPr>
              <p:nvPr/>
            </p:nvSpPr>
            <p:spPr bwMode="gray">
              <a:xfrm>
                <a:off x="3187" y="2679"/>
                <a:ext cx="1536" cy="1328"/>
              </a:xfrm>
              <a:prstGeom prst="hexagon">
                <a:avLst>
                  <a:gd name="adj" fmla="val 28916"/>
                  <a:gd name="vf" fmla="val 115470"/>
                </a:avLst>
              </a:prstGeom>
              <a:solidFill>
                <a:srgbClr val="80808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anchor="ctr"/>
              <a:lstStyle/>
              <a:p>
                <a:endParaRPr lang="zh-CN" altLang="en-US">
                  <a:latin typeface="华文新魏" panose="02010800040101010101" pitchFamily="2" charset="-122"/>
                  <a:ea typeface="华文新魏" panose="02010800040101010101" pitchFamily="2" charset="-122"/>
                </a:endParaRPr>
              </a:p>
            </p:txBody>
          </p:sp>
          <p:sp>
            <p:nvSpPr>
              <p:cNvPr id="18460" name="AutoShape 14"/>
              <p:cNvSpPr>
                <a:spLocks noChangeArrowheads="1"/>
              </p:cNvSpPr>
              <p:nvPr/>
            </p:nvSpPr>
            <p:spPr bwMode="gray">
              <a:xfrm>
                <a:off x="3174" y="2656"/>
                <a:ext cx="1536" cy="1328"/>
              </a:xfrm>
              <a:prstGeom prst="hexagon">
                <a:avLst>
                  <a:gd name="adj" fmla="val 28916"/>
                  <a:gd name="vf" fmla="val 115470"/>
                </a:avLst>
              </a:prstGeom>
              <a:gradFill rotWithShape="1">
                <a:gsLst>
                  <a:gs pos="0">
                    <a:srgbClr val="E6E6E6"/>
                  </a:gs>
                  <a:gs pos="7500">
                    <a:srgbClr val="7D8496"/>
                  </a:gs>
                  <a:gs pos="26500">
                    <a:srgbClr val="E6E6E6"/>
                  </a:gs>
                  <a:gs pos="34000">
                    <a:srgbClr val="7D8496"/>
                  </a:gs>
                  <a:gs pos="46500">
                    <a:srgbClr val="E6E6E6"/>
                  </a:gs>
                  <a:gs pos="50000">
                    <a:srgbClr val="FFFFFF"/>
                  </a:gs>
                  <a:gs pos="53500">
                    <a:srgbClr val="E6E6E6"/>
                  </a:gs>
                  <a:gs pos="66000">
                    <a:srgbClr val="7D8496"/>
                  </a:gs>
                  <a:gs pos="73500">
                    <a:srgbClr val="E6E6E6"/>
                  </a:gs>
                  <a:gs pos="92500">
                    <a:srgbClr val="7D8496"/>
                  </a:gs>
                  <a:gs pos="100000">
                    <a:srgbClr val="E6E6E6"/>
                  </a:gs>
                </a:gsLst>
                <a:lin ang="2700000" scaled="1"/>
              </a:gradFill>
              <a:ln w="9525">
                <a:solidFill>
                  <a:srgbClr val="C0C0C0"/>
                </a:solidFill>
                <a:miter lim="800000"/>
              </a:ln>
            </p:spPr>
            <p:txBody>
              <a:bodyPr wrap="none" anchor="ctr"/>
              <a:lstStyle/>
              <a:p>
                <a:endParaRPr lang="zh-CN" altLang="en-US">
                  <a:latin typeface="华文新魏" panose="02010800040101010101" pitchFamily="2" charset="-122"/>
                  <a:ea typeface="华文新魏" panose="02010800040101010101" pitchFamily="2" charset="-122"/>
                </a:endParaRPr>
              </a:p>
            </p:txBody>
          </p:sp>
          <p:sp>
            <p:nvSpPr>
              <p:cNvPr id="46095" name="AutoShape 15"/>
              <p:cNvSpPr>
                <a:spLocks noChangeArrowheads="1"/>
              </p:cNvSpPr>
              <p:nvPr/>
            </p:nvSpPr>
            <p:spPr bwMode="gray">
              <a:xfrm>
                <a:off x="3265" y="2739"/>
                <a:ext cx="1348" cy="1168"/>
              </a:xfrm>
              <a:prstGeom prst="hexagon">
                <a:avLst>
                  <a:gd name="adj" fmla="val 28896"/>
                  <a:gd name="vf" fmla="val 115470"/>
                </a:avLst>
              </a:prstGeom>
              <a:gradFill rotWithShape="1">
                <a:gsLst>
                  <a:gs pos="0">
                    <a:schemeClr val="accent1">
                      <a:gamma/>
                      <a:shade val="46275"/>
                      <a:invGamma/>
                    </a:schemeClr>
                  </a:gs>
                  <a:gs pos="100000">
                    <a:schemeClr val="accent1"/>
                  </a:gs>
                </a:gsLst>
                <a:lin ang="2700000" scaled="1"/>
              </a:gradFill>
              <a:ln w="9525">
                <a:solidFill>
                  <a:schemeClr val="tx1"/>
                </a:solidFill>
                <a:miter lim="800000"/>
              </a:ln>
              <a:effectLst/>
            </p:spPr>
            <p:txBody>
              <a:bodyPr wrap="none" anchor="ctr"/>
              <a:lstStyle/>
              <a:p>
                <a:pPr>
                  <a:defRPr/>
                </a:pPr>
                <a:endParaRPr lang="zh-CN" altLang="en-US">
                  <a:latin typeface="华文新魏" panose="02010800040101010101" pitchFamily="2" charset="-122"/>
                  <a:ea typeface="华文新魏" panose="02010800040101010101" pitchFamily="2" charset="-122"/>
                </a:endParaRPr>
              </a:p>
            </p:txBody>
          </p:sp>
        </p:grpSp>
        <p:sp>
          <p:nvSpPr>
            <p:cNvPr id="18456" name="Line 16"/>
            <p:cNvSpPr>
              <a:spLocks noChangeShapeType="1"/>
            </p:cNvSpPr>
            <p:nvPr/>
          </p:nvSpPr>
          <p:spPr bwMode="auto">
            <a:xfrm>
              <a:off x="1536" y="2235"/>
              <a:ext cx="3024" cy="0"/>
            </a:xfrm>
            <a:prstGeom prst="line">
              <a:avLst/>
            </a:prstGeom>
            <a:noFill/>
            <a:ln w="25400">
              <a:solidFill>
                <a:schemeClr val="tx2"/>
              </a:solidFill>
              <a:prstDash val="sysDot"/>
              <a:round/>
              <a:tailEnd type="oval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18457" name="Text Box 17"/>
            <p:cNvSpPr txBox="1">
              <a:spLocks noChangeArrowheads="1"/>
            </p:cNvSpPr>
            <p:nvPr/>
          </p:nvSpPr>
          <p:spPr bwMode="auto">
            <a:xfrm>
              <a:off x="1793" y="1834"/>
              <a:ext cx="2540" cy="387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r>
                <a:rPr lang="zh-CN" altLang="en-US" sz="2400" dirty="0">
                  <a:solidFill>
                    <a:schemeClr val="tx2"/>
                  </a:solidFill>
                  <a:latin typeface="华文新魏" panose="02010800040101010101" pitchFamily="2" charset="-122"/>
                  <a:ea typeface="华文新魏" panose="02010800040101010101" pitchFamily="2" charset="-122"/>
                </a:rPr>
                <a:t>通信</a:t>
              </a:r>
              <a:r>
                <a:rPr lang="zh-CN" altLang="en-US" sz="2400" dirty="0" smtClean="0">
                  <a:solidFill>
                    <a:schemeClr val="tx2"/>
                  </a:solidFill>
                  <a:latin typeface="华文新魏" panose="02010800040101010101" pitchFamily="2" charset="-122"/>
                  <a:ea typeface="华文新魏" panose="02010800040101010101" pitchFamily="2" charset="-122"/>
                </a:rPr>
                <a:t>工程</a:t>
              </a:r>
              <a:r>
                <a:rPr lang="zh-CN" altLang="en-US" sz="2400" dirty="0">
                  <a:solidFill>
                    <a:schemeClr val="tx2"/>
                  </a:solidFill>
                  <a:latin typeface="华文新魏" panose="02010800040101010101" pitchFamily="2" charset="-122"/>
                  <a:ea typeface="华文新魏" panose="02010800040101010101" pitchFamily="2" charset="-122"/>
                </a:rPr>
                <a:t>制图的统一规定</a:t>
              </a:r>
              <a:endParaRPr lang="zh-CN" altLang="en-US" sz="2400" dirty="0">
                <a:solidFill>
                  <a:schemeClr val="tx2"/>
                </a:solidFill>
                <a:latin typeface="华文新魏" panose="02010800040101010101" pitchFamily="2" charset="-122"/>
                <a:ea typeface="华文新魏" panose="02010800040101010101" pitchFamily="2" charset="-122"/>
              </a:endParaRPr>
            </a:p>
          </p:txBody>
        </p:sp>
        <p:sp>
          <p:nvSpPr>
            <p:cNvPr id="18458" name="Text Box 18"/>
            <p:cNvSpPr txBox="1">
              <a:spLocks noChangeArrowheads="1"/>
            </p:cNvSpPr>
            <p:nvPr/>
          </p:nvSpPr>
          <p:spPr bwMode="gray">
            <a:xfrm>
              <a:off x="1259" y="1913"/>
              <a:ext cx="256" cy="387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algn="ctr"/>
              <a:r>
                <a:rPr lang="en-US" altLang="zh-CN" sz="2400" b="1">
                  <a:solidFill>
                    <a:schemeClr val="bg1"/>
                  </a:solidFill>
                  <a:latin typeface="华文新魏" panose="02010800040101010101" pitchFamily="2" charset="-122"/>
                  <a:ea typeface="华文新魏" panose="02010800040101010101" pitchFamily="2" charset="-122"/>
                </a:rPr>
                <a:t>2</a:t>
              </a:r>
              <a:endParaRPr lang="en-US" altLang="zh-CN" sz="2400" b="1">
                <a:solidFill>
                  <a:schemeClr val="bg1"/>
                </a:solidFill>
                <a:latin typeface="华文新魏" panose="02010800040101010101" pitchFamily="2" charset="-122"/>
                <a:ea typeface="华文新魏" panose="02010800040101010101" pitchFamily="2" charset="-122"/>
              </a:endParaRPr>
            </a:p>
          </p:txBody>
        </p:sp>
      </p:grpSp>
      <p:grpSp>
        <p:nvGrpSpPr>
          <p:cNvPr id="18437" name="Group 19"/>
          <p:cNvGrpSpPr/>
          <p:nvPr/>
        </p:nvGrpSpPr>
        <p:grpSpPr bwMode="auto">
          <a:xfrm>
            <a:off x="3132138" y="2868613"/>
            <a:ext cx="4791075" cy="539750"/>
            <a:chOff x="1152" y="2409"/>
            <a:chExt cx="3408" cy="454"/>
          </a:xfrm>
        </p:grpSpPr>
        <p:grpSp>
          <p:nvGrpSpPr>
            <p:cNvPr id="18448" name="Group 20"/>
            <p:cNvGrpSpPr/>
            <p:nvPr/>
          </p:nvGrpSpPr>
          <p:grpSpPr bwMode="auto">
            <a:xfrm>
              <a:off x="1152" y="2413"/>
              <a:ext cx="480" cy="419"/>
              <a:chOff x="1110" y="2656"/>
              <a:chExt cx="1549" cy="1351"/>
            </a:xfrm>
          </p:grpSpPr>
          <p:sp>
            <p:nvSpPr>
              <p:cNvPr id="18452" name="AutoShape 21"/>
              <p:cNvSpPr>
                <a:spLocks noChangeArrowheads="1"/>
              </p:cNvSpPr>
              <p:nvPr/>
            </p:nvSpPr>
            <p:spPr bwMode="gray">
              <a:xfrm>
                <a:off x="1123" y="2679"/>
                <a:ext cx="1536" cy="1328"/>
              </a:xfrm>
              <a:prstGeom prst="hexagon">
                <a:avLst>
                  <a:gd name="adj" fmla="val 28916"/>
                  <a:gd name="vf" fmla="val 115470"/>
                </a:avLst>
              </a:prstGeom>
              <a:solidFill>
                <a:srgbClr val="80808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anchor="ctr"/>
              <a:lstStyle/>
              <a:p>
                <a:endParaRPr lang="zh-CN" altLang="en-US">
                  <a:latin typeface="华文新魏" panose="02010800040101010101" pitchFamily="2" charset="-122"/>
                  <a:ea typeface="华文新魏" panose="02010800040101010101" pitchFamily="2" charset="-122"/>
                </a:endParaRPr>
              </a:p>
            </p:txBody>
          </p:sp>
          <p:sp>
            <p:nvSpPr>
              <p:cNvPr id="18453" name="AutoShape 22"/>
              <p:cNvSpPr>
                <a:spLocks noChangeArrowheads="1"/>
              </p:cNvSpPr>
              <p:nvPr/>
            </p:nvSpPr>
            <p:spPr bwMode="gray">
              <a:xfrm>
                <a:off x="1110" y="2656"/>
                <a:ext cx="1536" cy="1328"/>
              </a:xfrm>
              <a:prstGeom prst="hexagon">
                <a:avLst>
                  <a:gd name="adj" fmla="val 28916"/>
                  <a:gd name="vf" fmla="val 115470"/>
                </a:avLst>
              </a:prstGeom>
              <a:gradFill rotWithShape="1">
                <a:gsLst>
                  <a:gs pos="0">
                    <a:srgbClr val="E6E6E6"/>
                  </a:gs>
                  <a:gs pos="7500">
                    <a:srgbClr val="7D8496"/>
                  </a:gs>
                  <a:gs pos="26500">
                    <a:srgbClr val="E6E6E6"/>
                  </a:gs>
                  <a:gs pos="34000">
                    <a:srgbClr val="7D8496"/>
                  </a:gs>
                  <a:gs pos="46500">
                    <a:srgbClr val="E6E6E6"/>
                  </a:gs>
                  <a:gs pos="50000">
                    <a:srgbClr val="FFFFFF"/>
                  </a:gs>
                  <a:gs pos="53500">
                    <a:srgbClr val="E6E6E6"/>
                  </a:gs>
                  <a:gs pos="66000">
                    <a:srgbClr val="7D8496"/>
                  </a:gs>
                  <a:gs pos="73500">
                    <a:srgbClr val="E6E6E6"/>
                  </a:gs>
                  <a:gs pos="92500">
                    <a:srgbClr val="7D8496"/>
                  </a:gs>
                  <a:gs pos="100000">
                    <a:srgbClr val="E6E6E6"/>
                  </a:gs>
                </a:gsLst>
                <a:lin ang="2700000" scaled="1"/>
              </a:gradFill>
              <a:ln w="9525">
                <a:solidFill>
                  <a:srgbClr val="C0C0C0"/>
                </a:solidFill>
                <a:miter lim="800000"/>
              </a:ln>
            </p:spPr>
            <p:txBody>
              <a:bodyPr wrap="none" anchor="ctr"/>
              <a:lstStyle/>
              <a:p>
                <a:endParaRPr lang="zh-CN" altLang="en-US">
                  <a:latin typeface="华文新魏" panose="02010800040101010101" pitchFamily="2" charset="-122"/>
                  <a:ea typeface="华文新魏" panose="02010800040101010101" pitchFamily="2" charset="-122"/>
                </a:endParaRPr>
              </a:p>
            </p:txBody>
          </p:sp>
          <p:sp>
            <p:nvSpPr>
              <p:cNvPr id="46103" name="AutoShape 23"/>
              <p:cNvSpPr>
                <a:spLocks noChangeArrowheads="1"/>
              </p:cNvSpPr>
              <p:nvPr/>
            </p:nvSpPr>
            <p:spPr bwMode="gray">
              <a:xfrm>
                <a:off x="1201" y="2738"/>
                <a:ext cx="1348" cy="1167"/>
              </a:xfrm>
              <a:prstGeom prst="hexagon">
                <a:avLst>
                  <a:gd name="adj" fmla="val 28896"/>
                  <a:gd name="vf" fmla="val 115470"/>
                </a:avLst>
              </a:prstGeom>
              <a:gradFill rotWithShape="1">
                <a:gsLst>
                  <a:gs pos="0">
                    <a:schemeClr val="hlink">
                      <a:gamma/>
                      <a:shade val="46275"/>
                      <a:invGamma/>
                    </a:schemeClr>
                  </a:gs>
                  <a:gs pos="100000">
                    <a:schemeClr val="hlink"/>
                  </a:gs>
                </a:gsLst>
                <a:lin ang="2700000" scaled="1"/>
              </a:gradFill>
              <a:ln w="9525">
                <a:solidFill>
                  <a:schemeClr val="tx1"/>
                </a:solidFill>
                <a:miter lim="800000"/>
              </a:ln>
              <a:effectLst/>
            </p:spPr>
            <p:txBody>
              <a:bodyPr wrap="none" anchor="ctr"/>
              <a:lstStyle/>
              <a:p>
                <a:pPr>
                  <a:defRPr/>
                </a:pPr>
                <a:endParaRPr lang="zh-CN" altLang="en-US">
                  <a:latin typeface="华文新魏" panose="02010800040101010101" pitchFamily="2" charset="-122"/>
                  <a:ea typeface="华文新魏" panose="02010800040101010101" pitchFamily="2" charset="-122"/>
                </a:endParaRPr>
              </a:p>
            </p:txBody>
          </p:sp>
        </p:grpSp>
        <p:sp>
          <p:nvSpPr>
            <p:cNvPr id="18449" name="Line 24"/>
            <p:cNvSpPr>
              <a:spLocks noChangeShapeType="1"/>
            </p:cNvSpPr>
            <p:nvPr/>
          </p:nvSpPr>
          <p:spPr bwMode="auto">
            <a:xfrm>
              <a:off x="1536" y="2797"/>
              <a:ext cx="3024" cy="0"/>
            </a:xfrm>
            <a:prstGeom prst="line">
              <a:avLst/>
            </a:prstGeom>
            <a:noFill/>
            <a:ln w="25400">
              <a:solidFill>
                <a:schemeClr val="tx2"/>
              </a:solidFill>
              <a:prstDash val="sysDot"/>
              <a:round/>
              <a:tailEnd type="oval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18450" name="Text Box 25"/>
            <p:cNvSpPr txBox="1">
              <a:spLocks noChangeArrowheads="1"/>
            </p:cNvSpPr>
            <p:nvPr/>
          </p:nvSpPr>
          <p:spPr bwMode="auto">
            <a:xfrm>
              <a:off x="1818" y="2409"/>
              <a:ext cx="1007" cy="38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r>
                <a:rPr lang="zh-CN" altLang="en-US" sz="2400">
                  <a:solidFill>
                    <a:schemeClr val="tx2"/>
                  </a:solidFill>
                  <a:latin typeface="华文新魏" panose="02010800040101010101" pitchFamily="2" charset="-122"/>
                  <a:ea typeface="华文新魏" panose="02010800040101010101" pitchFamily="2" charset="-122"/>
                </a:rPr>
                <a:t>常用图例</a:t>
              </a:r>
              <a:endParaRPr lang="zh-CN" altLang="en-US" sz="2400">
                <a:solidFill>
                  <a:schemeClr val="tx2"/>
                </a:solidFill>
                <a:latin typeface="华文新魏" panose="02010800040101010101" pitchFamily="2" charset="-122"/>
                <a:ea typeface="华文新魏" panose="02010800040101010101" pitchFamily="2" charset="-122"/>
              </a:endParaRPr>
            </a:p>
          </p:txBody>
        </p:sp>
        <p:sp>
          <p:nvSpPr>
            <p:cNvPr id="18451" name="Text Box 26"/>
            <p:cNvSpPr txBox="1">
              <a:spLocks noChangeArrowheads="1"/>
            </p:cNvSpPr>
            <p:nvPr/>
          </p:nvSpPr>
          <p:spPr bwMode="gray">
            <a:xfrm>
              <a:off x="1259" y="2475"/>
              <a:ext cx="256" cy="38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algn="ctr"/>
              <a:r>
                <a:rPr lang="en-US" altLang="zh-CN" sz="2400" b="1">
                  <a:solidFill>
                    <a:schemeClr val="bg1"/>
                  </a:solidFill>
                  <a:latin typeface="华文新魏" panose="02010800040101010101" pitchFamily="2" charset="-122"/>
                  <a:ea typeface="华文新魏" panose="02010800040101010101" pitchFamily="2" charset="-122"/>
                </a:rPr>
                <a:t>3</a:t>
              </a:r>
              <a:endParaRPr lang="en-US" altLang="zh-CN" sz="2400" b="1">
                <a:solidFill>
                  <a:schemeClr val="bg1"/>
                </a:solidFill>
                <a:latin typeface="华文新魏" panose="02010800040101010101" pitchFamily="2" charset="-122"/>
                <a:ea typeface="华文新魏" panose="02010800040101010101" pitchFamily="2" charset="-122"/>
              </a:endParaRPr>
            </a:p>
          </p:txBody>
        </p:sp>
      </p:grpSp>
      <p:grpSp>
        <p:nvGrpSpPr>
          <p:cNvPr id="18438" name="Group 27"/>
          <p:cNvGrpSpPr/>
          <p:nvPr/>
        </p:nvGrpSpPr>
        <p:grpSpPr bwMode="auto">
          <a:xfrm>
            <a:off x="3132138" y="3543300"/>
            <a:ext cx="4791075" cy="550863"/>
            <a:chOff x="1152" y="2976"/>
            <a:chExt cx="3408" cy="463"/>
          </a:xfrm>
        </p:grpSpPr>
        <p:grpSp>
          <p:nvGrpSpPr>
            <p:cNvPr id="18441" name="Group 28"/>
            <p:cNvGrpSpPr/>
            <p:nvPr/>
          </p:nvGrpSpPr>
          <p:grpSpPr bwMode="auto">
            <a:xfrm>
              <a:off x="1152" y="2989"/>
              <a:ext cx="480" cy="419"/>
              <a:chOff x="3174" y="2656"/>
              <a:chExt cx="1549" cy="1351"/>
            </a:xfrm>
          </p:grpSpPr>
          <p:sp>
            <p:nvSpPr>
              <p:cNvPr id="18445" name="AutoShape 29"/>
              <p:cNvSpPr>
                <a:spLocks noChangeArrowheads="1"/>
              </p:cNvSpPr>
              <p:nvPr/>
            </p:nvSpPr>
            <p:spPr bwMode="gray">
              <a:xfrm>
                <a:off x="3187" y="2679"/>
                <a:ext cx="1536" cy="1328"/>
              </a:xfrm>
              <a:prstGeom prst="hexagon">
                <a:avLst>
                  <a:gd name="adj" fmla="val 28916"/>
                  <a:gd name="vf" fmla="val 115470"/>
                </a:avLst>
              </a:prstGeom>
              <a:solidFill>
                <a:srgbClr val="80808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anchor="ctr"/>
              <a:lstStyle/>
              <a:p>
                <a:endParaRPr lang="zh-CN" altLang="en-US">
                  <a:latin typeface="华文新魏" panose="02010800040101010101" pitchFamily="2" charset="-122"/>
                  <a:ea typeface="华文新魏" panose="02010800040101010101" pitchFamily="2" charset="-122"/>
                </a:endParaRPr>
              </a:p>
            </p:txBody>
          </p:sp>
          <p:sp>
            <p:nvSpPr>
              <p:cNvPr id="18446" name="AutoShape 30"/>
              <p:cNvSpPr>
                <a:spLocks noChangeArrowheads="1"/>
              </p:cNvSpPr>
              <p:nvPr/>
            </p:nvSpPr>
            <p:spPr bwMode="gray">
              <a:xfrm>
                <a:off x="3174" y="2656"/>
                <a:ext cx="1536" cy="1328"/>
              </a:xfrm>
              <a:prstGeom prst="hexagon">
                <a:avLst>
                  <a:gd name="adj" fmla="val 28916"/>
                  <a:gd name="vf" fmla="val 115470"/>
                </a:avLst>
              </a:prstGeom>
              <a:gradFill rotWithShape="1">
                <a:gsLst>
                  <a:gs pos="0">
                    <a:srgbClr val="E6E6E6"/>
                  </a:gs>
                  <a:gs pos="7500">
                    <a:srgbClr val="7D8496"/>
                  </a:gs>
                  <a:gs pos="26500">
                    <a:srgbClr val="E6E6E6"/>
                  </a:gs>
                  <a:gs pos="34000">
                    <a:srgbClr val="7D8496"/>
                  </a:gs>
                  <a:gs pos="46500">
                    <a:srgbClr val="E6E6E6"/>
                  </a:gs>
                  <a:gs pos="50000">
                    <a:srgbClr val="FFFFFF"/>
                  </a:gs>
                  <a:gs pos="53500">
                    <a:srgbClr val="E6E6E6"/>
                  </a:gs>
                  <a:gs pos="66000">
                    <a:srgbClr val="7D8496"/>
                  </a:gs>
                  <a:gs pos="73500">
                    <a:srgbClr val="E6E6E6"/>
                  </a:gs>
                  <a:gs pos="92500">
                    <a:srgbClr val="7D8496"/>
                  </a:gs>
                  <a:gs pos="100000">
                    <a:srgbClr val="E6E6E6"/>
                  </a:gs>
                </a:gsLst>
                <a:lin ang="2700000" scaled="1"/>
              </a:gradFill>
              <a:ln w="9525">
                <a:solidFill>
                  <a:srgbClr val="C0C0C0"/>
                </a:solidFill>
                <a:miter lim="800000"/>
              </a:ln>
            </p:spPr>
            <p:txBody>
              <a:bodyPr wrap="none" anchor="ctr"/>
              <a:lstStyle/>
              <a:p>
                <a:endParaRPr lang="zh-CN" altLang="en-US">
                  <a:latin typeface="华文新魏" panose="02010800040101010101" pitchFamily="2" charset="-122"/>
                  <a:ea typeface="华文新魏" panose="02010800040101010101" pitchFamily="2" charset="-122"/>
                </a:endParaRPr>
              </a:p>
            </p:txBody>
          </p:sp>
          <p:sp>
            <p:nvSpPr>
              <p:cNvPr id="46111" name="AutoShape 31"/>
              <p:cNvSpPr>
                <a:spLocks noChangeArrowheads="1"/>
              </p:cNvSpPr>
              <p:nvPr/>
            </p:nvSpPr>
            <p:spPr bwMode="gray">
              <a:xfrm>
                <a:off x="3265" y="2739"/>
                <a:ext cx="1348" cy="1166"/>
              </a:xfrm>
              <a:prstGeom prst="hexagon">
                <a:avLst>
                  <a:gd name="adj" fmla="val 28896"/>
                  <a:gd name="vf" fmla="val 115470"/>
                </a:avLst>
              </a:prstGeom>
              <a:gradFill rotWithShape="1">
                <a:gsLst>
                  <a:gs pos="0">
                    <a:schemeClr val="accent1">
                      <a:gamma/>
                      <a:shade val="46275"/>
                      <a:invGamma/>
                    </a:schemeClr>
                  </a:gs>
                  <a:gs pos="100000">
                    <a:schemeClr val="accent1"/>
                  </a:gs>
                </a:gsLst>
                <a:lin ang="2700000" scaled="1"/>
              </a:gradFill>
              <a:ln w="9525">
                <a:solidFill>
                  <a:schemeClr val="tx1"/>
                </a:solidFill>
                <a:miter lim="800000"/>
              </a:ln>
              <a:effectLst/>
            </p:spPr>
            <p:txBody>
              <a:bodyPr wrap="none" anchor="ctr"/>
              <a:lstStyle/>
              <a:p>
                <a:pPr>
                  <a:defRPr/>
                </a:pPr>
                <a:endParaRPr lang="zh-CN" altLang="en-US">
                  <a:latin typeface="华文新魏" panose="02010800040101010101" pitchFamily="2" charset="-122"/>
                  <a:ea typeface="华文新魏" panose="02010800040101010101" pitchFamily="2" charset="-122"/>
                </a:endParaRPr>
              </a:p>
            </p:txBody>
          </p:sp>
        </p:grpSp>
        <p:sp>
          <p:nvSpPr>
            <p:cNvPr id="18442" name="Line 32"/>
            <p:cNvSpPr>
              <a:spLocks noChangeShapeType="1"/>
            </p:cNvSpPr>
            <p:nvPr/>
          </p:nvSpPr>
          <p:spPr bwMode="auto">
            <a:xfrm>
              <a:off x="1536" y="3373"/>
              <a:ext cx="3024" cy="0"/>
            </a:xfrm>
            <a:prstGeom prst="line">
              <a:avLst/>
            </a:prstGeom>
            <a:noFill/>
            <a:ln w="25400">
              <a:solidFill>
                <a:schemeClr val="tx2"/>
              </a:solidFill>
              <a:prstDash val="sysDot"/>
              <a:round/>
              <a:tailEnd type="oval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18443" name="Text Box 33"/>
            <p:cNvSpPr txBox="1">
              <a:spLocks noChangeArrowheads="1"/>
            </p:cNvSpPr>
            <p:nvPr/>
          </p:nvSpPr>
          <p:spPr bwMode="auto">
            <a:xfrm>
              <a:off x="1818" y="2976"/>
              <a:ext cx="1883" cy="38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r>
                <a:rPr lang="zh-CN" altLang="en-US" sz="2400">
                  <a:solidFill>
                    <a:schemeClr val="tx2"/>
                  </a:solidFill>
                  <a:latin typeface="华文新魏" panose="02010800040101010101" pitchFamily="2" charset="-122"/>
                  <a:ea typeface="华文新魏" panose="02010800040101010101" pitchFamily="2" charset="-122"/>
                </a:rPr>
                <a:t>通信工程图纸识读</a:t>
              </a:r>
              <a:endParaRPr lang="en-US" altLang="zh-CN" sz="2400">
                <a:solidFill>
                  <a:schemeClr val="tx2"/>
                </a:solidFill>
                <a:latin typeface="华文新魏" panose="02010800040101010101" pitchFamily="2" charset="-122"/>
                <a:ea typeface="华文新魏" panose="02010800040101010101" pitchFamily="2" charset="-122"/>
              </a:endParaRPr>
            </a:p>
          </p:txBody>
        </p:sp>
        <p:sp>
          <p:nvSpPr>
            <p:cNvPr id="18444" name="Text Box 34"/>
            <p:cNvSpPr txBox="1">
              <a:spLocks noChangeArrowheads="1"/>
            </p:cNvSpPr>
            <p:nvPr/>
          </p:nvSpPr>
          <p:spPr bwMode="gray">
            <a:xfrm>
              <a:off x="1259" y="3051"/>
              <a:ext cx="256" cy="38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algn="ctr"/>
              <a:r>
                <a:rPr lang="en-US" altLang="zh-CN" sz="2400" b="1">
                  <a:solidFill>
                    <a:schemeClr val="bg1"/>
                  </a:solidFill>
                  <a:latin typeface="华文新魏" panose="02010800040101010101" pitchFamily="2" charset="-122"/>
                  <a:ea typeface="华文新魏" panose="02010800040101010101" pitchFamily="2" charset="-122"/>
                </a:rPr>
                <a:t>4</a:t>
              </a:r>
              <a:endParaRPr lang="en-US" altLang="zh-CN" sz="2400" b="1">
                <a:solidFill>
                  <a:schemeClr val="bg1"/>
                </a:solidFill>
                <a:latin typeface="华文新魏" panose="02010800040101010101" pitchFamily="2" charset="-122"/>
                <a:ea typeface="华文新魏" panose="02010800040101010101" pitchFamily="2" charset="-122"/>
              </a:endParaRPr>
            </a:p>
          </p:txBody>
        </p:sp>
      </p:grpSp>
      <p:sp>
        <p:nvSpPr>
          <p:cNvPr id="18439" name="Text Box 35"/>
          <p:cNvSpPr txBox="1">
            <a:spLocks noChangeArrowheads="1"/>
          </p:cNvSpPr>
          <p:nvPr/>
        </p:nvSpPr>
        <p:spPr bwMode="auto">
          <a:xfrm>
            <a:off x="1660525" y="541338"/>
            <a:ext cx="184150" cy="3698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endParaRPr lang="zh-CN" altLang="en-US"/>
          </a:p>
        </p:txBody>
      </p:sp>
      <p:pic>
        <p:nvPicPr>
          <p:cNvPr id="18440" name="Picture 36"/>
          <p:cNvPicPr>
            <a:picLocks noChangeAspect="1" noChangeArrowheads="1"/>
          </p:cNvPicPr>
          <p:nvPr/>
        </p:nvPicPr>
        <p:blipFill>
          <a:blip r:embed="rId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95605" y="987425"/>
            <a:ext cx="2565400" cy="383794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53882" dir="13500000" kx="-3284103" algn="br" rotWithShape="0">
                    <a:srgbClr val="993A3A">
                      <a:alpha val="50000"/>
                    </a:srgbClr>
                  </a:outerShdw>
                </a:effectLst>
              </a14:hiddenEffects>
            </a:ext>
          </a:extLst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4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7" dur="500"/>
                                        <p:tgtEl>
                                          <p:spTgt spid="1843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22" presetClass="entr" presetSubtype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4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0" dur="500"/>
                                        <p:tgtEl>
                                          <p:spTgt spid="1843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22" presetClass="entr" presetSubtype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4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3" dur="500"/>
                                        <p:tgtEl>
                                          <p:spTgt spid="1843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22" presetClass="entr" presetSubtype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4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6" dur="500"/>
                                        <p:tgtEl>
                                          <p:spTgt spid="1843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4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1" dur="500" fill="hold"/>
                                        <p:tgtEl>
                                          <p:spTgt spid="1844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2" dur="500" fill="hold"/>
                                        <p:tgtEl>
                                          <p:spTgt spid="1844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482" name="Rectangle 9"/>
          <p:cNvSpPr>
            <a:spLocks noChangeArrowheads="1"/>
          </p:cNvSpPr>
          <p:nvPr/>
        </p:nvSpPr>
        <p:spPr bwMode="auto">
          <a:xfrm>
            <a:off x="539750" y="971550"/>
            <a:ext cx="5779135" cy="29305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lIns="68580" tIns="34290" rIns="68580" bIns="34290">
            <a:spAutoFit/>
          </a:bodyPr>
          <a:lstStyle/>
          <a:p>
            <a:pPr indent="342900" defTabSz="685800" eaLnBrk="0" hangingPunct="0">
              <a:lnSpc>
                <a:spcPct val="150000"/>
              </a:lnSpc>
              <a:buClr>
                <a:srgbClr val="00B050"/>
              </a:buClr>
            </a:pPr>
            <a:r>
              <a:rPr kumimoji="1" lang="zh-CN" altLang="en-US" sz="2400" dirty="0">
                <a:solidFill>
                  <a:srgbClr val="7030A0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总则一：</a:t>
            </a:r>
            <a:endParaRPr kumimoji="1" lang="zh-CN" altLang="en-US" sz="2400" dirty="0">
              <a:solidFill>
                <a:srgbClr val="7030A0"/>
              </a:solidFill>
              <a:latin typeface="楷体" panose="02010609060101010101" pitchFamily="49" charset="-122"/>
              <a:ea typeface="楷体" panose="02010609060101010101" pitchFamily="49" charset="-122"/>
            </a:endParaRPr>
          </a:p>
          <a:p>
            <a:pPr indent="342900" defTabSz="685800" eaLnBrk="0" hangingPunct="0">
              <a:lnSpc>
                <a:spcPct val="150000"/>
              </a:lnSpc>
              <a:buClr>
                <a:srgbClr val="00B050"/>
              </a:buClr>
            </a:pPr>
            <a:r>
              <a:rPr kumimoji="1" lang="zh-CN" altLang="en-US" sz="2000" dirty="0">
                <a:solidFill>
                  <a:srgbClr val="000000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本规定适用于</a:t>
            </a:r>
            <a:r>
              <a:rPr kumimoji="1" lang="zh-CN" altLang="en-US" sz="2000" dirty="0">
                <a:solidFill>
                  <a:srgbClr val="FF0000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通信工程建设设计、施工、存档和生产维护绘制图纸</a:t>
            </a:r>
            <a:r>
              <a:rPr kumimoji="1" lang="zh-CN" altLang="en-US" sz="2000" dirty="0">
                <a:solidFill>
                  <a:srgbClr val="000000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的需求</a:t>
            </a:r>
            <a:endParaRPr kumimoji="1" lang="zh-CN" altLang="en-US" sz="2000" dirty="0">
              <a:solidFill>
                <a:srgbClr val="000000"/>
              </a:solidFill>
              <a:latin typeface="楷体" panose="02010609060101010101" pitchFamily="49" charset="-122"/>
              <a:ea typeface="楷体" panose="02010609060101010101" pitchFamily="49" charset="-122"/>
            </a:endParaRPr>
          </a:p>
          <a:p>
            <a:pPr indent="342900" defTabSz="685800" eaLnBrk="0" hangingPunct="0">
              <a:lnSpc>
                <a:spcPct val="150000"/>
              </a:lnSpc>
              <a:buClr>
                <a:srgbClr val="00B050"/>
              </a:buClr>
            </a:pPr>
            <a:r>
              <a:rPr kumimoji="1" lang="zh-CN" altLang="en-US" sz="2000" dirty="0">
                <a:solidFill>
                  <a:srgbClr val="000000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重点要求绘制图纸</a:t>
            </a:r>
            <a:r>
              <a:rPr kumimoji="1" lang="zh-CN" altLang="en-US" sz="2000" dirty="0">
                <a:solidFill>
                  <a:srgbClr val="FF0000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规格统一、画法一致、图面清晰</a:t>
            </a:r>
            <a:r>
              <a:rPr kumimoji="1" lang="zh-CN" altLang="en-US" sz="2000" dirty="0">
                <a:solidFill>
                  <a:srgbClr val="000000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，并且提高</a:t>
            </a:r>
            <a:r>
              <a:rPr kumimoji="1" lang="zh-CN" altLang="en-US" sz="2000" dirty="0">
                <a:solidFill>
                  <a:srgbClr val="FF0000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制图效率 </a:t>
            </a:r>
            <a:r>
              <a:rPr kumimoji="1" lang="zh-CN" altLang="en-US" sz="2000" dirty="0">
                <a:solidFill>
                  <a:srgbClr val="000000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，保证</a:t>
            </a:r>
            <a:r>
              <a:rPr kumimoji="1" lang="zh-CN" altLang="en-US" sz="2000" dirty="0">
                <a:solidFill>
                  <a:srgbClr val="FF0000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制图质量</a:t>
            </a:r>
            <a:endParaRPr kumimoji="1" lang="zh-CN" altLang="en-US" sz="2000" dirty="0">
              <a:solidFill>
                <a:srgbClr val="000000"/>
              </a:solidFill>
              <a:latin typeface="楷体" panose="02010609060101010101" pitchFamily="49" charset="-122"/>
              <a:ea typeface="楷体" panose="02010609060101010101" pitchFamily="49" charset="-122"/>
            </a:endParaRPr>
          </a:p>
          <a:p>
            <a:pPr indent="342900" defTabSz="685800" eaLnBrk="0" hangingPunct="0">
              <a:lnSpc>
                <a:spcPct val="150000"/>
              </a:lnSpc>
              <a:buClr>
                <a:srgbClr val="00B050"/>
              </a:buClr>
            </a:pPr>
            <a:endParaRPr kumimoji="1" lang="zh-CN" altLang="en-US" sz="2000" dirty="0">
              <a:solidFill>
                <a:srgbClr val="000000"/>
              </a:solidFill>
              <a:latin typeface="楷体" panose="02010609060101010101" pitchFamily="49" charset="-122"/>
              <a:ea typeface="楷体" panose="02010609060101010101" pitchFamily="49" charset="-122"/>
            </a:endParaRPr>
          </a:p>
        </p:txBody>
      </p:sp>
      <p:sp>
        <p:nvSpPr>
          <p:cNvPr id="20483" name="Rectangle 2"/>
          <p:cNvSpPr txBox="1">
            <a:spLocks noChangeArrowheads="1"/>
          </p:cNvSpPr>
          <p:nvPr/>
        </p:nvSpPr>
        <p:spPr bwMode="auto">
          <a:xfrm>
            <a:off x="457200" y="244475"/>
            <a:ext cx="8229600" cy="6953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r>
              <a:rPr lang="zh-CN" altLang="en-US" sz="3200" b="1" dirty="0">
                <a:solidFill>
                  <a:schemeClr val="tx2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通信工程制图与图形符号</a:t>
            </a:r>
            <a:r>
              <a:rPr lang="zh-CN" altLang="en-US" sz="3200" b="1" dirty="0">
                <a:solidFill>
                  <a:schemeClr val="tx2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规定</a:t>
            </a:r>
            <a:endParaRPr lang="zh-CN" altLang="en-US" sz="3200" b="1" dirty="0">
              <a:solidFill>
                <a:schemeClr val="tx2"/>
              </a:solidFill>
              <a:latin typeface="华文新魏" panose="02010800040101010101" pitchFamily="2" charset="-122"/>
              <a:ea typeface="华文新魏" panose="02010800040101010101" pitchFamily="2" charset="-122"/>
            </a:endParaRPr>
          </a:p>
        </p:txBody>
      </p:sp>
      <p:pic>
        <p:nvPicPr>
          <p:cNvPr id="20484" name="Picture 4"/>
          <p:cNvPicPr>
            <a:picLocks noChangeAspect="1" noChangeArrowheads="1"/>
          </p:cNvPicPr>
          <p:nvPr/>
        </p:nvPicPr>
        <p:blipFill>
          <a:blip r:embed="rId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324670" y="939800"/>
            <a:ext cx="2362130" cy="353943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53882" dir="13500000" kx="-3284103" algn="br" rotWithShape="0">
                    <a:schemeClr val="accent1">
                      <a:gamma/>
                      <a:shade val="60000"/>
                      <a:invGamma/>
                      <a:alpha val="50000"/>
                    </a:schemeClr>
                  </a:outerShdw>
                </a:effectLst>
              </a14:hiddenEffects>
            </a:ext>
          </a:extLst>
        </p:spPr>
      </p:pic>
    </p:spTree>
  </p:cSld>
  <p:clrMapOvr>
    <a:masterClrMapping/>
  </p:clrMapOvr>
  <p:transition spd="med">
    <p:wipe/>
  </p:transition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482" name="Rectangle 9"/>
          <p:cNvSpPr>
            <a:spLocks noChangeArrowheads="1"/>
          </p:cNvSpPr>
          <p:nvPr/>
        </p:nvSpPr>
        <p:spPr bwMode="auto">
          <a:xfrm>
            <a:off x="539749" y="971550"/>
            <a:ext cx="5688435" cy="339217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lIns="68580" tIns="34290" rIns="68580" bIns="34290">
            <a:spAutoFit/>
          </a:bodyPr>
          <a:lstStyle/>
          <a:p>
            <a:pPr indent="342900" defTabSz="685800" eaLnBrk="0" hangingPunct="0">
              <a:lnSpc>
                <a:spcPct val="150000"/>
              </a:lnSpc>
              <a:buClr>
                <a:srgbClr val="00B050"/>
              </a:buClr>
            </a:pPr>
            <a:r>
              <a:rPr kumimoji="1" lang="zh-CN" altLang="en-US" sz="2400" dirty="0">
                <a:solidFill>
                  <a:srgbClr val="7030A0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总则二：</a:t>
            </a:r>
            <a:endParaRPr kumimoji="1" lang="zh-CN" altLang="en-US" sz="2400" dirty="0">
              <a:solidFill>
                <a:srgbClr val="7030A0"/>
              </a:solidFill>
              <a:latin typeface="楷体" panose="02010609060101010101" pitchFamily="49" charset="-122"/>
              <a:ea typeface="楷体" panose="02010609060101010101" pitchFamily="49" charset="-122"/>
            </a:endParaRPr>
          </a:p>
          <a:p>
            <a:pPr indent="342900" defTabSz="685800" eaLnBrk="0" hangingPunct="0">
              <a:lnSpc>
                <a:spcPct val="150000"/>
              </a:lnSpc>
              <a:buClr>
                <a:srgbClr val="00B050"/>
              </a:buClr>
            </a:pPr>
            <a:r>
              <a:rPr kumimoji="1" lang="zh-CN" altLang="en-US" sz="2000" dirty="0">
                <a:solidFill>
                  <a:srgbClr val="000000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本规定由通信工程制图</a:t>
            </a:r>
            <a:r>
              <a:rPr kumimoji="1" lang="zh-CN" altLang="en-US" sz="2000" dirty="0">
                <a:solidFill>
                  <a:srgbClr val="FF0000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统一的规定</a:t>
            </a:r>
            <a:r>
              <a:rPr kumimoji="1" lang="zh-CN" altLang="en-US" sz="2000" dirty="0">
                <a:solidFill>
                  <a:srgbClr val="000000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和</a:t>
            </a:r>
            <a:r>
              <a:rPr kumimoji="1" lang="zh-CN" altLang="en-US" sz="2000" dirty="0">
                <a:solidFill>
                  <a:srgbClr val="FF0000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图形符号</a:t>
            </a:r>
            <a:r>
              <a:rPr kumimoji="1" lang="zh-CN" altLang="en-US" sz="2000" dirty="0">
                <a:solidFill>
                  <a:srgbClr val="000000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两部分组成</a:t>
            </a:r>
            <a:endParaRPr kumimoji="1" lang="zh-CN" altLang="en-US" sz="2000" dirty="0">
              <a:solidFill>
                <a:srgbClr val="000000"/>
              </a:solidFill>
              <a:latin typeface="楷体" panose="02010609060101010101" pitchFamily="49" charset="-122"/>
              <a:ea typeface="楷体" panose="02010609060101010101" pitchFamily="49" charset="-122"/>
            </a:endParaRPr>
          </a:p>
          <a:p>
            <a:pPr indent="342900" defTabSz="685800" eaLnBrk="0" hangingPunct="0">
              <a:lnSpc>
                <a:spcPct val="150000"/>
              </a:lnSpc>
              <a:buClr>
                <a:srgbClr val="00B050"/>
              </a:buClr>
            </a:pPr>
            <a:r>
              <a:rPr kumimoji="1" lang="zh-CN" altLang="en-US" sz="2000" dirty="0">
                <a:solidFill>
                  <a:srgbClr val="000000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通信工程制图统一规定中</a:t>
            </a:r>
            <a:r>
              <a:rPr kumimoji="1" lang="zh-CN" altLang="en-US" sz="2000" dirty="0">
                <a:solidFill>
                  <a:srgbClr val="FF0000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未明确的问题</a:t>
            </a:r>
            <a:r>
              <a:rPr kumimoji="1" lang="zh-CN" altLang="en-US" sz="2000" dirty="0">
                <a:solidFill>
                  <a:srgbClr val="000000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，应按</a:t>
            </a:r>
            <a:r>
              <a:rPr kumimoji="1" lang="zh-CN" altLang="en-US" sz="2000" dirty="0">
                <a:solidFill>
                  <a:srgbClr val="FF0000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国家标准</a:t>
            </a:r>
            <a:r>
              <a:rPr kumimoji="1" lang="zh-CN" altLang="en-US" sz="2000" dirty="0">
                <a:solidFill>
                  <a:srgbClr val="000000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的要求执行</a:t>
            </a:r>
            <a:endParaRPr kumimoji="1" lang="zh-CN" altLang="en-US" sz="2000" dirty="0">
              <a:solidFill>
                <a:srgbClr val="000000"/>
              </a:solidFill>
              <a:latin typeface="楷体" panose="02010609060101010101" pitchFamily="49" charset="-122"/>
              <a:ea typeface="楷体" panose="02010609060101010101" pitchFamily="49" charset="-122"/>
            </a:endParaRPr>
          </a:p>
          <a:p>
            <a:pPr indent="342900" defTabSz="685800" eaLnBrk="0" hangingPunct="0">
              <a:lnSpc>
                <a:spcPct val="150000"/>
              </a:lnSpc>
              <a:buClr>
                <a:srgbClr val="00B050"/>
              </a:buClr>
            </a:pPr>
            <a:r>
              <a:rPr kumimoji="1" lang="zh-CN" altLang="en-US" sz="2000" dirty="0">
                <a:solidFill>
                  <a:srgbClr val="000000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本规定中</a:t>
            </a:r>
            <a:r>
              <a:rPr kumimoji="1" lang="zh-CN" altLang="en-US" sz="2000" dirty="0">
                <a:solidFill>
                  <a:srgbClr val="FF0000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未规定的图形符号</a:t>
            </a:r>
            <a:r>
              <a:rPr kumimoji="1" lang="zh-CN" altLang="en-US" sz="2000" dirty="0">
                <a:solidFill>
                  <a:srgbClr val="000000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，可</a:t>
            </a:r>
            <a:r>
              <a:rPr kumimoji="1" lang="zh-CN" altLang="en-US" sz="2000" dirty="0">
                <a:solidFill>
                  <a:srgbClr val="FF0000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使用国家标准中有关的符号</a:t>
            </a:r>
            <a:r>
              <a:rPr kumimoji="1" lang="zh-CN" altLang="en-US" sz="2000" dirty="0">
                <a:solidFill>
                  <a:srgbClr val="000000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，或</a:t>
            </a:r>
            <a:r>
              <a:rPr kumimoji="1" lang="zh-CN" altLang="en-US" sz="2000" dirty="0">
                <a:solidFill>
                  <a:srgbClr val="FF0000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按国家标准的规定进行派生</a:t>
            </a:r>
            <a:endParaRPr kumimoji="1" lang="zh-CN" altLang="en-US" sz="2000" dirty="0">
              <a:solidFill>
                <a:srgbClr val="FF0000"/>
              </a:solidFill>
              <a:latin typeface="楷体" panose="02010609060101010101" pitchFamily="49" charset="-122"/>
              <a:ea typeface="楷体" panose="02010609060101010101" pitchFamily="49" charset="-122"/>
            </a:endParaRPr>
          </a:p>
        </p:txBody>
      </p:sp>
      <p:sp>
        <p:nvSpPr>
          <p:cNvPr id="20483" name="Rectangle 2"/>
          <p:cNvSpPr txBox="1">
            <a:spLocks noChangeArrowheads="1"/>
          </p:cNvSpPr>
          <p:nvPr/>
        </p:nvSpPr>
        <p:spPr bwMode="auto">
          <a:xfrm>
            <a:off x="457200" y="244475"/>
            <a:ext cx="8229600" cy="6953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r>
              <a:rPr lang="zh-CN" altLang="en-US" sz="3200" b="1" dirty="0">
                <a:solidFill>
                  <a:schemeClr val="tx2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通信工程制图与图形</a:t>
            </a:r>
            <a:r>
              <a:rPr lang="zh-CN" altLang="en-US" sz="3200" b="1" dirty="0">
                <a:solidFill>
                  <a:schemeClr val="tx2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符号规定</a:t>
            </a:r>
            <a:endParaRPr lang="zh-CN" altLang="en-US" sz="3200" b="1" dirty="0">
              <a:solidFill>
                <a:schemeClr val="tx2"/>
              </a:solidFill>
              <a:latin typeface="华文新魏" panose="02010800040101010101" pitchFamily="2" charset="-122"/>
              <a:ea typeface="华文新魏" panose="02010800040101010101" pitchFamily="2" charset="-122"/>
            </a:endParaRPr>
          </a:p>
        </p:txBody>
      </p:sp>
      <p:pic>
        <p:nvPicPr>
          <p:cNvPr id="20484" name="Picture 4"/>
          <p:cNvPicPr>
            <a:picLocks noChangeAspect="1" noChangeArrowheads="1"/>
          </p:cNvPicPr>
          <p:nvPr/>
        </p:nvPicPr>
        <p:blipFill>
          <a:blip r:embed="rId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324670" y="939800"/>
            <a:ext cx="2362130" cy="353943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53882" dir="13500000" kx="-3284103" algn="br" rotWithShape="0">
                    <a:schemeClr val="accent1">
                      <a:gamma/>
                      <a:shade val="60000"/>
                      <a:invGamma/>
                      <a:alpha val="50000"/>
                    </a:schemeClr>
                  </a:outerShdw>
                </a:effectLst>
              </a14:hiddenEffects>
            </a:ext>
          </a:extLst>
        </p:spPr>
      </p:pic>
    </p:spTree>
  </p:cSld>
  <p:clrMapOvr>
    <a:masterClrMapping/>
  </p:clrMapOvr>
  <p:transition spd="med">
    <p:wipe/>
  </p:transition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8485" name="Rectangle 5"/>
          <p:cNvSpPr>
            <a:spLocks noChangeArrowheads="1"/>
          </p:cNvSpPr>
          <p:nvPr/>
        </p:nvSpPr>
        <p:spPr bwMode="auto">
          <a:xfrm>
            <a:off x="827405" y="923290"/>
            <a:ext cx="5800090" cy="326898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lIns="68580" tIns="34290" rIns="68580" bIns="34290">
            <a:spAutoFit/>
          </a:bodyPr>
          <a:lstStyle/>
          <a:p>
            <a:pPr indent="342900" defTabSz="685800" eaLnBrk="0" hangingPunct="0">
              <a:lnSpc>
                <a:spcPct val="130000"/>
              </a:lnSpc>
              <a:buClr>
                <a:srgbClr val="00B050"/>
              </a:buClr>
            </a:pPr>
            <a:r>
              <a:rPr kumimoji="1" lang="zh-CN" altLang="en-US" sz="2000" dirty="0">
                <a:latin typeface="楷体" panose="02010609060101010101" pitchFamily="49" charset="-122"/>
                <a:ea typeface="楷体" panose="02010609060101010101" pitchFamily="49" charset="-122"/>
              </a:rPr>
              <a:t>① 工程制图应根据表述对象的性质、论述的目的与内容，选取合适的图纸及表达手段，以便完整地表述主题内容</a:t>
            </a:r>
            <a:endParaRPr kumimoji="1" lang="zh-CN" altLang="en-US" sz="2000" dirty="0">
              <a:solidFill>
                <a:srgbClr val="000000"/>
              </a:solidFill>
              <a:latin typeface="楷体" panose="02010609060101010101" pitchFamily="49" charset="-122"/>
              <a:ea typeface="楷体" panose="02010609060101010101" pitchFamily="49" charset="-122"/>
            </a:endParaRPr>
          </a:p>
          <a:p>
            <a:pPr indent="342900" defTabSz="685800" eaLnBrk="0" hangingPunct="0">
              <a:lnSpc>
                <a:spcPct val="130000"/>
              </a:lnSpc>
              <a:buClr>
                <a:srgbClr val="00B050"/>
              </a:buClr>
            </a:pPr>
            <a:r>
              <a:rPr kumimoji="1" lang="zh-CN" altLang="en-US" sz="2000" dirty="0">
                <a:solidFill>
                  <a:srgbClr val="000000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② </a:t>
            </a:r>
            <a:r>
              <a:rPr kumimoji="1" lang="zh-CN" altLang="en-US" sz="2000" dirty="0">
                <a:solidFill>
                  <a:srgbClr val="FF0000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图面应布局合理、排列均匀、轮廓清晰和便于识别</a:t>
            </a:r>
            <a:endParaRPr kumimoji="1" lang="zh-CN" altLang="en-US" sz="2000" dirty="0">
              <a:solidFill>
                <a:srgbClr val="000000"/>
              </a:solidFill>
              <a:latin typeface="楷体" panose="02010609060101010101" pitchFamily="49" charset="-122"/>
              <a:ea typeface="楷体" panose="02010609060101010101" pitchFamily="49" charset="-122"/>
            </a:endParaRPr>
          </a:p>
          <a:p>
            <a:pPr indent="342900" defTabSz="685800" eaLnBrk="0" hangingPunct="0">
              <a:lnSpc>
                <a:spcPct val="130000"/>
              </a:lnSpc>
              <a:buClr>
                <a:srgbClr val="00B050"/>
              </a:buClr>
            </a:pPr>
            <a:r>
              <a:rPr kumimoji="1" lang="zh-CN" altLang="en-US" sz="2000" dirty="0">
                <a:solidFill>
                  <a:srgbClr val="000000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③ 应选用</a:t>
            </a:r>
            <a:r>
              <a:rPr kumimoji="1" lang="zh-CN" altLang="en-US" sz="2000" dirty="0">
                <a:solidFill>
                  <a:srgbClr val="FF0000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合适的图线宽度</a:t>
            </a:r>
            <a:r>
              <a:rPr kumimoji="1" lang="zh-CN" altLang="en-US" sz="2000" dirty="0">
                <a:solidFill>
                  <a:srgbClr val="000000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，避免工程图中的线条过粗或过细</a:t>
            </a:r>
            <a:endParaRPr kumimoji="1" lang="zh-CN" altLang="en-US" sz="2000" dirty="0">
              <a:solidFill>
                <a:srgbClr val="000000"/>
              </a:solidFill>
              <a:latin typeface="楷体" panose="02010609060101010101" pitchFamily="49" charset="-122"/>
              <a:ea typeface="楷体" panose="02010609060101010101" pitchFamily="49" charset="-122"/>
            </a:endParaRPr>
          </a:p>
          <a:p>
            <a:pPr indent="342900" defTabSz="685800" eaLnBrk="0" hangingPunct="0">
              <a:lnSpc>
                <a:spcPct val="130000"/>
              </a:lnSpc>
              <a:buClr>
                <a:srgbClr val="00B050"/>
              </a:buClr>
            </a:pPr>
            <a:endParaRPr kumimoji="1" lang="zh-CN" altLang="en-US" sz="2000" dirty="0">
              <a:solidFill>
                <a:srgbClr val="000000"/>
              </a:solidFill>
              <a:latin typeface="楷体" panose="02010609060101010101" pitchFamily="49" charset="-122"/>
              <a:ea typeface="楷体" panose="02010609060101010101" pitchFamily="49" charset="-122"/>
            </a:endParaRPr>
          </a:p>
        </p:txBody>
      </p:sp>
      <p:sp>
        <p:nvSpPr>
          <p:cNvPr id="20" name="标题 1"/>
          <p:cNvSpPr>
            <a:spLocks noGrp="1"/>
          </p:cNvSpPr>
          <p:nvPr>
            <p:ph type="title"/>
          </p:nvPr>
        </p:nvSpPr>
        <p:spPr>
          <a:xfrm>
            <a:off x="457200" y="244475"/>
            <a:ext cx="8229600" cy="695325"/>
          </a:xfrm>
        </p:spPr>
        <p:txBody>
          <a:bodyPr/>
          <a:lstStyle/>
          <a:p>
            <a:pPr eaLnBrk="1" hangingPunct="1"/>
            <a:r>
              <a:rPr lang="en-US" altLang="zh-CN" sz="3200" dirty="0" smtClean="0">
                <a:latin typeface="华文新魏" panose="02010800040101010101" pitchFamily="2" charset="-122"/>
                <a:ea typeface="华文新魏" panose="02010800040101010101" pitchFamily="2" charset="-122"/>
              </a:rPr>
              <a:t>1</a:t>
            </a:r>
            <a:r>
              <a:rPr lang="zh-CN" altLang="en-US" sz="3200" dirty="0" smtClean="0">
                <a:latin typeface="华文新魏" panose="02010800040101010101" pitchFamily="2" charset="-122"/>
                <a:ea typeface="华文新魏" panose="02010800040101010101" pitchFamily="2" charset="-122"/>
              </a:rPr>
              <a:t>、</a:t>
            </a:r>
            <a:r>
              <a:rPr lang="zh-CN" altLang="en-US" sz="3200" dirty="0">
                <a:latin typeface="华文新魏" panose="02010800040101010101" pitchFamily="2" charset="-122"/>
                <a:ea typeface="华文新魏" panose="02010800040101010101" pitchFamily="2" charset="-122"/>
              </a:rPr>
              <a:t>通信工程制图的总体</a:t>
            </a:r>
            <a:r>
              <a:rPr lang="zh-CN" altLang="en-US" sz="3200" dirty="0" smtClean="0">
                <a:latin typeface="华文新魏" panose="02010800040101010101" pitchFamily="2" charset="-122"/>
                <a:ea typeface="华文新魏" panose="02010800040101010101" pitchFamily="2" charset="-122"/>
              </a:rPr>
              <a:t>要求</a:t>
            </a:r>
            <a:endParaRPr lang="zh-CN" altLang="en-US" sz="3200" dirty="0" smtClean="0">
              <a:latin typeface="华文新魏" panose="02010800040101010101" pitchFamily="2" charset="-122"/>
              <a:ea typeface="华文新魏" panose="02010800040101010101" pitchFamily="2" charset="-122"/>
            </a:endParaRPr>
          </a:p>
        </p:txBody>
      </p:sp>
    </p:spTree>
  </p:cSld>
  <p:clrMapOvr>
    <a:masterClrMapping/>
  </p:clrMapOvr>
  <p:transition spd="slow"/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8485" name="Rectangle 5"/>
          <p:cNvSpPr>
            <a:spLocks noChangeArrowheads="1"/>
          </p:cNvSpPr>
          <p:nvPr/>
        </p:nvSpPr>
        <p:spPr bwMode="auto">
          <a:xfrm>
            <a:off x="827405" y="923290"/>
            <a:ext cx="5863590" cy="446976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lIns="68580" tIns="34290" rIns="68580" bIns="34290">
            <a:spAutoFit/>
          </a:bodyPr>
          <a:lstStyle/>
          <a:p>
            <a:pPr indent="342900" defTabSz="685800" eaLnBrk="0" hangingPunct="0">
              <a:lnSpc>
                <a:spcPct val="130000"/>
              </a:lnSpc>
              <a:buClr>
                <a:srgbClr val="00B050"/>
              </a:buClr>
            </a:pPr>
            <a:r>
              <a:rPr kumimoji="1" lang="zh-CN" altLang="en-US" sz="2000" dirty="0">
                <a:solidFill>
                  <a:srgbClr val="000000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④ 正确使用国标和行标规定的</a:t>
            </a:r>
            <a:r>
              <a:rPr kumimoji="1" lang="zh-CN" altLang="en-US" sz="2000" dirty="0">
                <a:solidFill>
                  <a:srgbClr val="FF0000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图形符号</a:t>
            </a:r>
            <a:r>
              <a:rPr kumimoji="1" lang="zh-CN" altLang="en-US" sz="2000" dirty="0">
                <a:solidFill>
                  <a:srgbClr val="000000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。派生新的符号时，应符合国标图形符号的派生规律，并应在合适的地方加以说明</a:t>
            </a:r>
            <a:endParaRPr kumimoji="1" lang="en-US" altLang="zh-CN" sz="2000" dirty="0">
              <a:solidFill>
                <a:srgbClr val="000000"/>
              </a:solidFill>
              <a:latin typeface="楷体" panose="02010609060101010101" pitchFamily="49" charset="-122"/>
              <a:ea typeface="楷体" panose="02010609060101010101" pitchFamily="49" charset="-122"/>
            </a:endParaRPr>
          </a:p>
          <a:p>
            <a:pPr indent="342900" defTabSz="685800" eaLnBrk="0" hangingPunct="0">
              <a:lnSpc>
                <a:spcPct val="130000"/>
              </a:lnSpc>
              <a:buClr>
                <a:srgbClr val="00B050"/>
              </a:buClr>
            </a:pPr>
            <a:r>
              <a:rPr kumimoji="1" lang="zh-CN" altLang="en-US" sz="2000" dirty="0">
                <a:solidFill>
                  <a:srgbClr val="000000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⑤ 在保证图面布局紧凑和使用方便的前提条件下，应选择</a:t>
            </a:r>
            <a:r>
              <a:rPr kumimoji="1" lang="zh-CN" altLang="en-US" sz="2000" dirty="0">
                <a:solidFill>
                  <a:srgbClr val="FF0000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合适的图纸幅面</a:t>
            </a:r>
            <a:r>
              <a:rPr kumimoji="1" lang="zh-CN" altLang="en-US" sz="2000" dirty="0">
                <a:solidFill>
                  <a:srgbClr val="000000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，使原图大小适中</a:t>
            </a:r>
            <a:endParaRPr kumimoji="1" lang="zh-CN" altLang="en-US" sz="2000" dirty="0">
              <a:solidFill>
                <a:srgbClr val="000000"/>
              </a:solidFill>
              <a:latin typeface="楷体" panose="02010609060101010101" pitchFamily="49" charset="-122"/>
              <a:ea typeface="楷体" panose="02010609060101010101" pitchFamily="49" charset="-122"/>
            </a:endParaRPr>
          </a:p>
          <a:p>
            <a:pPr indent="342900" defTabSz="685800" eaLnBrk="0" hangingPunct="0">
              <a:lnSpc>
                <a:spcPct val="130000"/>
              </a:lnSpc>
              <a:buClr>
                <a:srgbClr val="00B050"/>
              </a:buClr>
            </a:pPr>
            <a:r>
              <a:rPr kumimoji="1" lang="zh-CN" altLang="en-US" sz="2000" dirty="0">
                <a:solidFill>
                  <a:srgbClr val="000000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⑥ 应准确地按规定</a:t>
            </a:r>
            <a:r>
              <a:rPr kumimoji="1" lang="zh-CN" altLang="en-US" sz="2000" dirty="0">
                <a:solidFill>
                  <a:srgbClr val="FF0000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标注</a:t>
            </a:r>
            <a:r>
              <a:rPr kumimoji="1" lang="zh-CN" altLang="en-US" sz="2000" dirty="0">
                <a:solidFill>
                  <a:srgbClr val="000000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各种必要的技术数据和注释，并</a:t>
            </a:r>
            <a:r>
              <a:rPr kumimoji="1" lang="zh-CN" altLang="en-US" sz="2000" dirty="0">
                <a:solidFill>
                  <a:srgbClr val="FF0000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按规定进行书写和打印</a:t>
            </a:r>
            <a:endParaRPr kumimoji="1" lang="zh-CN" altLang="en-US" sz="2000" dirty="0">
              <a:solidFill>
                <a:srgbClr val="000000"/>
              </a:solidFill>
              <a:latin typeface="楷体" panose="02010609060101010101" pitchFamily="49" charset="-122"/>
              <a:ea typeface="楷体" panose="02010609060101010101" pitchFamily="49" charset="-122"/>
            </a:endParaRPr>
          </a:p>
          <a:p>
            <a:pPr indent="342900" defTabSz="685800" eaLnBrk="0" hangingPunct="0">
              <a:lnSpc>
                <a:spcPct val="130000"/>
              </a:lnSpc>
              <a:buClr>
                <a:srgbClr val="00B050"/>
              </a:buClr>
            </a:pPr>
            <a:r>
              <a:rPr kumimoji="1" lang="zh-CN" altLang="en-US" sz="2000" dirty="0">
                <a:solidFill>
                  <a:srgbClr val="000000"/>
                </a:solidFill>
                <a:latin typeface="楷体" panose="02010609060101010101" pitchFamily="49" charset="-122"/>
                <a:ea typeface="楷体" panose="02010609060101010101" pitchFamily="49" charset="-122"/>
                <a:sym typeface="+mn-ea"/>
              </a:rPr>
              <a:t>⑦ 工程图纸应按规定设置</a:t>
            </a:r>
            <a:r>
              <a:rPr kumimoji="1" lang="zh-CN" altLang="en-US" sz="2000" dirty="0">
                <a:solidFill>
                  <a:srgbClr val="FF0000"/>
                </a:solidFill>
                <a:latin typeface="楷体" panose="02010609060101010101" pitchFamily="49" charset="-122"/>
                <a:ea typeface="楷体" panose="02010609060101010101" pitchFamily="49" charset="-122"/>
                <a:sym typeface="+mn-ea"/>
              </a:rPr>
              <a:t>图衔</a:t>
            </a:r>
            <a:r>
              <a:rPr kumimoji="1" lang="zh-CN" altLang="en-US" sz="2000" dirty="0">
                <a:solidFill>
                  <a:srgbClr val="000000"/>
                </a:solidFill>
                <a:latin typeface="楷体" panose="02010609060101010101" pitchFamily="49" charset="-122"/>
                <a:ea typeface="楷体" panose="02010609060101010101" pitchFamily="49" charset="-122"/>
                <a:sym typeface="+mn-ea"/>
              </a:rPr>
              <a:t>，并按规定的责任范围签字，各种图纸应按规定顺序编号</a:t>
            </a:r>
            <a:endParaRPr kumimoji="1" lang="zh-CN" altLang="en-US" sz="2000" dirty="0">
              <a:solidFill>
                <a:srgbClr val="000000"/>
              </a:solidFill>
              <a:latin typeface="楷体" panose="02010609060101010101" pitchFamily="49" charset="-122"/>
              <a:ea typeface="楷体" panose="02010609060101010101" pitchFamily="49" charset="-122"/>
            </a:endParaRPr>
          </a:p>
          <a:p>
            <a:pPr indent="342900" defTabSz="685800" eaLnBrk="0" hangingPunct="0">
              <a:lnSpc>
                <a:spcPct val="130000"/>
              </a:lnSpc>
              <a:buClr>
                <a:srgbClr val="00B050"/>
              </a:buClr>
            </a:pPr>
            <a:endParaRPr kumimoji="1" lang="zh-CN" altLang="en-US" sz="2000" dirty="0">
              <a:solidFill>
                <a:srgbClr val="000000"/>
              </a:solidFill>
              <a:latin typeface="楷体" panose="02010609060101010101" pitchFamily="49" charset="-122"/>
              <a:ea typeface="楷体" panose="02010609060101010101" pitchFamily="49" charset="-122"/>
            </a:endParaRPr>
          </a:p>
          <a:p>
            <a:pPr indent="342900" defTabSz="685800" eaLnBrk="0" hangingPunct="0">
              <a:lnSpc>
                <a:spcPct val="130000"/>
              </a:lnSpc>
              <a:buClr>
                <a:srgbClr val="00B050"/>
              </a:buClr>
            </a:pPr>
            <a:endParaRPr kumimoji="1" lang="zh-CN" altLang="en-US" sz="2000" dirty="0">
              <a:solidFill>
                <a:srgbClr val="000000"/>
              </a:solidFill>
              <a:latin typeface="楷体" panose="02010609060101010101" pitchFamily="49" charset="-122"/>
              <a:ea typeface="楷体" panose="02010609060101010101" pitchFamily="49" charset="-122"/>
            </a:endParaRPr>
          </a:p>
        </p:txBody>
      </p:sp>
      <p:sp>
        <p:nvSpPr>
          <p:cNvPr id="22532" name="矩形 1"/>
          <p:cNvSpPr>
            <a:spLocks noChangeArrowheads="1"/>
          </p:cNvSpPr>
          <p:nvPr/>
        </p:nvSpPr>
        <p:spPr bwMode="auto">
          <a:xfrm>
            <a:off x="6732240" y="1059582"/>
            <a:ext cx="2286000" cy="785813"/>
          </a:xfrm>
          <a:prstGeom prst="rect">
            <a:avLst/>
          </a:prstGeom>
          <a:noFill/>
          <a:ln w="9525">
            <a:solidFill>
              <a:schemeClr val="accent1"/>
            </a:solidFill>
            <a:miter lim="800000"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>
            <a:spAutoFit/>
          </a:bodyPr>
          <a:lstStyle/>
          <a:p>
            <a:r>
              <a:rPr kumimoji="1" lang="zh-CN" altLang="en-US" sz="1500" b="1" dirty="0">
                <a:solidFill>
                  <a:srgbClr val="FF0000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当几种手段均可达到目的时，应采用较为简单的方式。</a:t>
            </a:r>
            <a:endParaRPr lang="zh-CN" altLang="en-US" b="1" dirty="0">
              <a:solidFill>
                <a:srgbClr val="FF0000"/>
              </a:solidFill>
            </a:endParaRPr>
          </a:p>
        </p:txBody>
      </p:sp>
      <p:sp>
        <p:nvSpPr>
          <p:cNvPr id="20" name="标题 1"/>
          <p:cNvSpPr>
            <a:spLocks noGrp="1"/>
          </p:cNvSpPr>
          <p:nvPr>
            <p:ph type="title"/>
          </p:nvPr>
        </p:nvSpPr>
        <p:spPr>
          <a:xfrm>
            <a:off x="457200" y="244475"/>
            <a:ext cx="8229600" cy="695325"/>
          </a:xfrm>
        </p:spPr>
        <p:txBody>
          <a:bodyPr/>
          <a:lstStyle/>
          <a:p>
            <a:pPr eaLnBrk="1" hangingPunct="1"/>
            <a:r>
              <a:rPr lang="en-US" altLang="zh-CN" sz="3200" dirty="0" smtClean="0">
                <a:latin typeface="华文新魏" panose="02010800040101010101" pitchFamily="2" charset="-122"/>
                <a:ea typeface="华文新魏" panose="02010800040101010101" pitchFamily="2" charset="-122"/>
              </a:rPr>
              <a:t>1</a:t>
            </a:r>
            <a:r>
              <a:rPr lang="zh-CN" altLang="en-US" sz="3200" dirty="0" smtClean="0">
                <a:latin typeface="华文新魏" panose="02010800040101010101" pitchFamily="2" charset="-122"/>
                <a:ea typeface="华文新魏" panose="02010800040101010101" pitchFamily="2" charset="-122"/>
              </a:rPr>
              <a:t>、</a:t>
            </a:r>
            <a:r>
              <a:rPr lang="zh-CN" altLang="en-US" sz="3200" dirty="0">
                <a:latin typeface="华文新魏" panose="02010800040101010101" pitchFamily="2" charset="-122"/>
                <a:ea typeface="华文新魏" panose="02010800040101010101" pitchFamily="2" charset="-122"/>
              </a:rPr>
              <a:t>通信工程制图的总体</a:t>
            </a:r>
            <a:r>
              <a:rPr lang="zh-CN" altLang="en-US" sz="3200" dirty="0" smtClean="0">
                <a:latin typeface="华文新魏" panose="02010800040101010101" pitchFamily="2" charset="-122"/>
                <a:ea typeface="华文新魏" panose="02010800040101010101" pitchFamily="2" charset="-122"/>
              </a:rPr>
              <a:t>要求</a:t>
            </a:r>
            <a:endParaRPr lang="zh-CN" altLang="en-US" sz="3200" dirty="0" smtClean="0">
              <a:latin typeface="华文新魏" panose="02010800040101010101" pitchFamily="2" charset="-122"/>
              <a:ea typeface="华文新魏" panose="02010800040101010101" pitchFamily="2" charset="-122"/>
            </a:endParaRPr>
          </a:p>
        </p:txBody>
      </p:sp>
    </p:spTree>
  </p:cSld>
  <p:clrMapOvr>
    <a:masterClrMapping/>
  </p:clrMapOvr>
  <p:transition spd="slow"/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554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zh-CN" sz="3200" dirty="0" smtClean="0">
                <a:latin typeface="华文新魏" panose="02010800040101010101" pitchFamily="2" charset="-122"/>
                <a:ea typeface="华文新魏" panose="02010800040101010101" pitchFamily="2" charset="-122"/>
              </a:rPr>
              <a:t>2</a:t>
            </a:r>
            <a:r>
              <a:rPr lang="zh-CN" altLang="en-US" sz="3200" dirty="0" smtClean="0">
                <a:latin typeface="华文新魏" panose="02010800040101010101" pitchFamily="2" charset="-122"/>
                <a:ea typeface="华文新魏" panose="02010800040101010101" pitchFamily="2" charset="-122"/>
              </a:rPr>
              <a:t>、通信工程制图的统一规定</a:t>
            </a:r>
            <a:endParaRPr lang="zh-CN" altLang="en-US" sz="3200" dirty="0" smtClean="0">
              <a:latin typeface="华文新魏" panose="02010800040101010101" pitchFamily="2" charset="-122"/>
              <a:ea typeface="华文新魏" panose="02010800040101010101" pitchFamily="2" charset="-122"/>
            </a:endParaRPr>
          </a:p>
        </p:txBody>
      </p:sp>
      <p:graphicFrame>
        <p:nvGraphicFramePr>
          <p:cNvPr id="5" name="内容占位符 4"/>
          <p:cNvGraphicFramePr>
            <a:graphicFrameLocks noGrp="1"/>
          </p:cNvGraphicFramePr>
          <p:nvPr>
            <p:ph idx="1"/>
          </p:nvPr>
        </p:nvGraphicFramePr>
        <p:xfrm>
          <a:off x="457200" y="1200150"/>
          <a:ext cx="8229600" cy="3394075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1" r:lo="rId2" r:qs="rId3" r:cs="rId4"/>
          </a:graphicData>
        </a:graphic>
      </p:graphicFrame>
      <p:sp>
        <p:nvSpPr>
          <p:cNvPr id="23556" name="页脚占位符 3"/>
          <p:cNvSpPr>
            <a:spLocks noGrp="1"/>
          </p:cNvSpPr>
          <p:nvPr>
            <p:ph type="ftr" sz="quarter" idx="11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endParaRPr lang="en-US" altLang="zh-CN" smtClean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Box 6"/>
          <p:cNvSpPr txBox="1">
            <a:spLocks noChangeArrowheads="1"/>
          </p:cNvSpPr>
          <p:nvPr/>
        </p:nvSpPr>
        <p:spPr bwMode="auto">
          <a:xfrm>
            <a:off x="539750" y="123825"/>
            <a:ext cx="8604250" cy="4349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r>
              <a:rPr lang="en-US" altLang="zh-CN" sz="3200" b="1" dirty="0">
                <a:solidFill>
                  <a:schemeClr val="tx2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2</a:t>
            </a:r>
            <a:r>
              <a:rPr lang="zh-CN" altLang="en-US" sz="3200" b="1" dirty="0">
                <a:solidFill>
                  <a:schemeClr val="tx2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、通信工程制图的统一规定</a:t>
            </a:r>
            <a:endParaRPr lang="zh-CN" altLang="en-US" sz="3200" b="1" dirty="0">
              <a:solidFill>
                <a:schemeClr val="tx2"/>
              </a:solidFill>
              <a:latin typeface="华文新魏" panose="02010800040101010101" pitchFamily="2" charset="-122"/>
              <a:ea typeface="华文新魏" panose="02010800040101010101" pitchFamily="2" charset="-122"/>
            </a:endParaRPr>
          </a:p>
        </p:txBody>
      </p:sp>
      <p:sp>
        <p:nvSpPr>
          <p:cNvPr id="175109" name="Rectangle 5"/>
          <p:cNvSpPr>
            <a:spLocks noChangeArrowheads="1"/>
          </p:cNvSpPr>
          <p:nvPr/>
        </p:nvSpPr>
        <p:spPr bwMode="auto">
          <a:xfrm>
            <a:off x="497635" y="650406"/>
            <a:ext cx="8659812" cy="57246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/>
          <a:p>
            <a:pPr eaLnBrk="0" hangingPunct="0">
              <a:lnSpc>
                <a:spcPct val="130000"/>
              </a:lnSpc>
              <a:buClr>
                <a:srgbClr val="00B050"/>
              </a:buClr>
            </a:pPr>
            <a:r>
              <a:rPr kumimoji="1" lang="zh-CN" altLang="en-US" sz="2400" dirty="0">
                <a:solidFill>
                  <a:srgbClr val="0000FF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（</a:t>
            </a:r>
            <a:r>
              <a:rPr kumimoji="1" lang="en-US" altLang="zh-CN" sz="2400" dirty="0">
                <a:solidFill>
                  <a:srgbClr val="0000FF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1</a:t>
            </a:r>
            <a:r>
              <a:rPr kumimoji="1" lang="zh-CN" altLang="en-US" sz="2400" dirty="0">
                <a:solidFill>
                  <a:srgbClr val="0000FF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）图幅尺寸 </a:t>
            </a:r>
            <a:endParaRPr kumimoji="1" lang="zh-CN" altLang="en-US" sz="2400" dirty="0">
              <a:solidFill>
                <a:srgbClr val="0000FF"/>
              </a:solidFill>
              <a:latin typeface="楷体" panose="02010609060101010101" pitchFamily="49" charset="-122"/>
              <a:ea typeface="楷体" panose="02010609060101010101" pitchFamily="49" charset="-122"/>
            </a:endParaRPr>
          </a:p>
        </p:txBody>
      </p:sp>
      <p:sp>
        <p:nvSpPr>
          <p:cNvPr id="175110" name="Rectangle 6"/>
          <p:cNvSpPr>
            <a:spLocks noChangeArrowheads="1"/>
          </p:cNvSpPr>
          <p:nvPr/>
        </p:nvSpPr>
        <p:spPr bwMode="auto">
          <a:xfrm>
            <a:off x="497635" y="1165902"/>
            <a:ext cx="8570913" cy="129159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/>
          <a:p>
            <a:pPr indent="457200" eaLnBrk="0" hangingPunct="0">
              <a:lnSpc>
                <a:spcPct val="130000"/>
              </a:lnSpc>
              <a:buClr>
                <a:srgbClr val="00B050"/>
              </a:buClr>
            </a:pPr>
            <a:r>
              <a:rPr kumimoji="1" lang="zh-CN" altLang="en-US" sz="2000" dirty="0" smtClean="0">
                <a:latin typeface="楷体" panose="02010609060101010101" pitchFamily="49" charset="-122"/>
                <a:ea typeface="楷体" panose="02010609060101010101" pitchFamily="49" charset="-122"/>
              </a:rPr>
              <a:t>工程</a:t>
            </a:r>
            <a:r>
              <a:rPr kumimoji="1" lang="zh-CN" altLang="en-US" sz="2000" dirty="0">
                <a:latin typeface="楷体" panose="02010609060101010101" pitchFamily="49" charset="-122"/>
                <a:ea typeface="楷体" panose="02010609060101010101" pitchFamily="49" charset="-122"/>
              </a:rPr>
              <a:t>图纸幅面和图框大小应符合国家标准</a:t>
            </a:r>
            <a:r>
              <a:rPr kumimoji="1" lang="en-US" altLang="zh-CN" sz="2000" dirty="0">
                <a:latin typeface="楷体" panose="02010609060101010101" pitchFamily="49" charset="-122"/>
                <a:ea typeface="楷体" panose="02010609060101010101" pitchFamily="49" charset="-122"/>
              </a:rPr>
              <a:t>GB/6988.2《</a:t>
            </a:r>
            <a:r>
              <a:rPr kumimoji="1" lang="zh-CN" altLang="en-US" sz="2000" dirty="0">
                <a:latin typeface="楷体" panose="02010609060101010101" pitchFamily="49" charset="-122"/>
                <a:ea typeface="楷体" panose="02010609060101010101" pitchFamily="49" charset="-122"/>
              </a:rPr>
              <a:t>电气制图一般规则</a:t>
            </a:r>
            <a:r>
              <a:rPr kumimoji="1" lang="en-US" altLang="zh-CN" sz="2000" dirty="0">
                <a:latin typeface="楷体" panose="02010609060101010101" pitchFamily="49" charset="-122"/>
                <a:ea typeface="楷体" panose="02010609060101010101" pitchFamily="49" charset="-122"/>
              </a:rPr>
              <a:t>》</a:t>
            </a:r>
            <a:r>
              <a:rPr kumimoji="1" lang="zh-CN" altLang="en-US" sz="2000" dirty="0">
                <a:latin typeface="楷体" panose="02010609060101010101" pitchFamily="49" charset="-122"/>
                <a:ea typeface="楷体" panose="02010609060101010101" pitchFamily="49" charset="-122"/>
              </a:rPr>
              <a:t>的规定，一般应采用</a:t>
            </a:r>
            <a:r>
              <a:rPr kumimoji="1" lang="en-US" altLang="zh-CN" sz="2000" dirty="0">
                <a:latin typeface="楷体" panose="02010609060101010101" pitchFamily="49" charset="-122"/>
                <a:ea typeface="楷体" panose="02010609060101010101" pitchFamily="49" charset="-122"/>
              </a:rPr>
              <a:t>A0</a:t>
            </a:r>
            <a:r>
              <a:rPr kumimoji="1" lang="zh-CN" altLang="en-US" sz="2000" dirty="0">
                <a:latin typeface="楷体" panose="02010609060101010101" pitchFamily="49" charset="-122"/>
                <a:ea typeface="楷体" panose="02010609060101010101" pitchFamily="49" charset="-122"/>
              </a:rPr>
              <a:t>、</a:t>
            </a:r>
            <a:r>
              <a:rPr kumimoji="1" lang="en-US" altLang="zh-CN" sz="2000" dirty="0">
                <a:latin typeface="楷体" panose="02010609060101010101" pitchFamily="49" charset="-122"/>
                <a:ea typeface="楷体" panose="02010609060101010101" pitchFamily="49" charset="-122"/>
              </a:rPr>
              <a:t>A1</a:t>
            </a:r>
            <a:r>
              <a:rPr kumimoji="1" lang="zh-CN" altLang="en-US" sz="2000" dirty="0">
                <a:latin typeface="楷体" panose="02010609060101010101" pitchFamily="49" charset="-122"/>
                <a:ea typeface="楷体" panose="02010609060101010101" pitchFamily="49" charset="-122"/>
              </a:rPr>
              <a:t>、</a:t>
            </a:r>
            <a:r>
              <a:rPr kumimoji="1" lang="en-US" altLang="zh-CN" sz="2000" dirty="0">
                <a:latin typeface="楷体" panose="02010609060101010101" pitchFamily="49" charset="-122"/>
                <a:ea typeface="楷体" panose="02010609060101010101" pitchFamily="49" charset="-122"/>
              </a:rPr>
              <a:t>A2</a:t>
            </a:r>
            <a:r>
              <a:rPr kumimoji="1" lang="zh-CN" altLang="en-US" sz="2000" dirty="0">
                <a:latin typeface="楷体" panose="02010609060101010101" pitchFamily="49" charset="-122"/>
                <a:ea typeface="楷体" panose="02010609060101010101" pitchFamily="49" charset="-122"/>
              </a:rPr>
              <a:t>、</a:t>
            </a:r>
            <a:r>
              <a:rPr kumimoji="1" lang="en-US" altLang="zh-CN" sz="2000" dirty="0">
                <a:latin typeface="楷体" panose="02010609060101010101" pitchFamily="49" charset="-122"/>
                <a:ea typeface="楷体" panose="02010609060101010101" pitchFamily="49" charset="-122"/>
              </a:rPr>
              <a:t>A3</a:t>
            </a:r>
            <a:r>
              <a:rPr kumimoji="1" lang="zh-CN" altLang="en-US" sz="2000" dirty="0">
                <a:latin typeface="楷体" panose="02010609060101010101" pitchFamily="49" charset="-122"/>
                <a:ea typeface="楷体" panose="02010609060101010101" pitchFamily="49" charset="-122"/>
              </a:rPr>
              <a:t>、</a:t>
            </a:r>
            <a:r>
              <a:rPr kumimoji="1" lang="en-US" altLang="zh-CN" sz="2000" dirty="0">
                <a:latin typeface="楷体" panose="02010609060101010101" pitchFamily="49" charset="-122"/>
                <a:ea typeface="楷体" panose="02010609060101010101" pitchFamily="49" charset="-122"/>
              </a:rPr>
              <a:t>A4</a:t>
            </a:r>
            <a:r>
              <a:rPr kumimoji="1" lang="zh-CN" altLang="en-US" sz="2000" dirty="0">
                <a:latin typeface="楷体" panose="02010609060101010101" pitchFamily="49" charset="-122"/>
                <a:ea typeface="楷体" panose="02010609060101010101" pitchFamily="49" charset="-122"/>
              </a:rPr>
              <a:t>及其加长的图纸幅面，目前实际工程设计中，多数采用</a:t>
            </a:r>
            <a:r>
              <a:rPr kumimoji="1" lang="en-US" altLang="zh-CN" sz="2000" dirty="0">
                <a:solidFill>
                  <a:srgbClr val="FF0000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A4</a:t>
            </a:r>
            <a:r>
              <a:rPr kumimoji="1" lang="zh-CN" altLang="en-US" sz="2000" dirty="0">
                <a:latin typeface="楷体" panose="02010609060101010101" pitchFamily="49" charset="-122"/>
                <a:ea typeface="楷体" panose="02010609060101010101" pitchFamily="49" charset="-122"/>
              </a:rPr>
              <a:t>图纸幅面</a:t>
            </a:r>
            <a:endParaRPr kumimoji="1" lang="en-US" altLang="zh-CN" sz="2000" dirty="0" smtClean="0">
              <a:latin typeface="楷体" panose="02010609060101010101" pitchFamily="49" charset="-122"/>
              <a:ea typeface="楷体" panose="02010609060101010101" pitchFamily="49" charset="-122"/>
            </a:endParaRPr>
          </a:p>
        </p:txBody>
      </p:sp>
      <p:pic>
        <p:nvPicPr>
          <p:cNvPr id="8" name="Picture 2"/>
          <p:cNvPicPr>
            <a:picLocks noChangeAspect="1" noChangeArrowheads="1"/>
          </p:cNvPicPr>
          <p:nvPr/>
        </p:nvPicPr>
        <p:blipFill>
          <a:blip r:embed="rId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987675" y="2643505"/>
            <a:ext cx="5545455" cy="1499870"/>
          </a:xfrm>
          <a:prstGeom prst="rect">
            <a:avLst/>
          </a:prstGeom>
          <a:noFill/>
          <a:ln w="9525" algn="ctr">
            <a:solidFill>
              <a:schemeClr val="tx1"/>
            </a:solidFill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4" name="矩形 3"/>
          <p:cNvSpPr/>
          <p:nvPr/>
        </p:nvSpPr>
        <p:spPr>
          <a:xfrm>
            <a:off x="3101975" y="3053715"/>
            <a:ext cx="656590" cy="296545"/>
          </a:xfrm>
          <a:prstGeom prst="rect">
            <a:avLst/>
          </a:prstGeom>
          <a:solidFill>
            <a:srgbClr val="FFFFFF"/>
          </a:solidFill>
          <a:ln w="9525" cap="flat" cmpd="sng" algn="ctr">
            <a:solidFill>
              <a:srgbClr val="FFFFFF"/>
            </a:solidFill>
            <a:prstDash val="solid"/>
            <a:round/>
            <a:headEnd type="none" w="med" len="med"/>
            <a:tailEnd type="none" w="med" len="med"/>
          </a:ln>
          <a:extLst>
            <a:ext uri="{909E8E84-426E-40DD-AFC4-6F175D3DCCD1}">
              <a14:hiddenFill xmlns:a14="http://schemas.microsoft.com/office/drawing/2010/main">
                <a:solidFill>
                  <a:srgbClr val="F8F8F8"/>
                </a:solidFill>
              </a14:hiddenFill>
            </a:ext>
          </a:extLst>
        </p:spPr>
        <p:txBody>
          <a:bodyPr vert="horz" wrap="none" lIns="91440" tIns="45720" rIns="91440" bIns="45720" numCol="1" anchor="ctr" anchorCtr="0" compatLnSpc="1"/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r>
              <a:rPr kumimoji="0" lang="zh-CN" altLang="en-US" sz="1100" i="0" u="none" strike="noStrike" cap="none" normalizeH="0" baseline="0" smtClean="0">
                <a:ln>
                  <a:noFill/>
                </a:ln>
                <a:solidFill>
                  <a:schemeClr val="tx1"/>
                </a:solidFill>
                <a:effectLst/>
                <a:latin typeface="黑体" panose="02010609060101010101" charset="-122"/>
                <a:ea typeface="黑体" panose="02010609060101010101" charset="-122"/>
              </a:rPr>
              <a:t>纸张尺寸</a:t>
            </a:r>
            <a:endParaRPr kumimoji="0" lang="zh-CN" altLang="en-US" sz="1100" i="0" u="none" strike="noStrike" cap="none" normalizeH="0" baseline="0" smtClean="0">
              <a:ln>
                <a:noFill/>
              </a:ln>
              <a:solidFill>
                <a:schemeClr val="tx1"/>
              </a:solidFill>
              <a:effectLst/>
              <a:latin typeface="黑体" panose="02010609060101010101" charset="-122"/>
              <a:ea typeface="黑体" panose="02010609060101010101" charset="-122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/>
    </mc:Choice>
    <mc:Fallback>
      <p:transition spd="slow"/>
    </mc:Fallback>
  </mc:AlternateContent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Box 6"/>
          <p:cNvSpPr txBox="1">
            <a:spLocks noChangeArrowheads="1"/>
          </p:cNvSpPr>
          <p:nvPr/>
        </p:nvSpPr>
        <p:spPr bwMode="auto">
          <a:xfrm>
            <a:off x="539750" y="123825"/>
            <a:ext cx="8604250" cy="4349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r>
              <a:rPr lang="en-US" altLang="zh-CN" sz="3200" b="1" dirty="0">
                <a:solidFill>
                  <a:schemeClr val="tx2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2</a:t>
            </a:r>
            <a:r>
              <a:rPr lang="zh-CN" altLang="en-US" sz="3200" b="1" dirty="0">
                <a:solidFill>
                  <a:schemeClr val="tx2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、通信工程制图的统一规定</a:t>
            </a:r>
            <a:endParaRPr lang="zh-CN" altLang="en-US" sz="3200" b="1" dirty="0">
              <a:solidFill>
                <a:schemeClr val="tx2"/>
              </a:solidFill>
              <a:latin typeface="华文新魏" panose="02010800040101010101" pitchFamily="2" charset="-122"/>
              <a:ea typeface="华文新魏" panose="02010800040101010101" pitchFamily="2" charset="-122"/>
            </a:endParaRPr>
          </a:p>
        </p:txBody>
      </p:sp>
      <p:sp>
        <p:nvSpPr>
          <p:cNvPr id="175109" name="Rectangle 5"/>
          <p:cNvSpPr>
            <a:spLocks noChangeArrowheads="1"/>
          </p:cNvSpPr>
          <p:nvPr/>
        </p:nvSpPr>
        <p:spPr bwMode="auto">
          <a:xfrm>
            <a:off x="497635" y="650406"/>
            <a:ext cx="8659812" cy="57246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/>
          <a:p>
            <a:pPr eaLnBrk="0" hangingPunct="0">
              <a:lnSpc>
                <a:spcPct val="130000"/>
              </a:lnSpc>
              <a:buClr>
                <a:srgbClr val="00B050"/>
              </a:buClr>
            </a:pPr>
            <a:r>
              <a:rPr kumimoji="1" lang="zh-CN" altLang="en-US" sz="2400" dirty="0">
                <a:solidFill>
                  <a:srgbClr val="0000FF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（</a:t>
            </a:r>
            <a:r>
              <a:rPr kumimoji="1" lang="en-US" altLang="zh-CN" sz="2400" dirty="0">
                <a:solidFill>
                  <a:srgbClr val="0000FF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1</a:t>
            </a:r>
            <a:r>
              <a:rPr kumimoji="1" lang="zh-CN" altLang="en-US" sz="2400" dirty="0">
                <a:solidFill>
                  <a:srgbClr val="0000FF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）图幅尺寸 </a:t>
            </a:r>
            <a:endParaRPr kumimoji="1" lang="zh-CN" altLang="en-US" sz="2400" dirty="0">
              <a:solidFill>
                <a:srgbClr val="0000FF"/>
              </a:solidFill>
              <a:latin typeface="楷体" panose="02010609060101010101" pitchFamily="49" charset="-122"/>
              <a:ea typeface="楷体" panose="02010609060101010101" pitchFamily="49" charset="-122"/>
            </a:endParaRPr>
          </a:p>
        </p:txBody>
      </p:sp>
      <p:sp>
        <p:nvSpPr>
          <p:cNvPr id="175110" name="Rectangle 6"/>
          <p:cNvSpPr>
            <a:spLocks noChangeArrowheads="1"/>
          </p:cNvSpPr>
          <p:nvPr/>
        </p:nvSpPr>
        <p:spPr bwMode="auto">
          <a:xfrm>
            <a:off x="497635" y="1165902"/>
            <a:ext cx="8570913" cy="49149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/>
          <a:p>
            <a:pPr indent="457200" eaLnBrk="0" hangingPunct="0">
              <a:lnSpc>
                <a:spcPct val="130000"/>
              </a:lnSpc>
              <a:buClr>
                <a:srgbClr val="00B050"/>
              </a:buClr>
            </a:pPr>
            <a:r>
              <a:rPr kumimoji="1" lang="zh-CN" altLang="en-US" sz="2000" dirty="0">
                <a:latin typeface="楷体" panose="02010609060101010101" pitchFamily="49" charset="-122"/>
                <a:ea typeface="楷体" panose="02010609060101010101" pitchFamily="49" charset="-122"/>
                <a:sym typeface="+mn-ea"/>
              </a:rPr>
              <a:t> </a:t>
            </a:r>
            <a:endParaRPr kumimoji="1" lang="en-US" altLang="zh-CN" sz="2000" dirty="0" smtClean="0">
              <a:latin typeface="楷体" panose="02010609060101010101" pitchFamily="49" charset="-122"/>
              <a:ea typeface="楷体" panose="02010609060101010101" pitchFamily="49" charset="-122"/>
            </a:endParaRPr>
          </a:p>
        </p:txBody>
      </p:sp>
      <p:pic>
        <p:nvPicPr>
          <p:cNvPr id="3" name="图片 2" descr="版面1"/>
          <p:cNvPicPr>
            <a:picLocks noChangeAspect="1"/>
          </p:cNvPicPr>
          <p:nvPr>
            <p:custDataLst>
              <p:tags r:id="rId1"/>
            </p:custDataLst>
          </p:nvPr>
        </p:nvPicPr>
        <p:blipFill>
          <a:blip r:embed="rId2"/>
          <a:srcRect l="9342" t="37697" r="9150" b="18055"/>
          <a:stretch>
            <a:fillRect/>
          </a:stretch>
        </p:blipFill>
        <p:spPr>
          <a:xfrm>
            <a:off x="1455420" y="1491615"/>
            <a:ext cx="6656070" cy="2710180"/>
          </a:xfrm>
          <a:prstGeom prst="rect">
            <a:avLst/>
          </a:prstGeom>
        </p:spPr>
      </p:pic>
      <p:sp>
        <p:nvSpPr>
          <p:cNvPr id="4" name="文本框 3"/>
          <p:cNvSpPr txBox="1"/>
          <p:nvPr/>
        </p:nvSpPr>
        <p:spPr>
          <a:xfrm>
            <a:off x="2700020" y="4299585"/>
            <a:ext cx="1097280" cy="368300"/>
          </a:xfrm>
          <a:prstGeom prst="rect">
            <a:avLst/>
          </a:prstGeom>
          <a:noFill/>
        </p:spPr>
        <p:txBody>
          <a:bodyPr wrap="none" rtlCol="0">
            <a:spAutoFit/>
          </a:bodyPr>
          <a:p>
            <a:r>
              <a:rPr lang="zh-CN" altLang="en-US">
                <a:latin typeface="黑体" panose="02010609060101010101" charset="-122"/>
                <a:ea typeface="黑体" panose="02010609060101010101" charset="-122"/>
              </a:rPr>
              <a:t>横式幅面</a:t>
            </a:r>
            <a:endParaRPr lang="zh-CN" altLang="en-US">
              <a:latin typeface="黑体" panose="02010609060101010101" charset="-122"/>
              <a:ea typeface="黑体" panose="02010609060101010101" charset="-122"/>
            </a:endParaRPr>
          </a:p>
        </p:txBody>
      </p:sp>
      <p:sp>
        <p:nvSpPr>
          <p:cNvPr id="5" name="文本框 4"/>
          <p:cNvSpPr txBox="1"/>
          <p:nvPr/>
        </p:nvSpPr>
        <p:spPr>
          <a:xfrm>
            <a:off x="6299835" y="4299585"/>
            <a:ext cx="1097280" cy="368300"/>
          </a:xfrm>
          <a:prstGeom prst="rect">
            <a:avLst/>
          </a:prstGeom>
          <a:noFill/>
        </p:spPr>
        <p:txBody>
          <a:bodyPr wrap="none" rtlCol="0">
            <a:spAutoFit/>
          </a:bodyPr>
          <a:p>
            <a:r>
              <a:rPr lang="zh-CN" altLang="en-US">
                <a:latin typeface="黑体" panose="02010609060101010101" charset="-122"/>
                <a:ea typeface="黑体" panose="02010609060101010101" charset="-122"/>
              </a:rPr>
              <a:t>立式幅面</a:t>
            </a:r>
            <a:endParaRPr lang="zh-CN" altLang="en-US">
              <a:latin typeface="黑体" panose="02010609060101010101" charset="-122"/>
              <a:ea typeface="黑体" panose="02010609060101010101" charset="-122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/>
    </mc:Choice>
    <mc:Fallback>
      <p:transition spd="slow"/>
    </mc:Fallback>
  </mc:AlternateContent>
  <p:timing>
    <p:tnLst>
      <p:par>
        <p:cTn id="1" dur="indefinite" restart="never" nodeType="tmRoot"/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Box 6"/>
          <p:cNvSpPr txBox="1">
            <a:spLocks noChangeArrowheads="1"/>
          </p:cNvSpPr>
          <p:nvPr/>
        </p:nvSpPr>
        <p:spPr bwMode="auto">
          <a:xfrm>
            <a:off x="539750" y="123825"/>
            <a:ext cx="8604250" cy="4349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r>
              <a:rPr lang="en-US" altLang="zh-CN" sz="3200" b="1" dirty="0">
                <a:solidFill>
                  <a:schemeClr val="tx2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2</a:t>
            </a:r>
            <a:r>
              <a:rPr lang="zh-CN" altLang="en-US" sz="3200" b="1" dirty="0">
                <a:solidFill>
                  <a:schemeClr val="tx2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、通信工程制图的统一规定</a:t>
            </a:r>
            <a:endParaRPr lang="zh-CN" altLang="en-US" sz="3200" b="1" dirty="0">
              <a:solidFill>
                <a:schemeClr val="tx2"/>
              </a:solidFill>
              <a:latin typeface="华文新魏" panose="02010800040101010101" pitchFamily="2" charset="-122"/>
              <a:ea typeface="华文新魏" panose="02010800040101010101" pitchFamily="2" charset="-122"/>
            </a:endParaRPr>
          </a:p>
        </p:txBody>
      </p:sp>
      <p:sp>
        <p:nvSpPr>
          <p:cNvPr id="175109" name="Rectangle 5"/>
          <p:cNvSpPr>
            <a:spLocks noChangeArrowheads="1"/>
          </p:cNvSpPr>
          <p:nvPr/>
        </p:nvSpPr>
        <p:spPr bwMode="auto">
          <a:xfrm>
            <a:off x="497635" y="650406"/>
            <a:ext cx="8659812" cy="57246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/>
          <a:p>
            <a:pPr eaLnBrk="0" hangingPunct="0">
              <a:lnSpc>
                <a:spcPct val="130000"/>
              </a:lnSpc>
              <a:buClr>
                <a:srgbClr val="00B050"/>
              </a:buClr>
            </a:pPr>
            <a:r>
              <a:rPr kumimoji="1" lang="zh-CN" altLang="en-US" sz="2400" dirty="0">
                <a:solidFill>
                  <a:srgbClr val="0000FF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（</a:t>
            </a:r>
            <a:r>
              <a:rPr kumimoji="1" lang="en-US" altLang="zh-CN" sz="2400" dirty="0">
                <a:solidFill>
                  <a:srgbClr val="0000FF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1</a:t>
            </a:r>
            <a:r>
              <a:rPr kumimoji="1" lang="zh-CN" altLang="en-US" sz="2400" dirty="0">
                <a:solidFill>
                  <a:srgbClr val="0000FF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）图幅尺寸 </a:t>
            </a:r>
            <a:endParaRPr kumimoji="1" lang="zh-CN" altLang="en-US" sz="2400" dirty="0">
              <a:solidFill>
                <a:srgbClr val="0000FF"/>
              </a:solidFill>
              <a:latin typeface="楷体" panose="02010609060101010101" pitchFamily="49" charset="-122"/>
              <a:ea typeface="楷体" panose="02010609060101010101" pitchFamily="49" charset="-122"/>
            </a:endParaRPr>
          </a:p>
        </p:txBody>
      </p:sp>
      <p:sp>
        <p:nvSpPr>
          <p:cNvPr id="175110" name="Rectangle 6"/>
          <p:cNvSpPr>
            <a:spLocks noChangeArrowheads="1"/>
          </p:cNvSpPr>
          <p:nvPr/>
        </p:nvSpPr>
        <p:spPr bwMode="auto">
          <a:xfrm>
            <a:off x="497635" y="1165902"/>
            <a:ext cx="8570913" cy="49149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/>
          <a:p>
            <a:pPr indent="457200" eaLnBrk="0" hangingPunct="0">
              <a:lnSpc>
                <a:spcPct val="130000"/>
              </a:lnSpc>
              <a:buClr>
                <a:srgbClr val="00B050"/>
              </a:buClr>
            </a:pPr>
            <a:r>
              <a:rPr kumimoji="1" lang="zh-CN" altLang="en-US" sz="2000" dirty="0">
                <a:latin typeface="楷体" panose="02010609060101010101" pitchFamily="49" charset="-122"/>
                <a:ea typeface="楷体" panose="02010609060101010101" pitchFamily="49" charset="-122"/>
                <a:sym typeface="+mn-ea"/>
              </a:rPr>
              <a:t>①横式幅面</a:t>
            </a:r>
            <a:r>
              <a:rPr kumimoji="1" lang="zh-CN" altLang="en-US" sz="2000" dirty="0">
                <a:latin typeface="楷体" panose="02010609060101010101" pitchFamily="49" charset="-122"/>
                <a:ea typeface="楷体" panose="02010609060101010101" pitchFamily="49" charset="-122"/>
                <a:sym typeface="+mn-ea"/>
              </a:rPr>
              <a:t>尺寸 </a:t>
            </a:r>
            <a:endParaRPr kumimoji="1" lang="en-US" altLang="zh-CN" sz="2000" dirty="0" smtClean="0">
              <a:latin typeface="楷体" panose="02010609060101010101" pitchFamily="49" charset="-122"/>
              <a:ea typeface="楷体" panose="02010609060101010101" pitchFamily="49" charset="-122"/>
            </a:endParaRPr>
          </a:p>
        </p:txBody>
      </p:sp>
      <p:pic>
        <p:nvPicPr>
          <p:cNvPr id="2" name="图片 1" descr="版面2"/>
          <p:cNvPicPr>
            <a:picLocks noChangeAspect="1"/>
          </p:cNvPicPr>
          <p:nvPr/>
        </p:nvPicPr>
        <p:blipFill>
          <a:blip r:embed="rId1"/>
          <a:srcRect l="6716" t="22395" r="-3050" b="12877"/>
          <a:stretch>
            <a:fillRect/>
          </a:stretch>
        </p:blipFill>
        <p:spPr>
          <a:xfrm>
            <a:off x="1763395" y="1657350"/>
            <a:ext cx="6591300" cy="3329305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/>
    </mc:Choice>
    <mc:Fallback>
      <p:transition spd="slow"/>
    </mc:Fallback>
  </mc:AlternateContent>
  <p:timing>
    <p:tnLst>
      <p:par>
        <p:cTn id="1" dur="indefinite" restart="never" nodeType="tmRoot"/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Box 6"/>
          <p:cNvSpPr txBox="1">
            <a:spLocks noChangeArrowheads="1"/>
          </p:cNvSpPr>
          <p:nvPr/>
        </p:nvSpPr>
        <p:spPr bwMode="auto">
          <a:xfrm>
            <a:off x="539750" y="123825"/>
            <a:ext cx="8604250" cy="4349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r>
              <a:rPr lang="en-US" altLang="zh-CN" sz="3200" b="1" dirty="0">
                <a:solidFill>
                  <a:schemeClr val="tx2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2</a:t>
            </a:r>
            <a:r>
              <a:rPr lang="zh-CN" altLang="en-US" sz="3200" b="1" dirty="0">
                <a:solidFill>
                  <a:schemeClr val="tx2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、通信工程制图的统一规定</a:t>
            </a:r>
            <a:endParaRPr lang="zh-CN" altLang="en-US" sz="3200" b="1" dirty="0">
              <a:solidFill>
                <a:schemeClr val="tx2"/>
              </a:solidFill>
              <a:latin typeface="华文新魏" panose="02010800040101010101" pitchFamily="2" charset="-122"/>
              <a:ea typeface="华文新魏" panose="02010800040101010101" pitchFamily="2" charset="-122"/>
            </a:endParaRPr>
          </a:p>
        </p:txBody>
      </p:sp>
      <p:sp>
        <p:nvSpPr>
          <p:cNvPr id="175109" name="Rectangle 5"/>
          <p:cNvSpPr>
            <a:spLocks noChangeArrowheads="1"/>
          </p:cNvSpPr>
          <p:nvPr/>
        </p:nvSpPr>
        <p:spPr bwMode="auto">
          <a:xfrm>
            <a:off x="497635" y="650406"/>
            <a:ext cx="8659812" cy="57246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/>
          <a:p>
            <a:pPr eaLnBrk="0" hangingPunct="0">
              <a:lnSpc>
                <a:spcPct val="130000"/>
              </a:lnSpc>
              <a:buClr>
                <a:srgbClr val="00B050"/>
              </a:buClr>
            </a:pPr>
            <a:r>
              <a:rPr kumimoji="1" lang="zh-CN" altLang="en-US" sz="2400" dirty="0">
                <a:solidFill>
                  <a:srgbClr val="0000FF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（</a:t>
            </a:r>
            <a:r>
              <a:rPr kumimoji="1" lang="en-US" altLang="zh-CN" sz="2400" dirty="0">
                <a:solidFill>
                  <a:srgbClr val="0000FF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1</a:t>
            </a:r>
            <a:r>
              <a:rPr kumimoji="1" lang="zh-CN" altLang="en-US" sz="2400" dirty="0">
                <a:solidFill>
                  <a:srgbClr val="0000FF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）图幅尺寸 </a:t>
            </a:r>
            <a:endParaRPr kumimoji="1" lang="zh-CN" altLang="en-US" sz="2400" dirty="0">
              <a:solidFill>
                <a:srgbClr val="0000FF"/>
              </a:solidFill>
              <a:latin typeface="楷体" panose="02010609060101010101" pitchFamily="49" charset="-122"/>
              <a:ea typeface="楷体" panose="02010609060101010101" pitchFamily="49" charset="-122"/>
            </a:endParaRPr>
          </a:p>
        </p:txBody>
      </p:sp>
      <p:sp>
        <p:nvSpPr>
          <p:cNvPr id="175110" name="Rectangle 6"/>
          <p:cNvSpPr>
            <a:spLocks noChangeArrowheads="1"/>
          </p:cNvSpPr>
          <p:nvPr/>
        </p:nvSpPr>
        <p:spPr bwMode="auto">
          <a:xfrm>
            <a:off x="497635" y="1165902"/>
            <a:ext cx="8570913" cy="49149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/>
          <a:p>
            <a:pPr indent="457200" eaLnBrk="0" hangingPunct="0">
              <a:lnSpc>
                <a:spcPct val="130000"/>
              </a:lnSpc>
              <a:buClr>
                <a:srgbClr val="00B050"/>
              </a:buClr>
            </a:pPr>
            <a:r>
              <a:rPr kumimoji="1" lang="zh-CN" altLang="en-US" sz="2000" dirty="0" smtClean="0">
                <a:latin typeface="楷体" panose="02010609060101010101" pitchFamily="49" charset="-122"/>
                <a:ea typeface="楷体" panose="02010609060101010101" pitchFamily="49" charset="-122"/>
                <a:sym typeface="+mn-ea"/>
              </a:rPr>
              <a:t>②</a:t>
            </a:r>
            <a:r>
              <a:rPr kumimoji="1" lang="zh-CN" altLang="en-US" sz="2000" dirty="0">
                <a:latin typeface="楷体" panose="02010609060101010101" pitchFamily="49" charset="-122"/>
                <a:ea typeface="楷体" panose="02010609060101010101" pitchFamily="49" charset="-122"/>
                <a:sym typeface="+mn-ea"/>
              </a:rPr>
              <a:t>立式幅面</a:t>
            </a:r>
            <a:r>
              <a:rPr kumimoji="1" lang="zh-CN" altLang="en-US" sz="2000" dirty="0">
                <a:latin typeface="楷体" panose="02010609060101010101" pitchFamily="49" charset="-122"/>
                <a:ea typeface="楷体" panose="02010609060101010101" pitchFamily="49" charset="-122"/>
                <a:sym typeface="+mn-ea"/>
              </a:rPr>
              <a:t>尺寸 </a:t>
            </a:r>
            <a:endParaRPr kumimoji="1" lang="en-US" altLang="zh-CN" sz="2000" dirty="0" smtClean="0">
              <a:latin typeface="楷体" panose="02010609060101010101" pitchFamily="49" charset="-122"/>
              <a:ea typeface="楷体" panose="02010609060101010101" pitchFamily="49" charset="-122"/>
            </a:endParaRPr>
          </a:p>
        </p:txBody>
      </p:sp>
      <p:pic>
        <p:nvPicPr>
          <p:cNvPr id="2" name="图片 1" descr="版面3"/>
          <p:cNvPicPr>
            <a:picLocks noChangeAspect="1"/>
          </p:cNvPicPr>
          <p:nvPr/>
        </p:nvPicPr>
        <p:blipFill>
          <a:blip r:embed="rId1"/>
          <a:srcRect l="13028" t="15605" b="11370"/>
          <a:stretch>
            <a:fillRect/>
          </a:stretch>
        </p:blipFill>
        <p:spPr>
          <a:xfrm>
            <a:off x="2987675" y="1131570"/>
            <a:ext cx="5964555" cy="3756025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/>
    </mc:Choice>
    <mc:Fallback>
      <p:transition spd="slow"/>
    </mc:Fallback>
  </mc:AlternateContent>
  <p:timing>
    <p:tnLst>
      <p:par>
        <p:cTn id="1" dur="indefinite" restart="never" nodeType="tmRoot"/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Box 6"/>
          <p:cNvSpPr txBox="1">
            <a:spLocks noChangeArrowheads="1"/>
          </p:cNvSpPr>
          <p:nvPr/>
        </p:nvSpPr>
        <p:spPr bwMode="auto">
          <a:xfrm>
            <a:off x="539750" y="123825"/>
            <a:ext cx="8604250" cy="4349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r>
              <a:rPr lang="en-US" altLang="zh-CN" sz="3200" b="1" dirty="0">
                <a:solidFill>
                  <a:schemeClr val="tx2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2</a:t>
            </a:r>
            <a:r>
              <a:rPr lang="zh-CN" altLang="en-US" sz="3200" b="1" dirty="0">
                <a:solidFill>
                  <a:schemeClr val="tx2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、通信工程制图的统一规定</a:t>
            </a:r>
            <a:endParaRPr lang="zh-CN" altLang="en-US" sz="3200" b="1" dirty="0">
              <a:solidFill>
                <a:schemeClr val="tx2"/>
              </a:solidFill>
              <a:latin typeface="华文新魏" panose="02010800040101010101" pitchFamily="2" charset="-122"/>
              <a:ea typeface="华文新魏" panose="02010800040101010101" pitchFamily="2" charset="-122"/>
            </a:endParaRPr>
          </a:p>
        </p:txBody>
      </p:sp>
      <p:sp>
        <p:nvSpPr>
          <p:cNvPr id="175109" name="Rectangle 5"/>
          <p:cNvSpPr>
            <a:spLocks noChangeArrowheads="1"/>
          </p:cNvSpPr>
          <p:nvPr/>
        </p:nvSpPr>
        <p:spPr bwMode="auto">
          <a:xfrm>
            <a:off x="497635" y="650406"/>
            <a:ext cx="8659812" cy="57086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/>
          <a:p>
            <a:pPr eaLnBrk="0" hangingPunct="0">
              <a:lnSpc>
                <a:spcPct val="130000"/>
              </a:lnSpc>
              <a:buClr>
                <a:srgbClr val="00B050"/>
              </a:buClr>
            </a:pPr>
            <a:r>
              <a:rPr kumimoji="1" lang="zh-CN" altLang="en-US" sz="2400" dirty="0">
                <a:solidFill>
                  <a:srgbClr val="0000FF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（</a:t>
            </a:r>
            <a:r>
              <a:rPr kumimoji="1" lang="en-US" altLang="zh-CN" sz="2400" dirty="0">
                <a:solidFill>
                  <a:srgbClr val="0000FF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1</a:t>
            </a:r>
            <a:r>
              <a:rPr kumimoji="1" lang="zh-CN" altLang="en-US" sz="2400" dirty="0">
                <a:solidFill>
                  <a:srgbClr val="0000FF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）图幅尺寸</a:t>
            </a:r>
            <a:r>
              <a:rPr kumimoji="1" lang="zh-CN" altLang="en-US" sz="2400" dirty="0">
                <a:solidFill>
                  <a:srgbClr val="0000FF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小结 </a:t>
            </a:r>
            <a:endParaRPr kumimoji="1" lang="zh-CN" altLang="en-US" sz="2400" dirty="0">
              <a:solidFill>
                <a:srgbClr val="0000FF"/>
              </a:solidFill>
              <a:latin typeface="楷体" panose="02010609060101010101" pitchFamily="49" charset="-122"/>
              <a:ea typeface="楷体" panose="02010609060101010101" pitchFamily="49" charset="-122"/>
            </a:endParaRPr>
          </a:p>
        </p:txBody>
      </p:sp>
      <p:pic>
        <p:nvPicPr>
          <p:cNvPr id="3" name="图片 2" descr="版面4"/>
          <p:cNvPicPr>
            <a:picLocks noChangeAspect="1"/>
          </p:cNvPicPr>
          <p:nvPr/>
        </p:nvPicPr>
        <p:blipFill>
          <a:blip r:embed="rId1"/>
          <a:srcRect l="3278" t="19000" r="7037" b="14160"/>
          <a:stretch>
            <a:fillRect/>
          </a:stretch>
        </p:blipFill>
        <p:spPr>
          <a:xfrm>
            <a:off x="1547495" y="1203325"/>
            <a:ext cx="6150610" cy="3437890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/>
    </mc:Choice>
    <mc:Fallback>
      <p:transition spd="slow"/>
    </mc:Fallback>
  </mc:AlternateContent>
  <p:timing>
    <p:tnLst>
      <p:par>
        <p:cTn id="1" dur="indefinite" restart="never" nodeType="tmRoot"/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085" name="Rectangle 5"/>
          <p:cNvSpPr>
            <a:spLocks noChangeArrowheads="1"/>
          </p:cNvSpPr>
          <p:nvPr/>
        </p:nvSpPr>
        <p:spPr bwMode="auto">
          <a:xfrm>
            <a:off x="317625" y="1205116"/>
            <a:ext cx="8431088" cy="49149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/>
          <a:p>
            <a:pPr indent="457200" eaLnBrk="0" hangingPunct="0">
              <a:lnSpc>
                <a:spcPct val="130000"/>
              </a:lnSpc>
              <a:buClr>
                <a:srgbClr val="00B050"/>
              </a:buClr>
            </a:pPr>
            <a:r>
              <a:rPr kumimoji="1" lang="zh-CN" altLang="en-US" sz="2000" dirty="0">
                <a:latin typeface="楷体" panose="02010609060101010101" pitchFamily="49" charset="-122"/>
                <a:ea typeface="楷体" panose="02010609060101010101" pitchFamily="49" charset="-122"/>
              </a:rPr>
              <a:t>① 线型分类及其应用</a:t>
            </a:r>
            <a:endParaRPr kumimoji="1" lang="zh-CN" altLang="en-US" sz="2000" dirty="0" smtClean="0">
              <a:latin typeface="楷体" panose="02010609060101010101" pitchFamily="49" charset="-122"/>
              <a:ea typeface="楷体" panose="02010609060101010101" pitchFamily="49" charset="-122"/>
            </a:endParaRPr>
          </a:p>
        </p:txBody>
      </p:sp>
      <p:pic>
        <p:nvPicPr>
          <p:cNvPr id="174084" name="Picture 4"/>
          <p:cNvPicPr>
            <a:picLocks noChangeAspect="1" noChangeArrowheads="1"/>
          </p:cNvPicPr>
          <p:nvPr/>
        </p:nvPicPr>
        <p:blipFill>
          <a:blip r:embed="rId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979930" y="1707515"/>
            <a:ext cx="5099685" cy="3126740"/>
          </a:xfrm>
          <a:prstGeom prst="rect">
            <a:avLst/>
          </a:prstGeom>
          <a:noFill/>
          <a:ln w="9525" algn="ctr">
            <a:solidFill>
              <a:schemeClr val="tx1"/>
            </a:solidFill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7" name="TextBox 6"/>
          <p:cNvSpPr txBox="1">
            <a:spLocks noChangeArrowheads="1"/>
          </p:cNvSpPr>
          <p:nvPr/>
        </p:nvSpPr>
        <p:spPr bwMode="auto">
          <a:xfrm>
            <a:off x="539750" y="123825"/>
            <a:ext cx="8604250" cy="4349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r>
              <a:rPr lang="en-US" altLang="zh-CN" sz="3200" b="1" dirty="0">
                <a:solidFill>
                  <a:schemeClr val="tx2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2</a:t>
            </a:r>
            <a:r>
              <a:rPr lang="zh-CN" altLang="en-US" sz="3200" b="1" dirty="0">
                <a:solidFill>
                  <a:schemeClr val="tx2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、通信工程制图的统一规定</a:t>
            </a:r>
            <a:endParaRPr lang="zh-CN" altLang="en-US" sz="3200" b="1" dirty="0">
              <a:solidFill>
                <a:schemeClr val="tx2"/>
              </a:solidFill>
              <a:latin typeface="华文新魏" panose="02010800040101010101" pitchFamily="2" charset="-122"/>
              <a:ea typeface="华文新魏" panose="02010800040101010101" pitchFamily="2" charset="-122"/>
            </a:endParaRPr>
          </a:p>
        </p:txBody>
      </p:sp>
      <p:sp>
        <p:nvSpPr>
          <p:cNvPr id="4" name="Rectangle 3"/>
          <p:cNvSpPr>
            <a:spLocks noChangeArrowheads="1"/>
          </p:cNvSpPr>
          <p:nvPr/>
        </p:nvSpPr>
        <p:spPr bwMode="auto">
          <a:xfrm>
            <a:off x="26894" y="674846"/>
            <a:ext cx="4240306" cy="50436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p>
            <a:pPr eaLnBrk="0" hangingPunct="0">
              <a:lnSpc>
                <a:spcPct val="130000"/>
              </a:lnSpc>
              <a:buClr>
                <a:srgbClr val="00B050"/>
              </a:buClr>
            </a:pPr>
            <a:r>
              <a:rPr kumimoji="1" lang="zh-CN" altLang="en-US" sz="2400" dirty="0">
                <a:solidFill>
                  <a:srgbClr val="0000FF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（</a:t>
            </a:r>
            <a:r>
              <a:rPr kumimoji="1" lang="en-US" altLang="zh-CN" sz="2400" dirty="0">
                <a:solidFill>
                  <a:srgbClr val="0000FF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2</a:t>
            </a:r>
            <a:r>
              <a:rPr kumimoji="1" lang="zh-CN" altLang="en-US" sz="2400" dirty="0">
                <a:solidFill>
                  <a:srgbClr val="0000FF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）图线型式及其应用</a:t>
            </a:r>
            <a:endParaRPr kumimoji="1" lang="zh-CN" altLang="en-US" sz="2400" dirty="0">
              <a:solidFill>
                <a:srgbClr val="0000FF"/>
              </a:solidFill>
              <a:latin typeface="楷体" panose="02010609060101010101" pitchFamily="49" charset="-122"/>
              <a:ea typeface="楷体" panose="02010609060101010101" pitchFamily="49" charset="-122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/>
    </mc:Choice>
    <mc:Fallback>
      <p:transition spd="slow"/>
    </mc:Fallback>
  </mc:AlternateContent>
  <p:timing>
    <p:tnLst>
      <p:par>
        <p:cTn id="1" dur="indefinite" restart="never" nodeType="tmRoot"/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085" name="Rectangle 5"/>
          <p:cNvSpPr>
            <a:spLocks noChangeArrowheads="1"/>
          </p:cNvSpPr>
          <p:nvPr/>
        </p:nvSpPr>
        <p:spPr bwMode="auto">
          <a:xfrm>
            <a:off x="356995" y="1295286"/>
            <a:ext cx="8431088" cy="329184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/>
          <a:p>
            <a:pPr indent="457200" eaLnBrk="0" hangingPunct="0">
              <a:lnSpc>
                <a:spcPct val="130000"/>
              </a:lnSpc>
              <a:buClr>
                <a:srgbClr val="00B050"/>
              </a:buClr>
            </a:pPr>
            <a:r>
              <a:rPr kumimoji="1" lang="zh-CN" altLang="en-US" sz="2000" dirty="0" smtClean="0">
                <a:latin typeface="楷体" panose="02010609060101010101" pitchFamily="49" charset="-122"/>
                <a:ea typeface="楷体" panose="02010609060101010101" pitchFamily="49" charset="-122"/>
              </a:rPr>
              <a:t>② 图线宽度一般可选用</a:t>
            </a:r>
            <a:r>
              <a:rPr kumimoji="1" lang="en-US" altLang="zh-CN" sz="2000" dirty="0" smtClean="0">
                <a:latin typeface="楷体" panose="02010609060101010101" pitchFamily="49" charset="-122"/>
                <a:ea typeface="楷体" panose="02010609060101010101" pitchFamily="49" charset="-122"/>
              </a:rPr>
              <a:t>0.25 mm</a:t>
            </a:r>
            <a:r>
              <a:rPr kumimoji="1" lang="zh-CN" altLang="en-US" sz="2000" dirty="0" smtClean="0">
                <a:latin typeface="楷体" panose="02010609060101010101" pitchFamily="49" charset="-122"/>
                <a:ea typeface="楷体" panose="02010609060101010101" pitchFamily="49" charset="-122"/>
              </a:rPr>
              <a:t>，</a:t>
            </a:r>
            <a:r>
              <a:rPr kumimoji="1" lang="en-US" altLang="zh-CN" sz="2000" dirty="0" smtClean="0">
                <a:latin typeface="楷体" panose="02010609060101010101" pitchFamily="49" charset="-122"/>
                <a:ea typeface="楷体" panose="02010609060101010101" pitchFamily="49" charset="-122"/>
              </a:rPr>
              <a:t>0.3 mm</a:t>
            </a:r>
            <a:r>
              <a:rPr kumimoji="1" lang="zh-CN" altLang="en-US" sz="2000" dirty="0" smtClean="0">
                <a:latin typeface="楷体" panose="02010609060101010101" pitchFamily="49" charset="-122"/>
                <a:ea typeface="楷体" panose="02010609060101010101" pitchFamily="49" charset="-122"/>
              </a:rPr>
              <a:t>，</a:t>
            </a:r>
            <a:r>
              <a:rPr kumimoji="1" lang="en-US" altLang="zh-CN" sz="2000" dirty="0" smtClean="0">
                <a:solidFill>
                  <a:srgbClr val="FF0000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0.35 mm</a:t>
            </a:r>
            <a:r>
              <a:rPr kumimoji="1" lang="zh-CN" altLang="en-US" sz="2000" dirty="0" smtClean="0">
                <a:solidFill>
                  <a:srgbClr val="FF0000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，</a:t>
            </a:r>
            <a:r>
              <a:rPr kumimoji="1" lang="en-US" altLang="zh-CN" sz="2000" dirty="0">
                <a:solidFill>
                  <a:srgbClr val="FF0000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 </a:t>
            </a:r>
            <a:r>
              <a:rPr kumimoji="1" lang="en-US" altLang="zh-CN" sz="2000" dirty="0" smtClean="0">
                <a:solidFill>
                  <a:srgbClr val="FF0000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0.4mm </a:t>
            </a:r>
            <a:r>
              <a:rPr kumimoji="1" lang="zh-CN" altLang="en-US" sz="2000" dirty="0" smtClean="0">
                <a:solidFill>
                  <a:srgbClr val="FF0000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，</a:t>
            </a:r>
            <a:r>
              <a:rPr kumimoji="1" lang="en-US" altLang="zh-CN" sz="2000" dirty="0" smtClean="0">
                <a:solidFill>
                  <a:srgbClr val="FF0000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0.5 mm</a:t>
            </a:r>
            <a:r>
              <a:rPr kumimoji="1" lang="zh-CN" altLang="en-US" sz="2000" dirty="0" smtClean="0">
                <a:latin typeface="楷体" panose="02010609060101010101" pitchFamily="49" charset="-122"/>
                <a:ea typeface="楷体" panose="02010609060101010101" pitchFamily="49" charset="-122"/>
              </a:rPr>
              <a:t>，</a:t>
            </a:r>
            <a:r>
              <a:rPr kumimoji="1" lang="en-US" altLang="zh-CN" sz="2000" dirty="0" smtClean="0">
                <a:latin typeface="楷体" panose="02010609060101010101" pitchFamily="49" charset="-122"/>
                <a:ea typeface="楷体" panose="02010609060101010101" pitchFamily="49" charset="-122"/>
              </a:rPr>
              <a:t>0.6 mm</a:t>
            </a:r>
            <a:r>
              <a:rPr kumimoji="1" lang="zh-CN" altLang="en-US" sz="2000" dirty="0" smtClean="0">
                <a:latin typeface="楷体" panose="02010609060101010101" pitchFamily="49" charset="-122"/>
                <a:ea typeface="楷体" panose="02010609060101010101" pitchFamily="49" charset="-122"/>
              </a:rPr>
              <a:t>，</a:t>
            </a:r>
            <a:r>
              <a:rPr kumimoji="1" lang="en-US" altLang="zh-CN" sz="2000" dirty="0" smtClean="0">
                <a:latin typeface="楷体" panose="02010609060101010101" pitchFamily="49" charset="-122"/>
                <a:ea typeface="楷体" panose="02010609060101010101" pitchFamily="49" charset="-122"/>
              </a:rPr>
              <a:t>0.7 mm</a:t>
            </a:r>
            <a:r>
              <a:rPr kumimoji="1" lang="zh-CN" altLang="en-US" sz="2000" dirty="0" smtClean="0">
                <a:latin typeface="楷体" panose="02010609060101010101" pitchFamily="49" charset="-122"/>
                <a:ea typeface="楷体" panose="02010609060101010101" pitchFamily="49" charset="-122"/>
              </a:rPr>
              <a:t>，</a:t>
            </a:r>
            <a:r>
              <a:rPr kumimoji="1" lang="en-US" altLang="zh-CN" sz="2000" dirty="0" smtClean="0">
                <a:latin typeface="楷体" panose="02010609060101010101" pitchFamily="49" charset="-122"/>
                <a:ea typeface="楷体" panose="02010609060101010101" pitchFamily="49" charset="-122"/>
              </a:rPr>
              <a:t>1.0 mm</a:t>
            </a:r>
            <a:r>
              <a:rPr kumimoji="1" lang="zh-CN" altLang="en-US" sz="2000" dirty="0" smtClean="0">
                <a:latin typeface="楷体" panose="02010609060101010101" pitchFamily="49" charset="-122"/>
                <a:ea typeface="楷体" panose="02010609060101010101" pitchFamily="49" charset="-122"/>
              </a:rPr>
              <a:t>，</a:t>
            </a:r>
            <a:r>
              <a:rPr kumimoji="1" lang="en-US" altLang="zh-CN" sz="2000" dirty="0" smtClean="0">
                <a:latin typeface="楷体" panose="02010609060101010101" pitchFamily="49" charset="-122"/>
                <a:ea typeface="楷体" panose="02010609060101010101" pitchFamily="49" charset="-122"/>
              </a:rPr>
              <a:t>1.2 mm</a:t>
            </a:r>
            <a:r>
              <a:rPr kumimoji="1" lang="zh-CN" altLang="en-US" sz="2000" dirty="0" smtClean="0">
                <a:latin typeface="楷体" panose="02010609060101010101" pitchFamily="49" charset="-122"/>
                <a:ea typeface="楷体" panose="02010609060101010101" pitchFamily="49" charset="-122"/>
              </a:rPr>
              <a:t>，</a:t>
            </a:r>
            <a:r>
              <a:rPr kumimoji="1" lang="en-US" altLang="zh-CN" sz="2000" dirty="0" smtClean="0">
                <a:latin typeface="楷体" panose="02010609060101010101" pitchFamily="49" charset="-122"/>
                <a:ea typeface="楷体" panose="02010609060101010101" pitchFamily="49" charset="-122"/>
              </a:rPr>
              <a:t>1.4 mm</a:t>
            </a:r>
            <a:endParaRPr kumimoji="1" lang="en-US" altLang="zh-CN" sz="2000" dirty="0" smtClean="0">
              <a:latin typeface="楷体" panose="02010609060101010101" pitchFamily="49" charset="-122"/>
              <a:ea typeface="楷体" panose="02010609060101010101" pitchFamily="49" charset="-122"/>
            </a:endParaRPr>
          </a:p>
          <a:p>
            <a:pPr indent="457200" eaLnBrk="0" hangingPunct="0">
              <a:lnSpc>
                <a:spcPct val="130000"/>
              </a:lnSpc>
              <a:buClr>
                <a:srgbClr val="00B050"/>
              </a:buClr>
            </a:pPr>
            <a:endParaRPr kumimoji="1" lang="zh-CN" altLang="en-US" sz="2000" dirty="0" smtClean="0">
              <a:latin typeface="楷体" panose="02010609060101010101" pitchFamily="49" charset="-122"/>
              <a:ea typeface="楷体" panose="02010609060101010101" pitchFamily="49" charset="-122"/>
            </a:endParaRPr>
          </a:p>
          <a:p>
            <a:pPr indent="457200" eaLnBrk="0" hangingPunct="0">
              <a:lnSpc>
                <a:spcPct val="130000"/>
              </a:lnSpc>
              <a:buClr>
                <a:srgbClr val="00B050"/>
              </a:buClr>
            </a:pPr>
            <a:r>
              <a:rPr kumimoji="1" lang="zh-CN" altLang="en-US" sz="2000" dirty="0" smtClean="0">
                <a:latin typeface="楷体" panose="02010609060101010101" pitchFamily="49" charset="-122"/>
                <a:ea typeface="楷体" panose="02010609060101010101" pitchFamily="49" charset="-122"/>
              </a:rPr>
              <a:t>③ 通常只选用</a:t>
            </a:r>
            <a:r>
              <a:rPr kumimoji="1" lang="zh-CN" altLang="en-US" sz="2000" dirty="0" smtClean="0">
                <a:solidFill>
                  <a:srgbClr val="FF0000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两种宽度的图线</a:t>
            </a:r>
            <a:r>
              <a:rPr kumimoji="1" lang="zh-CN" altLang="en-US" sz="2000" dirty="0" smtClean="0">
                <a:latin typeface="楷体" panose="02010609060101010101" pitchFamily="49" charset="-122"/>
                <a:ea typeface="楷体" panose="02010609060101010101" pitchFamily="49" charset="-122"/>
              </a:rPr>
              <a:t>，粗线的宽度为细线宽度的</a:t>
            </a:r>
            <a:r>
              <a:rPr kumimoji="1" lang="en-US" altLang="zh-CN" sz="2000" dirty="0" smtClean="0">
                <a:latin typeface="楷体" panose="02010609060101010101" pitchFamily="49" charset="-122"/>
                <a:ea typeface="楷体" panose="02010609060101010101" pitchFamily="49" charset="-122"/>
              </a:rPr>
              <a:t>2</a:t>
            </a:r>
            <a:r>
              <a:rPr kumimoji="1" lang="zh-CN" altLang="en-US" sz="2000" dirty="0" smtClean="0">
                <a:latin typeface="楷体" panose="02010609060101010101" pitchFamily="49" charset="-122"/>
                <a:ea typeface="楷体" panose="02010609060101010101" pitchFamily="49" charset="-122"/>
              </a:rPr>
              <a:t>倍，主要图线粗些，次要图线细些。对复杂的图纸也可采用粗、中、细三种线宽，线的宽度按</a:t>
            </a:r>
            <a:r>
              <a:rPr kumimoji="1" lang="en-US" altLang="zh-CN" sz="2000" dirty="0" smtClean="0">
                <a:latin typeface="楷体" panose="02010609060101010101" pitchFamily="49" charset="-122"/>
                <a:ea typeface="楷体" panose="02010609060101010101" pitchFamily="49" charset="-122"/>
              </a:rPr>
              <a:t>2</a:t>
            </a:r>
            <a:r>
              <a:rPr kumimoji="1" lang="zh-CN" altLang="en-US" sz="2000" dirty="0" smtClean="0">
                <a:latin typeface="楷体" panose="02010609060101010101" pitchFamily="49" charset="-122"/>
                <a:ea typeface="楷体" panose="02010609060101010101" pitchFamily="49" charset="-122"/>
              </a:rPr>
              <a:t>的倍数依次递增，但线宽种类也不宜过多</a:t>
            </a:r>
            <a:endParaRPr kumimoji="1" lang="zh-CN" altLang="en-US" sz="2000" dirty="0" smtClean="0">
              <a:latin typeface="楷体" panose="02010609060101010101" pitchFamily="49" charset="-122"/>
              <a:ea typeface="楷体" panose="02010609060101010101" pitchFamily="49" charset="-122"/>
            </a:endParaRPr>
          </a:p>
          <a:p>
            <a:pPr indent="457200" eaLnBrk="0" hangingPunct="0">
              <a:lnSpc>
                <a:spcPct val="130000"/>
              </a:lnSpc>
              <a:buClr>
                <a:srgbClr val="00B050"/>
              </a:buClr>
            </a:pPr>
            <a:endParaRPr kumimoji="1" lang="zh-CN" altLang="en-US" sz="2000" dirty="0" smtClean="0">
              <a:latin typeface="楷体" panose="02010609060101010101" pitchFamily="49" charset="-122"/>
              <a:ea typeface="楷体" panose="02010609060101010101" pitchFamily="49" charset="-122"/>
            </a:endParaRPr>
          </a:p>
          <a:p>
            <a:pPr indent="457200" eaLnBrk="0" hangingPunct="0">
              <a:lnSpc>
                <a:spcPct val="130000"/>
              </a:lnSpc>
              <a:buClr>
                <a:srgbClr val="00B050"/>
              </a:buClr>
            </a:pPr>
            <a:endParaRPr kumimoji="1" lang="zh-CN" altLang="en-US" sz="2000" dirty="0" smtClean="0">
              <a:latin typeface="楷体" panose="02010609060101010101" pitchFamily="49" charset="-122"/>
              <a:ea typeface="楷体" panose="02010609060101010101" pitchFamily="49" charset="-122"/>
            </a:endParaRPr>
          </a:p>
        </p:txBody>
      </p:sp>
      <p:sp>
        <p:nvSpPr>
          <p:cNvPr id="7" name="TextBox 6"/>
          <p:cNvSpPr txBox="1">
            <a:spLocks noChangeArrowheads="1"/>
          </p:cNvSpPr>
          <p:nvPr/>
        </p:nvSpPr>
        <p:spPr bwMode="auto">
          <a:xfrm>
            <a:off x="539750" y="123825"/>
            <a:ext cx="8604250" cy="4349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r>
              <a:rPr lang="en-US" altLang="zh-CN" sz="3200" b="1" dirty="0">
                <a:solidFill>
                  <a:schemeClr val="tx2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2</a:t>
            </a:r>
            <a:r>
              <a:rPr lang="zh-CN" altLang="en-US" sz="3200" b="1" dirty="0">
                <a:solidFill>
                  <a:schemeClr val="tx2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、通信工程制图的统一规定</a:t>
            </a:r>
            <a:endParaRPr lang="zh-CN" altLang="en-US" sz="3200" b="1" dirty="0">
              <a:solidFill>
                <a:schemeClr val="tx2"/>
              </a:solidFill>
              <a:latin typeface="华文新魏" panose="02010800040101010101" pitchFamily="2" charset="-122"/>
              <a:ea typeface="华文新魏" panose="02010800040101010101" pitchFamily="2" charset="-122"/>
            </a:endParaRPr>
          </a:p>
        </p:txBody>
      </p:sp>
      <p:sp>
        <p:nvSpPr>
          <p:cNvPr id="4" name="Rectangle 3"/>
          <p:cNvSpPr>
            <a:spLocks noChangeArrowheads="1"/>
          </p:cNvSpPr>
          <p:nvPr/>
        </p:nvSpPr>
        <p:spPr bwMode="auto">
          <a:xfrm>
            <a:off x="26894" y="674846"/>
            <a:ext cx="4240306" cy="50436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/>
          <a:p>
            <a:pPr eaLnBrk="0" hangingPunct="0">
              <a:lnSpc>
                <a:spcPct val="130000"/>
              </a:lnSpc>
              <a:buClr>
                <a:srgbClr val="00B050"/>
              </a:buClr>
            </a:pPr>
            <a:r>
              <a:rPr kumimoji="1" lang="zh-CN" altLang="en-US" sz="2400" dirty="0">
                <a:solidFill>
                  <a:srgbClr val="0000FF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（</a:t>
            </a:r>
            <a:r>
              <a:rPr kumimoji="1" lang="en-US" altLang="zh-CN" sz="2400" dirty="0">
                <a:solidFill>
                  <a:srgbClr val="0000FF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2</a:t>
            </a:r>
            <a:r>
              <a:rPr kumimoji="1" lang="zh-CN" altLang="en-US" sz="2400" dirty="0">
                <a:solidFill>
                  <a:srgbClr val="0000FF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）图线型式及其应用</a:t>
            </a:r>
            <a:endParaRPr kumimoji="1" lang="zh-CN" altLang="en-US" sz="2400" dirty="0">
              <a:solidFill>
                <a:srgbClr val="0000FF"/>
              </a:solidFill>
              <a:latin typeface="楷体" panose="02010609060101010101" pitchFamily="49" charset="-122"/>
              <a:ea typeface="楷体" panose="02010609060101010101" pitchFamily="49" charset="-122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/>
    </mc:Choice>
    <mc:Fallback>
      <p:transition spd="slow"/>
    </mc:Fallback>
  </mc:AlternateContent>
  <p:timing>
    <p:tnLst>
      <p:par>
        <p:cTn id="1" dur="indefinite" restart="never" nodeType="tmRoot"/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3058" name="Rectangle 2"/>
          <p:cNvSpPr>
            <a:spLocks noChangeArrowheads="1"/>
          </p:cNvSpPr>
          <p:nvPr/>
        </p:nvSpPr>
        <p:spPr bwMode="auto">
          <a:xfrm>
            <a:off x="323850" y="1257300"/>
            <a:ext cx="8496300" cy="329184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/>
          <a:p>
            <a:pPr indent="457200" eaLnBrk="0" hangingPunct="0">
              <a:lnSpc>
                <a:spcPct val="130000"/>
              </a:lnSpc>
              <a:buClr>
                <a:srgbClr val="00B050"/>
              </a:buClr>
            </a:pPr>
            <a:r>
              <a:rPr kumimoji="1" lang="zh-CN" altLang="en-US" sz="2000" dirty="0" smtClean="0">
                <a:latin typeface="楷体" panose="02010609060101010101" pitchFamily="49" charset="-122"/>
                <a:ea typeface="楷体" panose="02010609060101010101" pitchFamily="49" charset="-122"/>
                <a:sym typeface="+mn-ea"/>
              </a:rPr>
              <a:t>④ 使用图线绘图时，应使图形的比例和配线协调恰当，重点突出，主次分明，在同一张图纸上，按不同比例绘制的图样及</a:t>
            </a:r>
            <a:r>
              <a:rPr kumimoji="1" lang="zh-CN" altLang="en-US" sz="2000" dirty="0" smtClean="0">
                <a:solidFill>
                  <a:srgbClr val="FF0000"/>
                </a:solidFill>
                <a:latin typeface="楷体" panose="02010609060101010101" pitchFamily="49" charset="-122"/>
                <a:ea typeface="楷体" panose="02010609060101010101" pitchFamily="49" charset="-122"/>
                <a:sym typeface="+mn-ea"/>
              </a:rPr>
              <a:t>同类图形的图线粗细应该保持一致</a:t>
            </a:r>
            <a:endParaRPr kumimoji="1" lang="zh-CN" altLang="en-US" sz="2000" dirty="0" smtClean="0">
              <a:solidFill>
                <a:srgbClr val="FF0000"/>
              </a:solidFill>
              <a:latin typeface="楷体" panose="02010609060101010101" pitchFamily="49" charset="-122"/>
              <a:ea typeface="楷体" panose="02010609060101010101" pitchFamily="49" charset="-122"/>
              <a:sym typeface="+mn-ea"/>
            </a:endParaRPr>
          </a:p>
          <a:p>
            <a:pPr indent="457200" eaLnBrk="0" hangingPunct="0">
              <a:lnSpc>
                <a:spcPct val="130000"/>
              </a:lnSpc>
              <a:buClr>
                <a:srgbClr val="00B050"/>
              </a:buClr>
            </a:pPr>
            <a:endParaRPr kumimoji="1" lang="zh-CN" altLang="en-US" sz="2000" dirty="0" smtClean="0">
              <a:latin typeface="楷体" panose="02010609060101010101" pitchFamily="49" charset="-122"/>
              <a:ea typeface="楷体" panose="02010609060101010101" pitchFamily="49" charset="-122"/>
            </a:endParaRPr>
          </a:p>
          <a:p>
            <a:pPr indent="457200" eaLnBrk="0" hangingPunct="0">
              <a:lnSpc>
                <a:spcPct val="130000"/>
              </a:lnSpc>
              <a:buClr>
                <a:srgbClr val="00B050"/>
              </a:buClr>
            </a:pPr>
            <a:r>
              <a:rPr kumimoji="1" lang="zh-CN" altLang="en-US" sz="2000" dirty="0" smtClean="0">
                <a:latin typeface="楷体" panose="02010609060101010101" pitchFamily="49" charset="-122"/>
                <a:ea typeface="楷体" panose="02010609060101010101" pitchFamily="49" charset="-122"/>
              </a:rPr>
              <a:t>⑤ </a:t>
            </a:r>
            <a:r>
              <a:rPr kumimoji="1" lang="zh-CN" altLang="en-US" sz="2000" dirty="0">
                <a:solidFill>
                  <a:srgbClr val="FF0000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细实线</a:t>
            </a:r>
            <a:r>
              <a:rPr kumimoji="1" lang="zh-CN" altLang="en-US" sz="2000" dirty="0">
                <a:latin typeface="楷体" panose="02010609060101010101" pitchFamily="49" charset="-122"/>
                <a:ea typeface="楷体" panose="02010609060101010101" pitchFamily="49" charset="-122"/>
              </a:rPr>
              <a:t>为最常用的线条，在以细实线为主的图纸上，</a:t>
            </a:r>
            <a:r>
              <a:rPr kumimoji="1" lang="zh-CN" altLang="en-US" sz="2000" dirty="0">
                <a:solidFill>
                  <a:srgbClr val="FF0000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粗实线</a:t>
            </a:r>
            <a:r>
              <a:rPr kumimoji="1" lang="zh-CN" altLang="en-US" sz="2000" dirty="0">
                <a:latin typeface="楷体" panose="02010609060101010101" pitchFamily="49" charset="-122"/>
                <a:ea typeface="楷体" panose="02010609060101010101" pitchFamily="49" charset="-122"/>
              </a:rPr>
              <a:t>主要用于主回线路、图纸的图框及需要突出的线路、设备、电路等处。</a:t>
            </a:r>
            <a:r>
              <a:rPr kumimoji="1" lang="zh-CN" altLang="en-US" sz="2000" dirty="0">
                <a:solidFill>
                  <a:srgbClr val="FF0000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指引线、尺寸线以及标注线应使用细实线</a:t>
            </a:r>
            <a:endParaRPr kumimoji="1" lang="en-US" altLang="zh-CN" sz="2000" dirty="0" smtClean="0">
              <a:latin typeface="楷体" panose="02010609060101010101" pitchFamily="49" charset="-122"/>
              <a:ea typeface="楷体" panose="02010609060101010101" pitchFamily="49" charset="-122"/>
            </a:endParaRPr>
          </a:p>
          <a:p>
            <a:pPr indent="457200" eaLnBrk="0" hangingPunct="0">
              <a:lnSpc>
                <a:spcPct val="130000"/>
              </a:lnSpc>
              <a:buClr>
                <a:srgbClr val="00B050"/>
              </a:buClr>
            </a:pPr>
            <a:endParaRPr kumimoji="1" lang="zh-CN" altLang="en-US" sz="2000" dirty="0" smtClean="0">
              <a:latin typeface="楷体" panose="02010609060101010101" pitchFamily="49" charset="-122"/>
              <a:ea typeface="楷体" panose="02010609060101010101" pitchFamily="49" charset="-122"/>
            </a:endParaRPr>
          </a:p>
        </p:txBody>
      </p:sp>
      <p:sp>
        <p:nvSpPr>
          <p:cNvPr id="4" name="Rectangle 3"/>
          <p:cNvSpPr>
            <a:spLocks noChangeArrowheads="1"/>
          </p:cNvSpPr>
          <p:nvPr/>
        </p:nvSpPr>
        <p:spPr bwMode="auto">
          <a:xfrm>
            <a:off x="26894" y="674846"/>
            <a:ext cx="4240306" cy="50436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/>
          <a:p>
            <a:pPr eaLnBrk="0" hangingPunct="0">
              <a:lnSpc>
                <a:spcPct val="130000"/>
              </a:lnSpc>
              <a:buClr>
                <a:srgbClr val="00B050"/>
              </a:buClr>
            </a:pPr>
            <a:r>
              <a:rPr kumimoji="1" lang="zh-CN" altLang="en-US" sz="2400" dirty="0">
                <a:solidFill>
                  <a:srgbClr val="0000FF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（</a:t>
            </a:r>
            <a:r>
              <a:rPr kumimoji="1" lang="en-US" altLang="zh-CN" sz="2400" dirty="0">
                <a:solidFill>
                  <a:srgbClr val="0000FF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2</a:t>
            </a:r>
            <a:r>
              <a:rPr kumimoji="1" lang="zh-CN" altLang="en-US" sz="2400" dirty="0">
                <a:solidFill>
                  <a:srgbClr val="0000FF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）图线型式及其应用</a:t>
            </a:r>
            <a:endParaRPr kumimoji="1" lang="zh-CN" altLang="en-US" sz="2400" dirty="0">
              <a:solidFill>
                <a:srgbClr val="0000FF"/>
              </a:solidFill>
              <a:latin typeface="楷体" panose="02010609060101010101" pitchFamily="49" charset="-122"/>
              <a:ea typeface="楷体" panose="02010609060101010101" pitchFamily="49" charset="-122"/>
            </a:endParaRPr>
          </a:p>
        </p:txBody>
      </p:sp>
      <p:sp>
        <p:nvSpPr>
          <p:cNvPr id="5" name="TextBox 6"/>
          <p:cNvSpPr txBox="1">
            <a:spLocks noChangeArrowheads="1"/>
          </p:cNvSpPr>
          <p:nvPr/>
        </p:nvSpPr>
        <p:spPr bwMode="auto">
          <a:xfrm>
            <a:off x="539750" y="123825"/>
            <a:ext cx="8604250" cy="4349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r>
              <a:rPr lang="en-US" altLang="zh-CN" sz="3200" b="1" dirty="0">
                <a:solidFill>
                  <a:schemeClr val="tx2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2</a:t>
            </a:r>
            <a:r>
              <a:rPr lang="zh-CN" altLang="en-US" sz="3200" b="1" dirty="0">
                <a:solidFill>
                  <a:schemeClr val="tx2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、通信工程制图的统一规定</a:t>
            </a:r>
            <a:endParaRPr lang="zh-CN" altLang="en-US" sz="3200" b="1" dirty="0">
              <a:solidFill>
                <a:schemeClr val="tx2"/>
              </a:solidFill>
              <a:latin typeface="华文新魏" panose="02010800040101010101" pitchFamily="2" charset="-122"/>
              <a:ea typeface="华文新魏" panose="02010800040101010101" pitchFamily="2" charset="-122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/>
    </mc:Choice>
    <mc:Fallback>
      <p:transition spd="slow"/>
    </mc:Fallback>
  </mc:AlternateContent>
  <p:timing>
    <p:tnLst>
      <p:par>
        <p:cTn id="1" dur="indefinite" restart="never" nodeType="tmRoot"/>
      </p:par>
    </p:tn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3058" name="Rectangle 2"/>
          <p:cNvSpPr>
            <a:spLocks noChangeArrowheads="1"/>
          </p:cNvSpPr>
          <p:nvPr/>
        </p:nvSpPr>
        <p:spPr bwMode="auto">
          <a:xfrm>
            <a:off x="323850" y="1257300"/>
            <a:ext cx="8564880" cy="329184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/>
          <a:p>
            <a:pPr indent="457200" eaLnBrk="0" hangingPunct="0">
              <a:lnSpc>
                <a:spcPct val="130000"/>
              </a:lnSpc>
              <a:buClr>
                <a:srgbClr val="00B050"/>
              </a:buClr>
            </a:pPr>
            <a:r>
              <a:rPr kumimoji="1" lang="zh-CN" altLang="en-US" sz="2000" dirty="0" smtClean="0">
                <a:latin typeface="楷体" panose="02010609060101010101" pitchFamily="49" charset="-122"/>
                <a:ea typeface="楷体" panose="02010609060101010101" pitchFamily="49" charset="-122"/>
              </a:rPr>
              <a:t>⑥ 当需要区分新安装的设备时，则用</a:t>
            </a:r>
            <a:r>
              <a:rPr kumimoji="1" lang="zh-CN" altLang="en-US" sz="2000" dirty="0" smtClean="0">
                <a:solidFill>
                  <a:srgbClr val="FF0000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粗实线表示新建</a:t>
            </a:r>
            <a:r>
              <a:rPr kumimoji="1" lang="zh-CN" altLang="en-US" sz="2000" dirty="0" smtClean="0">
                <a:latin typeface="楷体" panose="02010609060101010101" pitchFamily="49" charset="-122"/>
                <a:ea typeface="楷体" panose="02010609060101010101" pitchFamily="49" charset="-122"/>
              </a:rPr>
              <a:t>，</a:t>
            </a:r>
            <a:r>
              <a:rPr kumimoji="1" lang="zh-CN" altLang="en-US" sz="2000" dirty="0" smtClean="0">
                <a:solidFill>
                  <a:srgbClr val="FF0000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细实线表示原有设施</a:t>
            </a:r>
            <a:r>
              <a:rPr kumimoji="1" lang="zh-CN" altLang="en-US" sz="2000" dirty="0" smtClean="0">
                <a:latin typeface="楷体" panose="02010609060101010101" pitchFamily="49" charset="-122"/>
                <a:ea typeface="楷体" panose="02010609060101010101" pitchFamily="49" charset="-122"/>
              </a:rPr>
              <a:t>，</a:t>
            </a:r>
            <a:r>
              <a:rPr kumimoji="1" lang="zh-CN" altLang="en-US" sz="2000" dirty="0" smtClean="0">
                <a:solidFill>
                  <a:srgbClr val="FF0000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细虚线表示规划预留部分</a:t>
            </a:r>
            <a:r>
              <a:rPr kumimoji="1" lang="zh-CN" altLang="en-US" sz="2000" dirty="0" smtClean="0">
                <a:latin typeface="楷体" panose="02010609060101010101" pitchFamily="49" charset="-122"/>
                <a:ea typeface="楷体" panose="02010609060101010101" pitchFamily="49" charset="-122"/>
              </a:rPr>
              <a:t>，</a:t>
            </a:r>
            <a:r>
              <a:rPr kumimoji="1" lang="zh-CN" altLang="en-US" sz="2000" dirty="0" smtClean="0">
                <a:solidFill>
                  <a:srgbClr val="FF0000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“</a:t>
            </a:r>
            <a:r>
              <a:rPr kumimoji="1" lang="en-US" altLang="zh-CN" sz="2000" dirty="0" smtClean="0">
                <a:solidFill>
                  <a:srgbClr val="FF0000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×”</a:t>
            </a:r>
            <a:r>
              <a:rPr kumimoji="1" lang="zh-CN" altLang="en-US" sz="2000" dirty="0" smtClean="0">
                <a:solidFill>
                  <a:srgbClr val="FF0000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号表示通信改造工程需要拆除的设备及线路</a:t>
            </a:r>
            <a:endParaRPr kumimoji="1" lang="zh-CN" altLang="en-US" sz="2000" dirty="0" smtClean="0">
              <a:solidFill>
                <a:srgbClr val="FF0000"/>
              </a:solidFill>
              <a:latin typeface="楷体" panose="02010609060101010101" pitchFamily="49" charset="-122"/>
              <a:ea typeface="楷体" panose="02010609060101010101" pitchFamily="49" charset="-122"/>
            </a:endParaRPr>
          </a:p>
          <a:p>
            <a:pPr indent="457200" eaLnBrk="0" hangingPunct="0">
              <a:lnSpc>
                <a:spcPct val="130000"/>
              </a:lnSpc>
              <a:buClr>
                <a:srgbClr val="00B050"/>
              </a:buClr>
            </a:pPr>
            <a:endParaRPr kumimoji="1" lang="zh-CN" altLang="en-US" sz="2000" dirty="0" smtClean="0">
              <a:latin typeface="楷体" panose="02010609060101010101" pitchFamily="49" charset="-122"/>
              <a:ea typeface="楷体" panose="02010609060101010101" pitchFamily="49" charset="-122"/>
            </a:endParaRPr>
          </a:p>
          <a:p>
            <a:pPr indent="457200" eaLnBrk="0" hangingPunct="0">
              <a:lnSpc>
                <a:spcPct val="130000"/>
              </a:lnSpc>
              <a:buClr>
                <a:srgbClr val="00B050"/>
              </a:buClr>
            </a:pPr>
            <a:r>
              <a:rPr kumimoji="1" lang="zh-CN" altLang="en-US" sz="2000" dirty="0" smtClean="0">
                <a:latin typeface="楷体" panose="02010609060101010101" pitchFamily="49" charset="-122"/>
                <a:ea typeface="楷体" panose="02010609060101010101" pitchFamily="49" charset="-122"/>
              </a:rPr>
              <a:t>⑦ 平行线之间的最小间距不宜小于粗线宽度的两倍，且不能小于</a:t>
            </a:r>
            <a:r>
              <a:rPr kumimoji="1" lang="en-US" altLang="zh-CN" sz="2000" dirty="0" smtClean="0">
                <a:latin typeface="楷体" panose="02010609060101010101" pitchFamily="49" charset="-122"/>
                <a:ea typeface="楷体" panose="02010609060101010101" pitchFamily="49" charset="-122"/>
              </a:rPr>
              <a:t>0.7mm</a:t>
            </a:r>
            <a:endParaRPr kumimoji="1" lang="en-US" altLang="zh-CN" sz="2000" dirty="0" smtClean="0">
              <a:latin typeface="楷体" panose="02010609060101010101" pitchFamily="49" charset="-122"/>
              <a:ea typeface="楷体" panose="02010609060101010101" pitchFamily="49" charset="-122"/>
            </a:endParaRPr>
          </a:p>
          <a:p>
            <a:pPr indent="457200" eaLnBrk="0" hangingPunct="0">
              <a:lnSpc>
                <a:spcPct val="130000"/>
              </a:lnSpc>
              <a:buClr>
                <a:srgbClr val="00B050"/>
              </a:buClr>
            </a:pPr>
            <a:endParaRPr kumimoji="1" lang="zh-CN" altLang="en-US" sz="2000" dirty="0" smtClean="0">
              <a:latin typeface="楷体" panose="02010609060101010101" pitchFamily="49" charset="-122"/>
              <a:ea typeface="楷体" panose="02010609060101010101" pitchFamily="49" charset="-122"/>
            </a:endParaRPr>
          </a:p>
          <a:p>
            <a:pPr indent="457200" eaLnBrk="0" hangingPunct="0">
              <a:lnSpc>
                <a:spcPct val="130000"/>
              </a:lnSpc>
              <a:buClr>
                <a:srgbClr val="00B050"/>
              </a:buClr>
            </a:pPr>
            <a:r>
              <a:rPr kumimoji="1" lang="zh-CN" altLang="en-US" sz="2000" dirty="0" smtClean="0">
                <a:latin typeface="楷体" panose="02010609060101010101" pitchFamily="49" charset="-122"/>
                <a:ea typeface="楷体" panose="02010609060101010101" pitchFamily="49" charset="-122"/>
              </a:rPr>
              <a:t>⑧ 在使用线型及线宽表示用途有困难时，可以</a:t>
            </a:r>
            <a:r>
              <a:rPr kumimoji="1" lang="zh-CN" altLang="en-US" sz="2000" dirty="0" smtClean="0">
                <a:solidFill>
                  <a:srgbClr val="FF0000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通过使用不同颜色加以区分</a:t>
            </a:r>
            <a:endParaRPr kumimoji="1" lang="zh-CN" altLang="en-US" sz="2000" dirty="0" smtClean="0">
              <a:latin typeface="楷体" panose="02010609060101010101" pitchFamily="49" charset="-122"/>
              <a:ea typeface="楷体" panose="02010609060101010101" pitchFamily="49" charset="-122"/>
            </a:endParaRPr>
          </a:p>
        </p:txBody>
      </p:sp>
      <p:sp>
        <p:nvSpPr>
          <p:cNvPr id="4" name="Rectangle 3"/>
          <p:cNvSpPr>
            <a:spLocks noChangeArrowheads="1"/>
          </p:cNvSpPr>
          <p:nvPr/>
        </p:nvSpPr>
        <p:spPr bwMode="auto">
          <a:xfrm>
            <a:off x="26894" y="674846"/>
            <a:ext cx="4240306" cy="50436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/>
          <a:p>
            <a:pPr eaLnBrk="0" hangingPunct="0">
              <a:lnSpc>
                <a:spcPct val="130000"/>
              </a:lnSpc>
              <a:buClr>
                <a:srgbClr val="00B050"/>
              </a:buClr>
            </a:pPr>
            <a:r>
              <a:rPr kumimoji="1" lang="zh-CN" altLang="en-US" sz="2400" dirty="0">
                <a:solidFill>
                  <a:srgbClr val="0000FF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（</a:t>
            </a:r>
            <a:r>
              <a:rPr kumimoji="1" lang="en-US" altLang="zh-CN" sz="2400" dirty="0">
                <a:solidFill>
                  <a:srgbClr val="0000FF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2</a:t>
            </a:r>
            <a:r>
              <a:rPr kumimoji="1" lang="zh-CN" altLang="en-US" sz="2400" dirty="0">
                <a:solidFill>
                  <a:srgbClr val="0000FF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）图线型式及其应用</a:t>
            </a:r>
            <a:endParaRPr kumimoji="1" lang="zh-CN" altLang="en-US" sz="2400" dirty="0">
              <a:solidFill>
                <a:srgbClr val="0000FF"/>
              </a:solidFill>
              <a:latin typeface="楷体" panose="02010609060101010101" pitchFamily="49" charset="-122"/>
              <a:ea typeface="楷体" panose="02010609060101010101" pitchFamily="49" charset="-122"/>
            </a:endParaRPr>
          </a:p>
        </p:txBody>
      </p:sp>
      <p:sp>
        <p:nvSpPr>
          <p:cNvPr id="5" name="TextBox 6"/>
          <p:cNvSpPr txBox="1">
            <a:spLocks noChangeArrowheads="1"/>
          </p:cNvSpPr>
          <p:nvPr/>
        </p:nvSpPr>
        <p:spPr bwMode="auto">
          <a:xfrm>
            <a:off x="539750" y="123825"/>
            <a:ext cx="8604250" cy="4349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r>
              <a:rPr lang="en-US" altLang="zh-CN" sz="3200" b="1" dirty="0">
                <a:solidFill>
                  <a:schemeClr val="tx2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2</a:t>
            </a:r>
            <a:r>
              <a:rPr lang="zh-CN" altLang="en-US" sz="3200" b="1" dirty="0">
                <a:solidFill>
                  <a:schemeClr val="tx2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、通信工程制图的统一规定</a:t>
            </a:r>
            <a:endParaRPr lang="zh-CN" altLang="en-US" sz="3200" b="1" dirty="0">
              <a:solidFill>
                <a:schemeClr val="tx2"/>
              </a:solidFill>
              <a:latin typeface="华文新魏" panose="02010800040101010101" pitchFamily="2" charset="-122"/>
              <a:ea typeface="华文新魏" panose="02010800040101010101" pitchFamily="2" charset="-122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/>
    </mc:Choice>
    <mc:Fallback>
      <p:transition spd="slow"/>
    </mc:Fallback>
  </mc:AlternateContent>
  <p:timing>
    <p:tnLst>
      <p:par>
        <p:cTn id="1" dur="indefinite" restart="never" nodeType="tmRoot"/>
      </p:par>
    </p:tn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/>
          <p:cNvSpPr>
            <a:spLocks noChangeArrowheads="1"/>
          </p:cNvSpPr>
          <p:nvPr/>
        </p:nvSpPr>
        <p:spPr bwMode="auto">
          <a:xfrm>
            <a:off x="26894" y="674846"/>
            <a:ext cx="4240306" cy="57086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/>
          <a:p>
            <a:pPr eaLnBrk="0" hangingPunct="0">
              <a:lnSpc>
                <a:spcPct val="130000"/>
              </a:lnSpc>
              <a:buClr>
                <a:srgbClr val="00B050"/>
              </a:buClr>
            </a:pPr>
            <a:r>
              <a:rPr kumimoji="1" lang="zh-CN" altLang="en-US" sz="2400" dirty="0">
                <a:solidFill>
                  <a:srgbClr val="0000FF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（</a:t>
            </a:r>
            <a:r>
              <a:rPr kumimoji="1" lang="en-US" altLang="zh-CN" sz="2400" dirty="0">
                <a:solidFill>
                  <a:srgbClr val="0000FF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2</a:t>
            </a:r>
            <a:r>
              <a:rPr kumimoji="1" lang="zh-CN" altLang="en-US" sz="2400" dirty="0">
                <a:solidFill>
                  <a:srgbClr val="0000FF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）图线型式及其应用</a:t>
            </a:r>
            <a:r>
              <a:rPr kumimoji="1" lang="zh-CN" altLang="en-US" sz="2400" dirty="0">
                <a:solidFill>
                  <a:srgbClr val="0000FF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总结</a:t>
            </a:r>
            <a:endParaRPr kumimoji="1" lang="zh-CN" altLang="en-US" sz="2400" dirty="0">
              <a:solidFill>
                <a:srgbClr val="0000FF"/>
              </a:solidFill>
              <a:latin typeface="楷体" panose="02010609060101010101" pitchFamily="49" charset="-122"/>
              <a:ea typeface="楷体" panose="02010609060101010101" pitchFamily="49" charset="-122"/>
            </a:endParaRPr>
          </a:p>
        </p:txBody>
      </p:sp>
      <p:sp>
        <p:nvSpPr>
          <p:cNvPr id="5" name="TextBox 6"/>
          <p:cNvSpPr txBox="1">
            <a:spLocks noChangeArrowheads="1"/>
          </p:cNvSpPr>
          <p:nvPr/>
        </p:nvSpPr>
        <p:spPr bwMode="auto">
          <a:xfrm>
            <a:off x="539750" y="123825"/>
            <a:ext cx="8604250" cy="4349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r>
              <a:rPr lang="en-US" altLang="zh-CN" sz="3200" b="1" dirty="0">
                <a:solidFill>
                  <a:schemeClr val="tx2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2</a:t>
            </a:r>
            <a:r>
              <a:rPr lang="zh-CN" altLang="en-US" sz="3200" b="1" dirty="0">
                <a:solidFill>
                  <a:schemeClr val="tx2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、通信工程制图的统一规定</a:t>
            </a:r>
            <a:endParaRPr lang="zh-CN" altLang="en-US" sz="3200" b="1" dirty="0">
              <a:solidFill>
                <a:schemeClr val="tx2"/>
              </a:solidFill>
              <a:latin typeface="华文新魏" panose="02010800040101010101" pitchFamily="2" charset="-122"/>
              <a:ea typeface="华文新魏" panose="02010800040101010101" pitchFamily="2" charset="-122"/>
            </a:endParaRPr>
          </a:p>
        </p:txBody>
      </p:sp>
      <p:pic>
        <p:nvPicPr>
          <p:cNvPr id="3" name="图片 2" descr="线型5"/>
          <p:cNvPicPr>
            <a:picLocks noChangeAspect="1"/>
          </p:cNvPicPr>
          <p:nvPr/>
        </p:nvPicPr>
        <p:blipFill>
          <a:blip r:embed="rId1"/>
          <a:srcRect l="8544" t="22543" r="37074" b="23890"/>
          <a:stretch>
            <a:fillRect/>
          </a:stretch>
        </p:blipFill>
        <p:spPr>
          <a:xfrm>
            <a:off x="2484120" y="1419225"/>
            <a:ext cx="4364990" cy="3201670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/>
    </mc:Choice>
    <mc:Fallback>
      <p:transition spd="slow"/>
    </mc:Fallback>
  </mc:AlternateContent>
  <p:timing>
    <p:tnLst>
      <p:par>
        <p:cTn id="1" dur="indefinite" restart="never" nodeType="tmRoot"/>
      </p:par>
    </p:tn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2035" name="Rectangle 3"/>
          <p:cNvSpPr>
            <a:spLocks noChangeArrowheads="1"/>
          </p:cNvSpPr>
          <p:nvPr/>
        </p:nvSpPr>
        <p:spPr bwMode="auto">
          <a:xfrm>
            <a:off x="251520" y="631134"/>
            <a:ext cx="3101280" cy="57246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/>
          <a:p>
            <a:pPr eaLnBrk="0" hangingPunct="0">
              <a:lnSpc>
                <a:spcPct val="130000"/>
              </a:lnSpc>
              <a:buClr>
                <a:srgbClr val="00B050"/>
              </a:buClr>
            </a:pPr>
            <a:r>
              <a:rPr kumimoji="1" lang="zh-CN" altLang="en-US" sz="2400" dirty="0">
                <a:solidFill>
                  <a:srgbClr val="0000FF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（</a:t>
            </a:r>
            <a:r>
              <a:rPr kumimoji="1" lang="en-US" altLang="zh-CN" sz="2400" dirty="0">
                <a:solidFill>
                  <a:srgbClr val="0000FF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3</a:t>
            </a:r>
            <a:r>
              <a:rPr kumimoji="1" lang="zh-CN" altLang="en-US" sz="2400" dirty="0">
                <a:solidFill>
                  <a:srgbClr val="0000FF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）图纸比例</a:t>
            </a:r>
            <a:endParaRPr kumimoji="1" lang="zh-CN" altLang="en-US" sz="2400" dirty="0">
              <a:solidFill>
                <a:srgbClr val="0000FF"/>
              </a:solidFill>
              <a:latin typeface="楷体" panose="02010609060101010101" pitchFamily="49" charset="-122"/>
              <a:ea typeface="楷体" panose="02010609060101010101" pitchFamily="49" charset="-122"/>
            </a:endParaRPr>
          </a:p>
        </p:txBody>
      </p:sp>
      <p:sp>
        <p:nvSpPr>
          <p:cNvPr id="172036" name="Rectangle 4"/>
          <p:cNvSpPr>
            <a:spLocks noChangeArrowheads="1"/>
          </p:cNvSpPr>
          <p:nvPr/>
        </p:nvSpPr>
        <p:spPr bwMode="auto">
          <a:xfrm>
            <a:off x="381000" y="1028700"/>
            <a:ext cx="8492490" cy="241173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/>
          <a:p>
            <a:pPr indent="457200" eaLnBrk="0" hangingPunct="0">
              <a:lnSpc>
                <a:spcPct val="130000"/>
              </a:lnSpc>
              <a:buClr>
                <a:srgbClr val="00B050"/>
              </a:buClr>
            </a:pPr>
            <a:r>
              <a:rPr kumimoji="1" lang="zh-CN" altLang="en-US" sz="2000" dirty="0" smtClean="0">
                <a:latin typeface="楷体" panose="02010609060101010101" pitchFamily="49" charset="-122"/>
                <a:ea typeface="楷体" panose="02010609060101010101" pitchFamily="49" charset="-122"/>
              </a:rPr>
              <a:t>① </a:t>
            </a:r>
            <a:r>
              <a:rPr kumimoji="1" lang="zh-CN" altLang="en-US" sz="2000" dirty="0">
                <a:latin typeface="楷体" panose="02010609060101010101" pitchFamily="49" charset="-122"/>
                <a:ea typeface="楷体" panose="02010609060101010101" pitchFamily="49" charset="-122"/>
              </a:rPr>
              <a:t>对于通信管道图、建筑平面图、平面布置图、设备加固图以及零部件加工图等图纸，一般</a:t>
            </a:r>
            <a:r>
              <a:rPr kumimoji="1" lang="zh-CN" altLang="en-US" sz="2000" dirty="0">
                <a:solidFill>
                  <a:srgbClr val="FF0000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要求按比例绘制</a:t>
            </a:r>
            <a:r>
              <a:rPr kumimoji="1" lang="zh-CN" altLang="en-US" sz="2000" dirty="0">
                <a:latin typeface="楷体" panose="02010609060101010101" pitchFamily="49" charset="-122"/>
                <a:ea typeface="楷体" panose="02010609060101010101" pitchFamily="49" charset="-122"/>
              </a:rPr>
              <a:t>；而</a:t>
            </a:r>
            <a:r>
              <a:rPr kumimoji="1" lang="zh-CN" altLang="en-US" sz="2000" dirty="0">
                <a:solidFill>
                  <a:srgbClr val="FF0000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通信线路工程图、方案示意图以及系统原理框图等可以不按比例绘制</a:t>
            </a:r>
            <a:r>
              <a:rPr kumimoji="1" lang="zh-CN" altLang="en-US" sz="2000" dirty="0">
                <a:latin typeface="楷体" panose="02010609060101010101" pitchFamily="49" charset="-122"/>
                <a:ea typeface="楷体" panose="02010609060101010101" pitchFamily="49" charset="-122"/>
              </a:rPr>
              <a:t>，但应按工作顺序、线路走向、信息流向等进行排列</a:t>
            </a:r>
            <a:endParaRPr kumimoji="1" lang="zh-CN" altLang="en-US" sz="2000" dirty="0" smtClean="0">
              <a:latin typeface="楷体" panose="02010609060101010101" pitchFamily="49" charset="-122"/>
              <a:ea typeface="楷体" panose="02010609060101010101" pitchFamily="49" charset="-122"/>
            </a:endParaRPr>
          </a:p>
          <a:p>
            <a:pPr indent="457200" eaLnBrk="0" hangingPunct="0">
              <a:lnSpc>
                <a:spcPct val="130000"/>
              </a:lnSpc>
              <a:buClr>
                <a:srgbClr val="00B050"/>
              </a:buClr>
            </a:pPr>
            <a:endParaRPr kumimoji="1" lang="en-US" altLang="zh-CN" sz="2000" dirty="0" smtClean="0">
              <a:latin typeface="楷体" panose="02010609060101010101" pitchFamily="49" charset="-122"/>
              <a:ea typeface="楷体" panose="02010609060101010101" pitchFamily="49" charset="-122"/>
            </a:endParaRPr>
          </a:p>
          <a:p>
            <a:pPr indent="457200" eaLnBrk="0" hangingPunct="0">
              <a:lnSpc>
                <a:spcPct val="130000"/>
              </a:lnSpc>
              <a:buClr>
                <a:srgbClr val="00B050"/>
              </a:buClr>
            </a:pPr>
            <a:endParaRPr kumimoji="1" lang="zh-CN" altLang="en-US" sz="1600" dirty="0" smtClean="0">
              <a:latin typeface="楷体" panose="02010609060101010101" pitchFamily="49" charset="-122"/>
              <a:ea typeface="楷体" panose="02010609060101010101" pitchFamily="49" charset="-122"/>
            </a:endParaRPr>
          </a:p>
        </p:txBody>
      </p:sp>
      <p:sp>
        <p:nvSpPr>
          <p:cNvPr id="6" name="TextBox 6"/>
          <p:cNvSpPr txBox="1">
            <a:spLocks noChangeArrowheads="1"/>
          </p:cNvSpPr>
          <p:nvPr/>
        </p:nvSpPr>
        <p:spPr bwMode="auto">
          <a:xfrm>
            <a:off x="539750" y="123825"/>
            <a:ext cx="8604250" cy="4349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r>
              <a:rPr lang="en-US" altLang="zh-CN" sz="3200" b="1" dirty="0">
                <a:solidFill>
                  <a:schemeClr val="tx2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2</a:t>
            </a:r>
            <a:r>
              <a:rPr lang="zh-CN" altLang="en-US" sz="3200" b="1" dirty="0">
                <a:solidFill>
                  <a:schemeClr val="tx2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、通信工程制图的统一规定</a:t>
            </a:r>
            <a:endParaRPr lang="zh-CN" altLang="en-US" sz="3200" b="1" dirty="0">
              <a:solidFill>
                <a:schemeClr val="tx2"/>
              </a:solidFill>
              <a:latin typeface="华文新魏" panose="02010800040101010101" pitchFamily="2" charset="-122"/>
              <a:ea typeface="华文新魏" panose="02010800040101010101" pitchFamily="2" charset="-122"/>
            </a:endParaRPr>
          </a:p>
        </p:txBody>
      </p:sp>
      <p:pic>
        <p:nvPicPr>
          <p:cNvPr id="2" name="图片 1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628265" y="2571750"/>
            <a:ext cx="6089650" cy="2327275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/>
    </mc:Choice>
    <mc:Fallback>
      <p:transition spd="slow"/>
    </mc:Fallback>
  </mc:AlternateContent>
  <p:timing>
    <p:tnLst>
      <p:par>
        <p:cTn id="1" dur="indefinite" restart="never" nodeType="tmRoot"/>
      </p:par>
    </p:tn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2035" name="Rectangle 3"/>
          <p:cNvSpPr>
            <a:spLocks noChangeArrowheads="1"/>
          </p:cNvSpPr>
          <p:nvPr/>
        </p:nvSpPr>
        <p:spPr bwMode="auto">
          <a:xfrm>
            <a:off x="251460" y="631190"/>
            <a:ext cx="3783330" cy="57086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/>
          <a:p>
            <a:pPr eaLnBrk="0" hangingPunct="0">
              <a:lnSpc>
                <a:spcPct val="130000"/>
              </a:lnSpc>
              <a:buClr>
                <a:srgbClr val="00B050"/>
              </a:buClr>
            </a:pPr>
            <a:r>
              <a:rPr kumimoji="1" lang="zh-CN" altLang="en-US" sz="2400" dirty="0">
                <a:solidFill>
                  <a:srgbClr val="0000FF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（</a:t>
            </a:r>
            <a:r>
              <a:rPr kumimoji="1" lang="en-US" altLang="zh-CN" sz="2400" dirty="0">
                <a:solidFill>
                  <a:srgbClr val="0000FF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3</a:t>
            </a:r>
            <a:r>
              <a:rPr kumimoji="1" lang="zh-CN" altLang="en-US" sz="2400" dirty="0">
                <a:solidFill>
                  <a:srgbClr val="0000FF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）图纸比例计算</a:t>
            </a:r>
            <a:r>
              <a:rPr kumimoji="1" lang="zh-CN" altLang="en-US" sz="2400" dirty="0">
                <a:solidFill>
                  <a:srgbClr val="0000FF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示例</a:t>
            </a:r>
            <a:endParaRPr kumimoji="1" lang="zh-CN" altLang="en-US" sz="2400" dirty="0">
              <a:solidFill>
                <a:srgbClr val="0000FF"/>
              </a:solidFill>
              <a:latin typeface="楷体" panose="02010609060101010101" pitchFamily="49" charset="-122"/>
              <a:ea typeface="楷体" panose="02010609060101010101" pitchFamily="49" charset="-122"/>
            </a:endParaRPr>
          </a:p>
        </p:txBody>
      </p:sp>
      <p:sp>
        <p:nvSpPr>
          <p:cNvPr id="6" name="TextBox 6"/>
          <p:cNvSpPr txBox="1">
            <a:spLocks noChangeArrowheads="1"/>
          </p:cNvSpPr>
          <p:nvPr/>
        </p:nvSpPr>
        <p:spPr bwMode="auto">
          <a:xfrm>
            <a:off x="539750" y="123825"/>
            <a:ext cx="8604250" cy="4349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r>
              <a:rPr lang="en-US" altLang="zh-CN" sz="3200" b="1" dirty="0">
                <a:solidFill>
                  <a:schemeClr val="tx2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2</a:t>
            </a:r>
            <a:r>
              <a:rPr lang="zh-CN" altLang="en-US" sz="3200" b="1" dirty="0">
                <a:solidFill>
                  <a:schemeClr val="tx2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、通信工程制图的统一规定</a:t>
            </a:r>
            <a:endParaRPr lang="zh-CN" altLang="en-US" sz="3200" b="1" dirty="0">
              <a:solidFill>
                <a:schemeClr val="tx2"/>
              </a:solidFill>
              <a:latin typeface="华文新魏" panose="02010800040101010101" pitchFamily="2" charset="-122"/>
              <a:ea typeface="华文新魏" panose="02010800040101010101" pitchFamily="2" charset="-122"/>
            </a:endParaRPr>
          </a:p>
        </p:txBody>
      </p:sp>
      <p:pic>
        <p:nvPicPr>
          <p:cNvPr id="3" name="图片 2" descr="比例"/>
          <p:cNvPicPr>
            <a:picLocks noChangeAspect="1"/>
          </p:cNvPicPr>
          <p:nvPr/>
        </p:nvPicPr>
        <p:blipFill>
          <a:blip r:embed="rId1"/>
          <a:srcRect l="10500" t="12593" r="17056" b="13210"/>
          <a:stretch>
            <a:fillRect/>
          </a:stretch>
        </p:blipFill>
        <p:spPr>
          <a:xfrm>
            <a:off x="2412365" y="1223645"/>
            <a:ext cx="4968240" cy="3816350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/>
    </mc:Choice>
    <mc:Fallback>
      <p:transition spd="slow"/>
    </mc:Fallback>
  </mc:AlternateContent>
  <p:timing>
    <p:tnLst>
      <p:par>
        <p:cTn id="1" dur="indefinite" restart="never" nodeType="tmRoot"/>
      </p:par>
    </p:tn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2035" name="Rectangle 3"/>
          <p:cNvSpPr>
            <a:spLocks noChangeArrowheads="1"/>
          </p:cNvSpPr>
          <p:nvPr/>
        </p:nvSpPr>
        <p:spPr bwMode="auto">
          <a:xfrm>
            <a:off x="251520" y="631134"/>
            <a:ext cx="3101280" cy="57246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/>
          <a:p>
            <a:pPr eaLnBrk="0" hangingPunct="0">
              <a:lnSpc>
                <a:spcPct val="130000"/>
              </a:lnSpc>
              <a:buClr>
                <a:srgbClr val="00B050"/>
              </a:buClr>
            </a:pPr>
            <a:r>
              <a:rPr kumimoji="1" lang="zh-CN" altLang="en-US" sz="2400" dirty="0">
                <a:solidFill>
                  <a:srgbClr val="0000FF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（</a:t>
            </a:r>
            <a:r>
              <a:rPr kumimoji="1" lang="en-US" altLang="zh-CN" sz="2400" dirty="0">
                <a:solidFill>
                  <a:srgbClr val="0000FF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3</a:t>
            </a:r>
            <a:r>
              <a:rPr kumimoji="1" lang="zh-CN" altLang="en-US" sz="2400" dirty="0">
                <a:solidFill>
                  <a:srgbClr val="0000FF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）图纸比例</a:t>
            </a:r>
            <a:endParaRPr kumimoji="1" lang="zh-CN" altLang="en-US" sz="2400" dirty="0">
              <a:solidFill>
                <a:srgbClr val="0000FF"/>
              </a:solidFill>
              <a:latin typeface="楷体" panose="02010609060101010101" pitchFamily="49" charset="-122"/>
              <a:ea typeface="楷体" panose="02010609060101010101" pitchFamily="49" charset="-122"/>
            </a:endParaRPr>
          </a:p>
        </p:txBody>
      </p:sp>
      <p:sp>
        <p:nvSpPr>
          <p:cNvPr id="172036" name="Rectangle 4"/>
          <p:cNvSpPr>
            <a:spLocks noChangeArrowheads="1"/>
          </p:cNvSpPr>
          <p:nvPr/>
        </p:nvSpPr>
        <p:spPr bwMode="auto">
          <a:xfrm>
            <a:off x="381000" y="1172210"/>
            <a:ext cx="8513445" cy="329184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/>
          <a:p>
            <a:pPr indent="457200" eaLnBrk="0" hangingPunct="0">
              <a:lnSpc>
                <a:spcPct val="130000"/>
              </a:lnSpc>
              <a:buClr>
                <a:srgbClr val="00B050"/>
              </a:buClr>
            </a:pPr>
            <a:r>
              <a:rPr kumimoji="1" lang="zh-CN" altLang="en-US" sz="2000" dirty="0" smtClean="0">
                <a:latin typeface="楷体" panose="02010609060101010101" pitchFamily="49" charset="-122"/>
                <a:ea typeface="楷体" panose="02010609060101010101" pitchFamily="49" charset="-122"/>
                <a:sym typeface="+mn-ea"/>
              </a:rPr>
              <a:t>② 对于平面布置图和区域规划性质的工程图纸，可选比例为：</a:t>
            </a:r>
            <a:r>
              <a:rPr kumimoji="1" lang="en-US" altLang="zh-CN" sz="2000" dirty="0" smtClean="0">
                <a:latin typeface="楷体" panose="02010609060101010101" pitchFamily="49" charset="-122"/>
                <a:ea typeface="楷体" panose="02010609060101010101" pitchFamily="49" charset="-122"/>
                <a:sym typeface="+mn-ea"/>
              </a:rPr>
              <a:t>1</a:t>
            </a:r>
            <a:r>
              <a:rPr kumimoji="1" lang="zh-CN" altLang="en-US" sz="2000" dirty="0" smtClean="0">
                <a:latin typeface="楷体" panose="02010609060101010101" pitchFamily="49" charset="-122"/>
                <a:ea typeface="楷体" panose="02010609060101010101" pitchFamily="49" charset="-122"/>
                <a:sym typeface="+mn-ea"/>
              </a:rPr>
              <a:t>：</a:t>
            </a:r>
            <a:r>
              <a:rPr kumimoji="1" lang="en-US" altLang="zh-CN" sz="2000" dirty="0" smtClean="0">
                <a:latin typeface="楷体" panose="02010609060101010101" pitchFamily="49" charset="-122"/>
                <a:ea typeface="楷体" panose="02010609060101010101" pitchFamily="49" charset="-122"/>
                <a:sym typeface="+mn-ea"/>
              </a:rPr>
              <a:t>10</a:t>
            </a:r>
            <a:r>
              <a:rPr kumimoji="1" lang="zh-CN" altLang="en-US" sz="2000" dirty="0" smtClean="0">
                <a:latin typeface="楷体" panose="02010609060101010101" pitchFamily="49" charset="-122"/>
                <a:ea typeface="楷体" panose="02010609060101010101" pitchFamily="49" charset="-122"/>
                <a:sym typeface="+mn-ea"/>
              </a:rPr>
              <a:t>，</a:t>
            </a:r>
            <a:r>
              <a:rPr kumimoji="1" lang="en-US" altLang="zh-CN" sz="2000" dirty="0" smtClean="0">
                <a:latin typeface="楷体" panose="02010609060101010101" pitchFamily="49" charset="-122"/>
                <a:ea typeface="楷体" panose="02010609060101010101" pitchFamily="49" charset="-122"/>
                <a:sym typeface="+mn-ea"/>
              </a:rPr>
              <a:t>1</a:t>
            </a:r>
            <a:r>
              <a:rPr kumimoji="1" lang="zh-CN" altLang="en-US" sz="2000" dirty="0" smtClean="0">
                <a:latin typeface="楷体" panose="02010609060101010101" pitchFamily="49" charset="-122"/>
                <a:ea typeface="楷体" panose="02010609060101010101" pitchFamily="49" charset="-122"/>
                <a:sym typeface="+mn-ea"/>
              </a:rPr>
              <a:t>：</a:t>
            </a:r>
            <a:r>
              <a:rPr kumimoji="1" lang="en-US" altLang="zh-CN" sz="2000" dirty="0" smtClean="0">
                <a:latin typeface="楷体" panose="02010609060101010101" pitchFamily="49" charset="-122"/>
                <a:ea typeface="楷体" panose="02010609060101010101" pitchFamily="49" charset="-122"/>
                <a:sym typeface="+mn-ea"/>
              </a:rPr>
              <a:t>20</a:t>
            </a:r>
            <a:r>
              <a:rPr kumimoji="1" lang="zh-CN" altLang="en-US" sz="2000" dirty="0" smtClean="0">
                <a:latin typeface="楷体" panose="02010609060101010101" pitchFamily="49" charset="-122"/>
                <a:ea typeface="楷体" panose="02010609060101010101" pitchFamily="49" charset="-122"/>
                <a:sym typeface="+mn-ea"/>
              </a:rPr>
              <a:t>，</a:t>
            </a:r>
            <a:r>
              <a:rPr kumimoji="1" lang="en-US" altLang="zh-CN" sz="2000" dirty="0" smtClean="0">
                <a:latin typeface="楷体" panose="02010609060101010101" pitchFamily="49" charset="-122"/>
                <a:ea typeface="楷体" panose="02010609060101010101" pitchFamily="49" charset="-122"/>
                <a:sym typeface="+mn-ea"/>
              </a:rPr>
              <a:t>1</a:t>
            </a:r>
            <a:r>
              <a:rPr kumimoji="1" lang="zh-CN" altLang="en-US" sz="2000" dirty="0" smtClean="0">
                <a:latin typeface="楷体" panose="02010609060101010101" pitchFamily="49" charset="-122"/>
                <a:ea typeface="楷体" panose="02010609060101010101" pitchFamily="49" charset="-122"/>
                <a:sym typeface="+mn-ea"/>
              </a:rPr>
              <a:t>：</a:t>
            </a:r>
            <a:r>
              <a:rPr kumimoji="1" lang="en-US" altLang="zh-CN" sz="2000" dirty="0" smtClean="0">
                <a:latin typeface="楷体" panose="02010609060101010101" pitchFamily="49" charset="-122"/>
                <a:ea typeface="楷体" panose="02010609060101010101" pitchFamily="49" charset="-122"/>
                <a:sym typeface="+mn-ea"/>
              </a:rPr>
              <a:t>50</a:t>
            </a:r>
            <a:r>
              <a:rPr kumimoji="1" lang="zh-CN" altLang="en-US" sz="2000" dirty="0" smtClean="0">
                <a:latin typeface="楷体" panose="02010609060101010101" pitchFamily="49" charset="-122"/>
                <a:ea typeface="楷体" panose="02010609060101010101" pitchFamily="49" charset="-122"/>
                <a:sym typeface="+mn-ea"/>
              </a:rPr>
              <a:t>，</a:t>
            </a:r>
            <a:r>
              <a:rPr kumimoji="1" lang="en-US" altLang="zh-CN" sz="2000" dirty="0" smtClean="0">
                <a:latin typeface="楷体" panose="02010609060101010101" pitchFamily="49" charset="-122"/>
                <a:ea typeface="楷体" panose="02010609060101010101" pitchFamily="49" charset="-122"/>
                <a:sym typeface="+mn-ea"/>
              </a:rPr>
              <a:t>1</a:t>
            </a:r>
            <a:r>
              <a:rPr kumimoji="1" lang="zh-CN" altLang="en-US" sz="2000" dirty="0" smtClean="0">
                <a:latin typeface="楷体" panose="02010609060101010101" pitchFamily="49" charset="-122"/>
                <a:ea typeface="楷体" panose="02010609060101010101" pitchFamily="49" charset="-122"/>
                <a:sym typeface="+mn-ea"/>
              </a:rPr>
              <a:t>：</a:t>
            </a:r>
            <a:r>
              <a:rPr kumimoji="1" lang="en-US" altLang="zh-CN" sz="2000" dirty="0" smtClean="0">
                <a:latin typeface="楷体" panose="02010609060101010101" pitchFamily="49" charset="-122"/>
                <a:ea typeface="楷体" panose="02010609060101010101" pitchFamily="49" charset="-122"/>
                <a:sym typeface="+mn-ea"/>
              </a:rPr>
              <a:t>100</a:t>
            </a:r>
            <a:r>
              <a:rPr kumimoji="1" lang="zh-CN" altLang="en-US" sz="2000" dirty="0" smtClean="0">
                <a:latin typeface="楷体" panose="02010609060101010101" pitchFamily="49" charset="-122"/>
                <a:ea typeface="楷体" panose="02010609060101010101" pitchFamily="49" charset="-122"/>
                <a:sym typeface="+mn-ea"/>
              </a:rPr>
              <a:t>，</a:t>
            </a:r>
            <a:r>
              <a:rPr kumimoji="1" lang="en-US" altLang="zh-CN" sz="2000" dirty="0" smtClean="0">
                <a:latin typeface="楷体" panose="02010609060101010101" pitchFamily="49" charset="-122"/>
                <a:ea typeface="楷体" panose="02010609060101010101" pitchFamily="49" charset="-122"/>
                <a:sym typeface="+mn-ea"/>
              </a:rPr>
              <a:t>1</a:t>
            </a:r>
            <a:r>
              <a:rPr kumimoji="1" lang="zh-CN" altLang="en-US" sz="2000" dirty="0" smtClean="0">
                <a:latin typeface="楷体" panose="02010609060101010101" pitchFamily="49" charset="-122"/>
                <a:ea typeface="楷体" panose="02010609060101010101" pitchFamily="49" charset="-122"/>
                <a:sym typeface="+mn-ea"/>
              </a:rPr>
              <a:t>：</a:t>
            </a:r>
            <a:r>
              <a:rPr kumimoji="1" lang="en-US" altLang="zh-CN" sz="2000" dirty="0" smtClean="0">
                <a:latin typeface="楷体" panose="02010609060101010101" pitchFamily="49" charset="-122"/>
                <a:ea typeface="楷体" panose="02010609060101010101" pitchFamily="49" charset="-122"/>
                <a:sym typeface="+mn-ea"/>
              </a:rPr>
              <a:t>200</a:t>
            </a:r>
            <a:r>
              <a:rPr kumimoji="1" lang="zh-CN" altLang="en-US" sz="2000" dirty="0" smtClean="0">
                <a:latin typeface="楷体" panose="02010609060101010101" pitchFamily="49" charset="-122"/>
                <a:ea typeface="楷体" panose="02010609060101010101" pitchFamily="49" charset="-122"/>
                <a:sym typeface="+mn-ea"/>
              </a:rPr>
              <a:t>，</a:t>
            </a:r>
            <a:r>
              <a:rPr kumimoji="1" lang="en-US" altLang="zh-CN" sz="2000" dirty="0" smtClean="0">
                <a:latin typeface="楷体" panose="02010609060101010101" pitchFamily="49" charset="-122"/>
                <a:ea typeface="楷体" panose="02010609060101010101" pitchFamily="49" charset="-122"/>
                <a:sym typeface="+mn-ea"/>
              </a:rPr>
              <a:t>1</a:t>
            </a:r>
            <a:r>
              <a:rPr kumimoji="1" lang="zh-CN" altLang="en-US" sz="2000" dirty="0" smtClean="0">
                <a:latin typeface="楷体" panose="02010609060101010101" pitchFamily="49" charset="-122"/>
                <a:ea typeface="楷体" panose="02010609060101010101" pitchFamily="49" charset="-122"/>
                <a:sym typeface="+mn-ea"/>
              </a:rPr>
              <a:t>：</a:t>
            </a:r>
            <a:r>
              <a:rPr kumimoji="1" lang="en-US" altLang="zh-CN" sz="2000" dirty="0" smtClean="0">
                <a:latin typeface="楷体" panose="02010609060101010101" pitchFamily="49" charset="-122"/>
                <a:ea typeface="楷体" panose="02010609060101010101" pitchFamily="49" charset="-122"/>
                <a:sym typeface="+mn-ea"/>
              </a:rPr>
              <a:t>500</a:t>
            </a:r>
            <a:r>
              <a:rPr kumimoji="1" lang="zh-CN" altLang="en-US" sz="2000" dirty="0" smtClean="0">
                <a:latin typeface="楷体" panose="02010609060101010101" pitchFamily="49" charset="-122"/>
                <a:ea typeface="楷体" panose="02010609060101010101" pitchFamily="49" charset="-122"/>
                <a:sym typeface="+mn-ea"/>
              </a:rPr>
              <a:t>，</a:t>
            </a:r>
            <a:r>
              <a:rPr kumimoji="1" lang="en-US" altLang="zh-CN" sz="2000" dirty="0" smtClean="0">
                <a:latin typeface="楷体" panose="02010609060101010101" pitchFamily="49" charset="-122"/>
                <a:ea typeface="楷体" panose="02010609060101010101" pitchFamily="49" charset="-122"/>
                <a:sym typeface="+mn-ea"/>
              </a:rPr>
              <a:t>1</a:t>
            </a:r>
            <a:r>
              <a:rPr kumimoji="1" lang="zh-CN" altLang="en-US" sz="2000" dirty="0" smtClean="0">
                <a:latin typeface="楷体" panose="02010609060101010101" pitchFamily="49" charset="-122"/>
                <a:ea typeface="楷体" panose="02010609060101010101" pitchFamily="49" charset="-122"/>
                <a:sym typeface="+mn-ea"/>
              </a:rPr>
              <a:t>：</a:t>
            </a:r>
            <a:r>
              <a:rPr kumimoji="1" lang="en-US" altLang="zh-CN" sz="2000" dirty="0" smtClean="0">
                <a:latin typeface="楷体" panose="02010609060101010101" pitchFamily="49" charset="-122"/>
                <a:ea typeface="楷体" panose="02010609060101010101" pitchFamily="49" charset="-122"/>
                <a:sym typeface="+mn-ea"/>
              </a:rPr>
              <a:t>1000</a:t>
            </a:r>
            <a:r>
              <a:rPr kumimoji="1" lang="zh-CN" altLang="en-US" sz="2000" dirty="0" smtClean="0">
                <a:latin typeface="楷体" panose="02010609060101010101" pitchFamily="49" charset="-122"/>
                <a:ea typeface="楷体" panose="02010609060101010101" pitchFamily="49" charset="-122"/>
                <a:sym typeface="+mn-ea"/>
              </a:rPr>
              <a:t>，</a:t>
            </a:r>
            <a:r>
              <a:rPr kumimoji="1" lang="en-US" altLang="zh-CN" sz="2000" dirty="0" smtClean="0">
                <a:latin typeface="楷体" panose="02010609060101010101" pitchFamily="49" charset="-122"/>
                <a:ea typeface="楷体" panose="02010609060101010101" pitchFamily="49" charset="-122"/>
                <a:sym typeface="+mn-ea"/>
              </a:rPr>
              <a:t>1</a:t>
            </a:r>
            <a:r>
              <a:rPr kumimoji="1" lang="zh-CN" altLang="en-US" sz="2000" dirty="0" smtClean="0">
                <a:latin typeface="楷体" panose="02010609060101010101" pitchFamily="49" charset="-122"/>
                <a:ea typeface="楷体" panose="02010609060101010101" pitchFamily="49" charset="-122"/>
                <a:sym typeface="+mn-ea"/>
              </a:rPr>
              <a:t>：</a:t>
            </a:r>
            <a:r>
              <a:rPr kumimoji="1" lang="en-US" altLang="zh-CN" sz="2000" dirty="0" smtClean="0">
                <a:latin typeface="楷体" panose="02010609060101010101" pitchFamily="49" charset="-122"/>
                <a:ea typeface="楷体" panose="02010609060101010101" pitchFamily="49" charset="-122"/>
                <a:sym typeface="+mn-ea"/>
              </a:rPr>
              <a:t>2000</a:t>
            </a:r>
            <a:r>
              <a:rPr kumimoji="1" lang="zh-CN" altLang="en-US" sz="2000" dirty="0" smtClean="0">
                <a:latin typeface="楷体" panose="02010609060101010101" pitchFamily="49" charset="-122"/>
                <a:ea typeface="楷体" panose="02010609060101010101" pitchFamily="49" charset="-122"/>
                <a:sym typeface="+mn-ea"/>
              </a:rPr>
              <a:t>，</a:t>
            </a:r>
            <a:r>
              <a:rPr kumimoji="1" lang="en-US" altLang="zh-CN" sz="2000" dirty="0" smtClean="0">
                <a:latin typeface="楷体" panose="02010609060101010101" pitchFamily="49" charset="-122"/>
                <a:ea typeface="楷体" panose="02010609060101010101" pitchFamily="49" charset="-122"/>
                <a:sym typeface="+mn-ea"/>
              </a:rPr>
              <a:t>1</a:t>
            </a:r>
            <a:r>
              <a:rPr kumimoji="1" lang="zh-CN" altLang="en-US" sz="2000" dirty="0" smtClean="0">
                <a:latin typeface="楷体" panose="02010609060101010101" pitchFamily="49" charset="-122"/>
                <a:ea typeface="楷体" panose="02010609060101010101" pitchFamily="49" charset="-122"/>
                <a:sym typeface="+mn-ea"/>
              </a:rPr>
              <a:t>：</a:t>
            </a:r>
            <a:r>
              <a:rPr kumimoji="1" lang="en-US" altLang="zh-CN" sz="2000" dirty="0" smtClean="0">
                <a:latin typeface="楷体" panose="02010609060101010101" pitchFamily="49" charset="-122"/>
                <a:ea typeface="楷体" panose="02010609060101010101" pitchFamily="49" charset="-122"/>
                <a:sym typeface="+mn-ea"/>
              </a:rPr>
              <a:t>5000</a:t>
            </a:r>
            <a:r>
              <a:rPr kumimoji="1" lang="zh-CN" altLang="en-US" sz="2000" dirty="0" smtClean="0">
                <a:latin typeface="楷体" panose="02010609060101010101" pitchFamily="49" charset="-122"/>
                <a:ea typeface="楷体" panose="02010609060101010101" pitchFamily="49" charset="-122"/>
                <a:sym typeface="+mn-ea"/>
              </a:rPr>
              <a:t>，</a:t>
            </a:r>
            <a:r>
              <a:rPr kumimoji="1" lang="en-US" altLang="zh-CN" sz="2000" dirty="0" smtClean="0">
                <a:latin typeface="楷体" panose="02010609060101010101" pitchFamily="49" charset="-122"/>
                <a:ea typeface="楷体" panose="02010609060101010101" pitchFamily="49" charset="-122"/>
                <a:sym typeface="+mn-ea"/>
              </a:rPr>
              <a:t>1</a:t>
            </a:r>
            <a:r>
              <a:rPr kumimoji="1" lang="zh-CN" altLang="en-US" sz="2000" dirty="0" smtClean="0">
                <a:latin typeface="楷体" panose="02010609060101010101" pitchFamily="49" charset="-122"/>
                <a:ea typeface="楷体" panose="02010609060101010101" pitchFamily="49" charset="-122"/>
                <a:sym typeface="+mn-ea"/>
              </a:rPr>
              <a:t>：</a:t>
            </a:r>
            <a:r>
              <a:rPr kumimoji="1" lang="en-US" altLang="zh-CN" sz="2000" dirty="0" smtClean="0">
                <a:latin typeface="楷体" panose="02010609060101010101" pitchFamily="49" charset="-122"/>
                <a:ea typeface="楷体" panose="02010609060101010101" pitchFamily="49" charset="-122"/>
                <a:sym typeface="+mn-ea"/>
              </a:rPr>
              <a:t>10000</a:t>
            </a:r>
            <a:r>
              <a:rPr kumimoji="1" lang="zh-CN" altLang="en-US" sz="2000" dirty="0" smtClean="0">
                <a:latin typeface="楷体" panose="02010609060101010101" pitchFamily="49" charset="-122"/>
                <a:ea typeface="楷体" panose="02010609060101010101" pitchFamily="49" charset="-122"/>
                <a:sym typeface="+mn-ea"/>
              </a:rPr>
              <a:t>，</a:t>
            </a:r>
            <a:r>
              <a:rPr kumimoji="1" lang="en-US" altLang="zh-CN" sz="2000" dirty="0" smtClean="0">
                <a:latin typeface="楷体" panose="02010609060101010101" pitchFamily="49" charset="-122"/>
                <a:ea typeface="楷体" panose="02010609060101010101" pitchFamily="49" charset="-122"/>
                <a:sym typeface="+mn-ea"/>
              </a:rPr>
              <a:t>1</a:t>
            </a:r>
            <a:r>
              <a:rPr kumimoji="1" lang="zh-CN" altLang="en-US" sz="2000" dirty="0" smtClean="0">
                <a:latin typeface="楷体" panose="02010609060101010101" pitchFamily="49" charset="-122"/>
                <a:ea typeface="楷体" panose="02010609060101010101" pitchFamily="49" charset="-122"/>
                <a:sym typeface="+mn-ea"/>
              </a:rPr>
              <a:t>：</a:t>
            </a:r>
            <a:r>
              <a:rPr kumimoji="1" lang="en-US" altLang="zh-CN" sz="2000" dirty="0" smtClean="0">
                <a:latin typeface="楷体" panose="02010609060101010101" pitchFamily="49" charset="-122"/>
                <a:ea typeface="楷体" panose="02010609060101010101" pitchFamily="49" charset="-122"/>
                <a:sym typeface="+mn-ea"/>
              </a:rPr>
              <a:t>50000</a:t>
            </a:r>
            <a:r>
              <a:rPr kumimoji="1" lang="zh-CN" altLang="en-US" sz="2000" dirty="0" smtClean="0">
                <a:latin typeface="楷体" panose="02010609060101010101" pitchFamily="49" charset="-122"/>
                <a:ea typeface="楷体" panose="02010609060101010101" pitchFamily="49" charset="-122"/>
                <a:sym typeface="+mn-ea"/>
              </a:rPr>
              <a:t>等，应根据相关规范要求和工程实际情况选用</a:t>
            </a:r>
            <a:r>
              <a:rPr kumimoji="1" lang="zh-CN" altLang="en-US" sz="2000" dirty="0" smtClean="0">
                <a:solidFill>
                  <a:srgbClr val="FF0000"/>
                </a:solidFill>
                <a:latin typeface="楷体" panose="02010609060101010101" pitchFamily="49" charset="-122"/>
                <a:ea typeface="楷体" panose="02010609060101010101" pitchFamily="49" charset="-122"/>
                <a:sym typeface="+mn-ea"/>
              </a:rPr>
              <a:t>合适的比例（</a:t>
            </a:r>
            <a:r>
              <a:rPr kumimoji="1" lang="en-US" altLang="zh-CN" sz="2000" dirty="0" smtClean="0">
                <a:solidFill>
                  <a:srgbClr val="FF0000"/>
                </a:solidFill>
                <a:latin typeface="楷体" panose="02010609060101010101" pitchFamily="49" charset="-122"/>
                <a:ea typeface="楷体" panose="02010609060101010101" pitchFamily="49" charset="-122"/>
                <a:sym typeface="+mn-ea"/>
              </a:rPr>
              <a:t>1:75</a:t>
            </a:r>
            <a:r>
              <a:rPr kumimoji="1" lang="zh-CN" altLang="en-US" sz="2000" dirty="0" smtClean="0">
                <a:solidFill>
                  <a:srgbClr val="FF0000"/>
                </a:solidFill>
                <a:latin typeface="楷体" panose="02010609060101010101" pitchFamily="49" charset="-122"/>
                <a:ea typeface="楷体" panose="02010609060101010101" pitchFamily="49" charset="-122"/>
                <a:sym typeface="+mn-ea"/>
              </a:rPr>
              <a:t>）</a:t>
            </a:r>
            <a:endParaRPr kumimoji="1" lang="zh-CN" altLang="en-US" sz="2000" dirty="0" smtClean="0">
              <a:latin typeface="楷体" panose="02010609060101010101" pitchFamily="49" charset="-122"/>
              <a:ea typeface="楷体" panose="02010609060101010101" pitchFamily="49" charset="-122"/>
            </a:endParaRPr>
          </a:p>
          <a:p>
            <a:pPr indent="457200" eaLnBrk="0" hangingPunct="0">
              <a:lnSpc>
                <a:spcPct val="130000"/>
              </a:lnSpc>
              <a:buClr>
                <a:srgbClr val="00B050"/>
              </a:buClr>
            </a:pPr>
            <a:endParaRPr kumimoji="1" lang="zh-CN" altLang="en-US" sz="2000" dirty="0" smtClean="0">
              <a:latin typeface="楷体" panose="02010609060101010101" pitchFamily="49" charset="-122"/>
              <a:ea typeface="楷体" panose="02010609060101010101" pitchFamily="49" charset="-122"/>
            </a:endParaRPr>
          </a:p>
          <a:p>
            <a:pPr indent="457200" eaLnBrk="0" hangingPunct="0">
              <a:lnSpc>
                <a:spcPct val="130000"/>
              </a:lnSpc>
              <a:buClr>
                <a:srgbClr val="00B050"/>
              </a:buClr>
            </a:pPr>
            <a:r>
              <a:rPr kumimoji="1" lang="zh-CN" altLang="en-US" sz="2000" dirty="0" smtClean="0">
                <a:latin typeface="楷体" panose="02010609060101010101" pitchFamily="49" charset="-122"/>
                <a:ea typeface="楷体" panose="02010609060101010101" pitchFamily="49" charset="-122"/>
              </a:rPr>
              <a:t>③ 对于设备加固图及零部件加工图等图纸推荐的比例为：</a:t>
            </a:r>
            <a:r>
              <a:rPr kumimoji="1" lang="en-US" altLang="zh-CN" sz="2000" dirty="0" smtClean="0">
                <a:latin typeface="楷体" panose="02010609060101010101" pitchFamily="49" charset="-122"/>
                <a:ea typeface="楷体" panose="02010609060101010101" pitchFamily="49" charset="-122"/>
              </a:rPr>
              <a:t>1</a:t>
            </a:r>
            <a:r>
              <a:rPr kumimoji="1" lang="zh-CN" altLang="en-US" sz="2000" dirty="0" smtClean="0">
                <a:latin typeface="楷体" panose="02010609060101010101" pitchFamily="49" charset="-122"/>
                <a:ea typeface="楷体" panose="02010609060101010101" pitchFamily="49" charset="-122"/>
              </a:rPr>
              <a:t>：</a:t>
            </a:r>
            <a:r>
              <a:rPr kumimoji="1" lang="en-US" altLang="zh-CN" sz="2000" dirty="0" smtClean="0">
                <a:latin typeface="楷体" panose="02010609060101010101" pitchFamily="49" charset="-122"/>
                <a:ea typeface="楷体" panose="02010609060101010101" pitchFamily="49" charset="-122"/>
              </a:rPr>
              <a:t>2</a:t>
            </a:r>
            <a:r>
              <a:rPr kumimoji="1" lang="zh-CN" altLang="en-US" sz="2000" dirty="0" smtClean="0">
                <a:latin typeface="楷体" panose="02010609060101010101" pitchFamily="49" charset="-122"/>
                <a:ea typeface="楷体" panose="02010609060101010101" pitchFamily="49" charset="-122"/>
              </a:rPr>
              <a:t>，</a:t>
            </a:r>
            <a:r>
              <a:rPr kumimoji="1" lang="en-US" altLang="zh-CN" sz="2000" dirty="0" smtClean="0">
                <a:latin typeface="楷体" panose="02010609060101010101" pitchFamily="49" charset="-122"/>
                <a:ea typeface="楷体" panose="02010609060101010101" pitchFamily="49" charset="-122"/>
              </a:rPr>
              <a:t>1</a:t>
            </a:r>
            <a:r>
              <a:rPr kumimoji="1" lang="zh-CN" altLang="en-US" sz="2000" dirty="0" smtClean="0">
                <a:latin typeface="楷体" panose="02010609060101010101" pitchFamily="49" charset="-122"/>
                <a:ea typeface="楷体" panose="02010609060101010101" pitchFamily="49" charset="-122"/>
              </a:rPr>
              <a:t>：</a:t>
            </a:r>
            <a:r>
              <a:rPr kumimoji="1" lang="en-US" altLang="zh-CN" sz="2000" dirty="0" smtClean="0">
                <a:latin typeface="楷体" panose="02010609060101010101" pitchFamily="49" charset="-122"/>
                <a:ea typeface="楷体" panose="02010609060101010101" pitchFamily="49" charset="-122"/>
              </a:rPr>
              <a:t>4</a:t>
            </a:r>
            <a:r>
              <a:rPr kumimoji="1" lang="zh-CN" altLang="en-US" sz="2000" dirty="0" smtClean="0">
                <a:latin typeface="楷体" panose="02010609060101010101" pitchFamily="49" charset="-122"/>
                <a:ea typeface="楷体" panose="02010609060101010101" pitchFamily="49" charset="-122"/>
              </a:rPr>
              <a:t>等</a:t>
            </a:r>
            <a:endParaRPr kumimoji="1" lang="zh-CN" altLang="en-US" sz="2000" dirty="0" smtClean="0">
              <a:latin typeface="楷体" panose="02010609060101010101" pitchFamily="49" charset="-122"/>
              <a:ea typeface="楷体" panose="02010609060101010101" pitchFamily="49" charset="-122"/>
            </a:endParaRPr>
          </a:p>
          <a:p>
            <a:pPr indent="457200" eaLnBrk="0" hangingPunct="0">
              <a:lnSpc>
                <a:spcPct val="130000"/>
              </a:lnSpc>
              <a:buClr>
                <a:srgbClr val="00B050"/>
              </a:buClr>
            </a:pPr>
            <a:endParaRPr kumimoji="1" lang="zh-CN" altLang="en-US" sz="2000" dirty="0" smtClean="0">
              <a:latin typeface="楷体" panose="02010609060101010101" pitchFamily="49" charset="-122"/>
              <a:ea typeface="楷体" panose="02010609060101010101" pitchFamily="49" charset="-122"/>
            </a:endParaRPr>
          </a:p>
        </p:txBody>
      </p:sp>
      <p:sp>
        <p:nvSpPr>
          <p:cNvPr id="6" name="TextBox 6"/>
          <p:cNvSpPr txBox="1">
            <a:spLocks noChangeArrowheads="1"/>
          </p:cNvSpPr>
          <p:nvPr/>
        </p:nvSpPr>
        <p:spPr bwMode="auto">
          <a:xfrm>
            <a:off x="539750" y="123825"/>
            <a:ext cx="8604250" cy="4349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r>
              <a:rPr lang="en-US" altLang="zh-CN" sz="3200" b="1" dirty="0">
                <a:solidFill>
                  <a:schemeClr val="tx2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2</a:t>
            </a:r>
            <a:r>
              <a:rPr lang="zh-CN" altLang="en-US" sz="3200" b="1" dirty="0">
                <a:solidFill>
                  <a:schemeClr val="tx2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、通信工程制图的统一规定</a:t>
            </a:r>
            <a:endParaRPr lang="zh-CN" altLang="en-US" sz="3200" b="1" dirty="0">
              <a:solidFill>
                <a:schemeClr val="tx2"/>
              </a:solidFill>
              <a:latin typeface="华文新魏" panose="02010800040101010101" pitchFamily="2" charset="-122"/>
              <a:ea typeface="华文新魏" panose="02010800040101010101" pitchFamily="2" charset="-122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/>
    </mc:Choice>
    <mc:Fallback>
      <p:transition spd="slow"/>
    </mc:Fallback>
  </mc:AlternateContent>
  <p:timing>
    <p:tnLst>
      <p:par>
        <p:cTn id="1" dur="indefinite" restart="never" nodeType="tmRoot"/>
      </p:par>
    </p:tn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2035" name="Rectangle 3"/>
          <p:cNvSpPr>
            <a:spLocks noChangeArrowheads="1"/>
          </p:cNvSpPr>
          <p:nvPr/>
        </p:nvSpPr>
        <p:spPr bwMode="auto">
          <a:xfrm>
            <a:off x="251520" y="631134"/>
            <a:ext cx="3101280" cy="57246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/>
          <a:p>
            <a:pPr eaLnBrk="0" hangingPunct="0">
              <a:lnSpc>
                <a:spcPct val="130000"/>
              </a:lnSpc>
              <a:buClr>
                <a:srgbClr val="00B050"/>
              </a:buClr>
            </a:pPr>
            <a:r>
              <a:rPr kumimoji="1" lang="zh-CN" altLang="en-US" sz="2400" dirty="0">
                <a:solidFill>
                  <a:srgbClr val="0000FF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（</a:t>
            </a:r>
            <a:r>
              <a:rPr kumimoji="1" lang="en-US" altLang="zh-CN" sz="2400" dirty="0">
                <a:solidFill>
                  <a:srgbClr val="0000FF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3</a:t>
            </a:r>
            <a:r>
              <a:rPr kumimoji="1" lang="zh-CN" altLang="en-US" sz="2400" dirty="0">
                <a:solidFill>
                  <a:srgbClr val="0000FF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）图纸比例</a:t>
            </a:r>
            <a:endParaRPr kumimoji="1" lang="zh-CN" altLang="en-US" sz="2400" dirty="0">
              <a:solidFill>
                <a:srgbClr val="0000FF"/>
              </a:solidFill>
              <a:latin typeface="楷体" panose="02010609060101010101" pitchFamily="49" charset="-122"/>
              <a:ea typeface="楷体" panose="02010609060101010101" pitchFamily="49" charset="-122"/>
            </a:endParaRPr>
          </a:p>
        </p:txBody>
      </p:sp>
      <p:sp>
        <p:nvSpPr>
          <p:cNvPr id="172036" name="Rectangle 4"/>
          <p:cNvSpPr>
            <a:spLocks noChangeArrowheads="1"/>
          </p:cNvSpPr>
          <p:nvPr/>
        </p:nvSpPr>
        <p:spPr bwMode="auto">
          <a:xfrm>
            <a:off x="381000" y="1172210"/>
            <a:ext cx="8513445" cy="249174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/>
          <a:p>
            <a:pPr indent="457200" eaLnBrk="0" hangingPunct="0">
              <a:lnSpc>
                <a:spcPct val="130000"/>
              </a:lnSpc>
              <a:buClr>
                <a:srgbClr val="00B050"/>
              </a:buClr>
            </a:pPr>
            <a:r>
              <a:rPr kumimoji="1" lang="zh-CN" altLang="en-US" sz="2000" dirty="0" smtClean="0">
                <a:latin typeface="楷体" panose="02010609060101010101" pitchFamily="49" charset="-122"/>
                <a:ea typeface="楷体" panose="02010609060101010101" pitchFamily="49" charset="-122"/>
              </a:rPr>
              <a:t>④ 应根据图纸表达的内容深度和选用的图幅，选择合适的比例，并在图纸图衔相应栏目处标注</a:t>
            </a:r>
            <a:endParaRPr kumimoji="1" lang="zh-CN" altLang="en-US" sz="2000" dirty="0" smtClean="0">
              <a:latin typeface="楷体" panose="02010609060101010101" pitchFamily="49" charset="-122"/>
              <a:ea typeface="楷体" panose="02010609060101010101" pitchFamily="49" charset="-122"/>
            </a:endParaRPr>
          </a:p>
          <a:p>
            <a:pPr indent="457200" eaLnBrk="0" hangingPunct="0">
              <a:lnSpc>
                <a:spcPct val="130000"/>
              </a:lnSpc>
              <a:buClr>
                <a:srgbClr val="00B050"/>
              </a:buClr>
            </a:pPr>
            <a:endParaRPr kumimoji="1" lang="zh-CN" altLang="en-US" sz="2000" dirty="0" smtClean="0">
              <a:latin typeface="楷体" panose="02010609060101010101" pitchFamily="49" charset="-122"/>
              <a:ea typeface="楷体" panose="02010609060101010101" pitchFamily="49" charset="-122"/>
            </a:endParaRPr>
          </a:p>
          <a:p>
            <a:pPr indent="457200" eaLnBrk="0" hangingPunct="0">
              <a:lnSpc>
                <a:spcPct val="130000"/>
              </a:lnSpc>
              <a:buClr>
                <a:srgbClr val="00B050"/>
              </a:buClr>
            </a:pPr>
            <a:r>
              <a:rPr kumimoji="1" lang="zh-CN" altLang="en-US" sz="2000" dirty="0" smtClean="0">
                <a:latin typeface="楷体" panose="02010609060101010101" pitchFamily="49" charset="-122"/>
                <a:ea typeface="楷体" panose="02010609060101010101" pitchFamily="49" charset="-122"/>
              </a:rPr>
              <a:t>⑤ 对于通信线路工程、通信管道工程类的图纸，为了更方便地表达周围环境情况，可采用沿线路方向按一种比例，而周围环境的横向距离采用另外的比例，也可以示意性绘制</a:t>
            </a:r>
            <a:endParaRPr kumimoji="1" lang="zh-CN" altLang="en-US" sz="2000" dirty="0" smtClean="0">
              <a:latin typeface="楷体" panose="02010609060101010101" pitchFamily="49" charset="-122"/>
              <a:ea typeface="楷体" panose="02010609060101010101" pitchFamily="49" charset="-122"/>
            </a:endParaRPr>
          </a:p>
        </p:txBody>
      </p:sp>
      <p:sp>
        <p:nvSpPr>
          <p:cNvPr id="6" name="TextBox 6"/>
          <p:cNvSpPr txBox="1">
            <a:spLocks noChangeArrowheads="1"/>
          </p:cNvSpPr>
          <p:nvPr/>
        </p:nvSpPr>
        <p:spPr bwMode="auto">
          <a:xfrm>
            <a:off x="539750" y="123825"/>
            <a:ext cx="8604250" cy="4349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r>
              <a:rPr lang="en-US" altLang="zh-CN" sz="3200" b="1" dirty="0">
                <a:solidFill>
                  <a:schemeClr val="tx2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2</a:t>
            </a:r>
            <a:r>
              <a:rPr lang="zh-CN" altLang="en-US" sz="3200" b="1" dirty="0">
                <a:solidFill>
                  <a:schemeClr val="tx2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、通信工程制图的统一规定</a:t>
            </a:r>
            <a:endParaRPr lang="zh-CN" altLang="en-US" sz="3200" b="1" dirty="0">
              <a:solidFill>
                <a:schemeClr val="tx2"/>
              </a:solidFill>
              <a:latin typeface="华文新魏" panose="02010800040101010101" pitchFamily="2" charset="-122"/>
              <a:ea typeface="华文新魏" panose="02010800040101010101" pitchFamily="2" charset="-122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/>
    </mc:Choice>
    <mc:Fallback>
      <p:transition spd="slow"/>
    </mc:Fallback>
  </mc:AlternateContent>
  <p:timing>
    <p:tnLst>
      <p:par>
        <p:cTn id="1" dur="indefinite" restart="never" nodeType="tmRoot"/>
      </p:par>
    </p:tn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2035" name="Rectangle 3"/>
          <p:cNvSpPr>
            <a:spLocks noChangeArrowheads="1"/>
          </p:cNvSpPr>
          <p:nvPr/>
        </p:nvSpPr>
        <p:spPr bwMode="auto">
          <a:xfrm>
            <a:off x="251520" y="631134"/>
            <a:ext cx="3101280" cy="57246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/>
          <a:p>
            <a:pPr eaLnBrk="0" hangingPunct="0">
              <a:lnSpc>
                <a:spcPct val="130000"/>
              </a:lnSpc>
              <a:buClr>
                <a:srgbClr val="00B050"/>
              </a:buClr>
            </a:pPr>
            <a:r>
              <a:rPr kumimoji="1" lang="zh-CN" altLang="en-US" sz="2400" dirty="0">
                <a:solidFill>
                  <a:srgbClr val="0000FF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（</a:t>
            </a:r>
            <a:r>
              <a:rPr kumimoji="1" lang="en-US" altLang="zh-CN" sz="2400" dirty="0">
                <a:solidFill>
                  <a:srgbClr val="0000FF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3</a:t>
            </a:r>
            <a:r>
              <a:rPr kumimoji="1" lang="zh-CN" altLang="en-US" sz="2400" dirty="0">
                <a:solidFill>
                  <a:srgbClr val="0000FF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）图纸比例</a:t>
            </a:r>
            <a:endParaRPr kumimoji="1" lang="zh-CN" altLang="en-US" sz="2400" dirty="0">
              <a:solidFill>
                <a:srgbClr val="0000FF"/>
              </a:solidFill>
              <a:latin typeface="楷体" panose="02010609060101010101" pitchFamily="49" charset="-122"/>
              <a:ea typeface="楷体" panose="02010609060101010101" pitchFamily="49" charset="-122"/>
            </a:endParaRPr>
          </a:p>
        </p:txBody>
      </p:sp>
      <p:sp>
        <p:nvSpPr>
          <p:cNvPr id="6" name="TextBox 6"/>
          <p:cNvSpPr txBox="1">
            <a:spLocks noChangeArrowheads="1"/>
          </p:cNvSpPr>
          <p:nvPr/>
        </p:nvSpPr>
        <p:spPr bwMode="auto">
          <a:xfrm>
            <a:off x="539750" y="123825"/>
            <a:ext cx="8604250" cy="4349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r>
              <a:rPr lang="en-US" altLang="zh-CN" sz="3200" b="1" dirty="0">
                <a:solidFill>
                  <a:schemeClr val="tx2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2</a:t>
            </a:r>
            <a:r>
              <a:rPr lang="zh-CN" altLang="en-US" sz="3200" b="1" dirty="0">
                <a:solidFill>
                  <a:schemeClr val="tx2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、通信工程制图的统一规定</a:t>
            </a:r>
            <a:endParaRPr lang="zh-CN" altLang="en-US" sz="3200" b="1" dirty="0">
              <a:solidFill>
                <a:schemeClr val="tx2"/>
              </a:solidFill>
              <a:latin typeface="华文新魏" panose="02010800040101010101" pitchFamily="2" charset="-122"/>
              <a:ea typeface="华文新魏" panose="02010800040101010101" pitchFamily="2" charset="-122"/>
            </a:endParaRPr>
          </a:p>
        </p:txBody>
      </p:sp>
      <p:pic>
        <p:nvPicPr>
          <p:cNvPr id="2" name="图片 1" descr="比例2"/>
          <p:cNvPicPr>
            <a:picLocks noChangeAspect="1"/>
          </p:cNvPicPr>
          <p:nvPr/>
        </p:nvPicPr>
        <p:blipFill>
          <a:blip r:embed="rId1"/>
          <a:srcRect t="10802" r="2352" b="10802"/>
          <a:stretch>
            <a:fillRect/>
          </a:stretch>
        </p:blipFill>
        <p:spPr>
          <a:xfrm>
            <a:off x="2195830" y="1131570"/>
            <a:ext cx="6459220" cy="3889375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/>
    </mc:Choice>
    <mc:Fallback>
      <p:transition spd="slow"/>
    </mc:Fallback>
  </mc:AlternateContent>
  <p:timing>
    <p:tnLst>
      <p:par>
        <p:cTn id="1" dur="indefinite" restart="never" nodeType="tmRoot"/>
      </p:par>
    </p:tnLst>
  </p:timing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2035" name="Rectangle 3"/>
          <p:cNvSpPr>
            <a:spLocks noChangeArrowheads="1"/>
          </p:cNvSpPr>
          <p:nvPr/>
        </p:nvSpPr>
        <p:spPr bwMode="auto">
          <a:xfrm>
            <a:off x="251520" y="631134"/>
            <a:ext cx="3101280" cy="57086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/>
          <a:p>
            <a:pPr eaLnBrk="0" hangingPunct="0">
              <a:lnSpc>
                <a:spcPct val="130000"/>
              </a:lnSpc>
              <a:buClr>
                <a:srgbClr val="00B050"/>
              </a:buClr>
            </a:pPr>
            <a:r>
              <a:rPr kumimoji="1" lang="zh-CN" altLang="en-US" sz="2400" dirty="0">
                <a:solidFill>
                  <a:srgbClr val="0000FF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（</a:t>
            </a:r>
            <a:r>
              <a:rPr kumimoji="1" lang="en-US" altLang="zh-CN" sz="2400" dirty="0">
                <a:solidFill>
                  <a:srgbClr val="0000FF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3</a:t>
            </a:r>
            <a:r>
              <a:rPr kumimoji="1" lang="zh-CN" altLang="en-US" sz="2400" dirty="0">
                <a:solidFill>
                  <a:srgbClr val="0000FF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）图纸比例</a:t>
            </a:r>
            <a:r>
              <a:rPr kumimoji="1" lang="zh-CN" altLang="en-US" sz="2400" dirty="0">
                <a:solidFill>
                  <a:srgbClr val="0000FF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小结</a:t>
            </a:r>
            <a:endParaRPr kumimoji="1" lang="zh-CN" altLang="en-US" sz="2400" dirty="0">
              <a:solidFill>
                <a:srgbClr val="0000FF"/>
              </a:solidFill>
              <a:latin typeface="楷体" panose="02010609060101010101" pitchFamily="49" charset="-122"/>
              <a:ea typeface="楷体" panose="02010609060101010101" pitchFamily="49" charset="-122"/>
            </a:endParaRPr>
          </a:p>
        </p:txBody>
      </p:sp>
      <p:sp>
        <p:nvSpPr>
          <p:cNvPr id="6" name="TextBox 6"/>
          <p:cNvSpPr txBox="1">
            <a:spLocks noChangeArrowheads="1"/>
          </p:cNvSpPr>
          <p:nvPr/>
        </p:nvSpPr>
        <p:spPr bwMode="auto">
          <a:xfrm>
            <a:off x="539750" y="123825"/>
            <a:ext cx="8604250" cy="4349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r>
              <a:rPr lang="en-US" altLang="zh-CN" sz="3200" b="1" dirty="0">
                <a:solidFill>
                  <a:schemeClr val="tx2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2</a:t>
            </a:r>
            <a:r>
              <a:rPr lang="zh-CN" altLang="en-US" sz="3200" b="1" dirty="0">
                <a:solidFill>
                  <a:schemeClr val="tx2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、通信工程制图的统一规定</a:t>
            </a:r>
            <a:endParaRPr lang="zh-CN" altLang="en-US" sz="3200" b="1" dirty="0">
              <a:solidFill>
                <a:schemeClr val="tx2"/>
              </a:solidFill>
              <a:latin typeface="华文新魏" panose="02010800040101010101" pitchFamily="2" charset="-122"/>
              <a:ea typeface="华文新魏" panose="02010800040101010101" pitchFamily="2" charset="-122"/>
            </a:endParaRPr>
          </a:p>
        </p:txBody>
      </p:sp>
      <p:pic>
        <p:nvPicPr>
          <p:cNvPr id="3" name="图片 2"/>
          <p:cNvPicPr>
            <a:picLocks noChangeAspect="1"/>
          </p:cNvPicPr>
          <p:nvPr/>
        </p:nvPicPr>
        <p:blipFill>
          <a:blip r:embed="rId1"/>
          <a:srcRect t="15562"/>
          <a:stretch>
            <a:fillRect/>
          </a:stretch>
        </p:blipFill>
        <p:spPr>
          <a:xfrm>
            <a:off x="1776730" y="1419225"/>
            <a:ext cx="5590540" cy="2508250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/>
    </mc:Choice>
    <mc:Fallback>
      <p:transition spd="slow"/>
    </mc:Fallback>
  </mc:AlternateContent>
  <p:timing>
    <p:tnLst>
      <p:par>
        <p:cTn id="1" dur="indefinite" restart="never" nodeType="tmRoot"/>
      </p:par>
    </p:tnLst>
  </p:timing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9986" name="Rectangle 2"/>
          <p:cNvSpPr>
            <a:spLocks noChangeArrowheads="1"/>
          </p:cNvSpPr>
          <p:nvPr/>
        </p:nvSpPr>
        <p:spPr bwMode="auto">
          <a:xfrm>
            <a:off x="266348" y="627534"/>
            <a:ext cx="2949575" cy="50436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/>
          <a:p>
            <a:pPr eaLnBrk="0" hangingPunct="0">
              <a:lnSpc>
                <a:spcPct val="130000"/>
              </a:lnSpc>
              <a:buClr>
                <a:srgbClr val="00B050"/>
              </a:buClr>
            </a:pPr>
            <a:r>
              <a:rPr kumimoji="1" lang="zh-CN" altLang="en-US" sz="2400" dirty="0">
                <a:solidFill>
                  <a:srgbClr val="0000FF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（</a:t>
            </a:r>
            <a:r>
              <a:rPr kumimoji="1" lang="en-US" altLang="zh-CN" sz="2400" dirty="0">
                <a:solidFill>
                  <a:srgbClr val="0000FF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4</a:t>
            </a:r>
            <a:r>
              <a:rPr kumimoji="1" lang="zh-CN" altLang="en-US" sz="2400" dirty="0">
                <a:solidFill>
                  <a:srgbClr val="0000FF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）尺寸标注</a:t>
            </a:r>
            <a:endParaRPr kumimoji="1" lang="zh-CN" altLang="en-US" sz="2400" dirty="0">
              <a:solidFill>
                <a:srgbClr val="0000FF"/>
              </a:solidFill>
              <a:latin typeface="楷体" panose="02010609060101010101" pitchFamily="49" charset="-122"/>
              <a:ea typeface="楷体" panose="02010609060101010101" pitchFamily="49" charset="-122"/>
            </a:endParaRPr>
          </a:p>
        </p:txBody>
      </p:sp>
      <p:sp>
        <p:nvSpPr>
          <p:cNvPr id="169987" name="Rectangle 3"/>
          <p:cNvSpPr>
            <a:spLocks noChangeArrowheads="1"/>
          </p:cNvSpPr>
          <p:nvPr/>
        </p:nvSpPr>
        <p:spPr bwMode="auto">
          <a:xfrm>
            <a:off x="553198" y="1143950"/>
            <a:ext cx="8411290" cy="209169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/>
          <a:p>
            <a:pPr indent="457200" eaLnBrk="0" hangingPunct="0">
              <a:lnSpc>
                <a:spcPct val="130000"/>
              </a:lnSpc>
              <a:buClr>
                <a:srgbClr val="00B050"/>
              </a:buClr>
            </a:pPr>
            <a:r>
              <a:rPr kumimoji="1" lang="zh-CN" altLang="en-US" sz="2000" dirty="0" smtClean="0">
                <a:latin typeface="楷体" panose="02010609060101010101" pitchFamily="49" charset="-122"/>
                <a:ea typeface="楷体" panose="02010609060101010101" pitchFamily="49" charset="-122"/>
              </a:rPr>
              <a:t>① </a:t>
            </a:r>
            <a:r>
              <a:rPr kumimoji="1" lang="zh-CN" altLang="en-US" sz="2000" dirty="0">
                <a:latin typeface="楷体" panose="02010609060101010101" pitchFamily="49" charset="-122"/>
                <a:ea typeface="楷体" panose="02010609060101010101" pitchFamily="49" charset="-122"/>
              </a:rPr>
              <a:t>一个完整的尺寸标注应由</a:t>
            </a:r>
            <a:r>
              <a:rPr kumimoji="1" lang="zh-CN" altLang="en-US" sz="2000" dirty="0">
                <a:solidFill>
                  <a:srgbClr val="FF0000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尺寸数字、尺寸界线、尺寸线及其终端</a:t>
            </a:r>
            <a:r>
              <a:rPr kumimoji="1" lang="zh-CN" altLang="en-US" sz="2000" dirty="0">
                <a:latin typeface="楷体" panose="02010609060101010101" pitchFamily="49" charset="-122"/>
                <a:ea typeface="楷体" panose="02010609060101010101" pitchFamily="49" charset="-122"/>
              </a:rPr>
              <a:t>等组成。</a:t>
            </a:r>
            <a:endParaRPr kumimoji="1" lang="zh-CN" altLang="en-US" sz="2000" dirty="0">
              <a:latin typeface="楷体" panose="02010609060101010101" pitchFamily="49" charset="-122"/>
              <a:ea typeface="楷体" panose="02010609060101010101" pitchFamily="49" charset="-122"/>
            </a:endParaRPr>
          </a:p>
          <a:p>
            <a:pPr indent="457200" eaLnBrk="0" hangingPunct="0">
              <a:lnSpc>
                <a:spcPct val="130000"/>
              </a:lnSpc>
              <a:buClr>
                <a:srgbClr val="00B050"/>
              </a:buClr>
            </a:pPr>
            <a:endParaRPr kumimoji="1" lang="en-US" altLang="zh-CN" sz="2000" dirty="0" smtClean="0">
              <a:latin typeface="楷体" panose="02010609060101010101" pitchFamily="49" charset="-122"/>
              <a:ea typeface="楷体" panose="02010609060101010101" pitchFamily="49" charset="-122"/>
            </a:endParaRPr>
          </a:p>
          <a:p>
            <a:pPr indent="457200" eaLnBrk="0" hangingPunct="0">
              <a:lnSpc>
                <a:spcPct val="130000"/>
              </a:lnSpc>
              <a:buClr>
                <a:srgbClr val="00B050"/>
              </a:buClr>
            </a:pPr>
            <a:endParaRPr kumimoji="1" lang="en-US" altLang="zh-CN" sz="2000" dirty="0" smtClean="0">
              <a:latin typeface="楷体" panose="02010609060101010101" pitchFamily="49" charset="-122"/>
              <a:ea typeface="楷体" panose="02010609060101010101" pitchFamily="49" charset="-122"/>
            </a:endParaRPr>
          </a:p>
          <a:p>
            <a:pPr indent="457200" eaLnBrk="0" hangingPunct="0">
              <a:lnSpc>
                <a:spcPct val="130000"/>
              </a:lnSpc>
              <a:buClr>
                <a:srgbClr val="00B050"/>
              </a:buClr>
            </a:pPr>
            <a:endParaRPr kumimoji="1" lang="en-US" altLang="zh-CN" sz="2000" dirty="0" smtClean="0">
              <a:latin typeface="楷体" panose="02010609060101010101" pitchFamily="49" charset="-122"/>
              <a:ea typeface="楷体" panose="02010609060101010101" pitchFamily="49" charset="-122"/>
            </a:endParaRPr>
          </a:p>
        </p:txBody>
      </p:sp>
      <p:sp>
        <p:nvSpPr>
          <p:cNvPr id="169988" name="Rectangle 4"/>
          <p:cNvSpPr>
            <a:spLocks noChangeArrowheads="1"/>
          </p:cNvSpPr>
          <p:nvPr/>
        </p:nvSpPr>
        <p:spPr bwMode="auto">
          <a:xfrm>
            <a:off x="539751" y="2372090"/>
            <a:ext cx="8208963" cy="49244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/>
          <a:p>
            <a:pPr indent="457200" eaLnBrk="0" hangingPunct="0">
              <a:lnSpc>
                <a:spcPct val="130000"/>
              </a:lnSpc>
              <a:buClr>
                <a:srgbClr val="00B050"/>
              </a:buClr>
            </a:pPr>
            <a:r>
              <a:rPr kumimoji="1" lang="zh-CN" altLang="en-US" sz="2000" dirty="0">
                <a:latin typeface="楷体" panose="02010609060101010101" pitchFamily="49" charset="-122"/>
                <a:ea typeface="楷体" panose="02010609060101010101" pitchFamily="49" charset="-122"/>
              </a:rPr>
              <a:t>    </a:t>
            </a:r>
            <a:endParaRPr kumimoji="1" lang="zh-CN" altLang="en-US" sz="2000" dirty="0">
              <a:latin typeface="楷体" panose="02010609060101010101" pitchFamily="49" charset="-122"/>
              <a:ea typeface="楷体" panose="02010609060101010101" pitchFamily="49" charset="-122"/>
            </a:endParaRPr>
          </a:p>
        </p:txBody>
      </p:sp>
      <p:sp>
        <p:nvSpPr>
          <p:cNvPr id="7" name="TextBox 6"/>
          <p:cNvSpPr txBox="1">
            <a:spLocks noChangeArrowheads="1"/>
          </p:cNvSpPr>
          <p:nvPr/>
        </p:nvSpPr>
        <p:spPr bwMode="auto">
          <a:xfrm>
            <a:off x="539750" y="123825"/>
            <a:ext cx="8604250" cy="4349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r>
              <a:rPr lang="en-US" altLang="zh-CN" sz="3200" b="1" dirty="0">
                <a:solidFill>
                  <a:schemeClr val="tx2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2</a:t>
            </a:r>
            <a:r>
              <a:rPr lang="zh-CN" altLang="en-US" sz="3200" b="1" dirty="0">
                <a:solidFill>
                  <a:schemeClr val="tx2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、通信工程制图的统一规定</a:t>
            </a:r>
            <a:endParaRPr lang="zh-CN" altLang="en-US" sz="3200" b="1" dirty="0">
              <a:solidFill>
                <a:schemeClr val="tx2"/>
              </a:solidFill>
              <a:latin typeface="华文新魏" panose="02010800040101010101" pitchFamily="2" charset="-122"/>
              <a:ea typeface="华文新魏" panose="02010800040101010101" pitchFamily="2" charset="-122"/>
            </a:endParaRPr>
          </a:p>
        </p:txBody>
      </p:sp>
      <p:pic>
        <p:nvPicPr>
          <p:cNvPr id="2" name="图片 1"/>
          <p:cNvPicPr>
            <a:picLocks noChangeAspect="1"/>
          </p:cNvPicPr>
          <p:nvPr/>
        </p:nvPicPr>
        <p:blipFill>
          <a:blip r:embed="rId1"/>
          <a:srcRect l="1518" t="15312" b="6589"/>
          <a:stretch>
            <a:fillRect/>
          </a:stretch>
        </p:blipFill>
        <p:spPr>
          <a:xfrm>
            <a:off x="2052320" y="2139315"/>
            <a:ext cx="4759960" cy="1861820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/>
    </mc:Choice>
    <mc:Fallback>
      <p:transition spd="slow"/>
    </mc:Fallback>
  </mc:AlternateContent>
  <p:timing>
    <p:tnLst>
      <p:par>
        <p:cTn id="1" dur="indefinite" restart="never" nodeType="tmRoot"/>
      </p:par>
    </p:tnLst>
  </p:timing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9986" name="Rectangle 2"/>
          <p:cNvSpPr>
            <a:spLocks noChangeArrowheads="1"/>
          </p:cNvSpPr>
          <p:nvPr/>
        </p:nvSpPr>
        <p:spPr bwMode="auto">
          <a:xfrm>
            <a:off x="266348" y="627534"/>
            <a:ext cx="2949575" cy="50436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/>
          <a:p>
            <a:pPr eaLnBrk="0" hangingPunct="0">
              <a:lnSpc>
                <a:spcPct val="130000"/>
              </a:lnSpc>
              <a:buClr>
                <a:srgbClr val="00B050"/>
              </a:buClr>
            </a:pPr>
            <a:r>
              <a:rPr kumimoji="1" lang="zh-CN" altLang="en-US" sz="2400" dirty="0">
                <a:solidFill>
                  <a:srgbClr val="0000FF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（</a:t>
            </a:r>
            <a:r>
              <a:rPr kumimoji="1" lang="en-US" altLang="zh-CN" sz="2400" dirty="0">
                <a:solidFill>
                  <a:srgbClr val="0000FF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4</a:t>
            </a:r>
            <a:r>
              <a:rPr kumimoji="1" lang="zh-CN" altLang="en-US" sz="2400" dirty="0">
                <a:solidFill>
                  <a:srgbClr val="0000FF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）尺寸标注</a:t>
            </a:r>
            <a:endParaRPr kumimoji="1" lang="zh-CN" altLang="en-US" sz="2400" dirty="0">
              <a:solidFill>
                <a:srgbClr val="0000FF"/>
              </a:solidFill>
              <a:latin typeface="楷体" panose="02010609060101010101" pitchFamily="49" charset="-122"/>
              <a:ea typeface="楷体" panose="02010609060101010101" pitchFamily="49" charset="-122"/>
            </a:endParaRPr>
          </a:p>
        </p:txBody>
      </p:sp>
      <p:sp>
        <p:nvSpPr>
          <p:cNvPr id="169987" name="Rectangle 3"/>
          <p:cNvSpPr>
            <a:spLocks noChangeArrowheads="1"/>
          </p:cNvSpPr>
          <p:nvPr/>
        </p:nvSpPr>
        <p:spPr bwMode="auto">
          <a:xfrm>
            <a:off x="553198" y="1143950"/>
            <a:ext cx="8411290" cy="289179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/>
          <a:p>
            <a:pPr indent="457200" eaLnBrk="0" hangingPunct="0">
              <a:lnSpc>
                <a:spcPct val="130000"/>
              </a:lnSpc>
              <a:buClr>
                <a:srgbClr val="00B050"/>
              </a:buClr>
            </a:pPr>
            <a:r>
              <a:rPr kumimoji="1" lang="zh-CN" altLang="en-US" sz="2000" dirty="0" smtClean="0">
                <a:latin typeface="楷体" panose="02010609060101010101" pitchFamily="49" charset="-122"/>
                <a:ea typeface="楷体" panose="02010609060101010101" pitchFamily="49" charset="-122"/>
              </a:rPr>
              <a:t>② </a:t>
            </a:r>
            <a:r>
              <a:rPr kumimoji="1" lang="zh-CN" altLang="en-US" sz="2000" dirty="0">
                <a:latin typeface="楷体" panose="02010609060101010101" pitchFamily="49" charset="-122"/>
                <a:ea typeface="楷体" panose="02010609060101010101" pitchFamily="49" charset="-122"/>
              </a:rPr>
              <a:t>图中的</a:t>
            </a:r>
            <a:r>
              <a:rPr kumimoji="1" lang="zh-CN" altLang="en-US" sz="2000" dirty="0">
                <a:solidFill>
                  <a:srgbClr val="FF0000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尺寸数字</a:t>
            </a:r>
            <a:r>
              <a:rPr kumimoji="1" lang="zh-CN" altLang="en-US" sz="2000" dirty="0">
                <a:latin typeface="楷体" panose="02010609060101010101" pitchFamily="49" charset="-122"/>
                <a:ea typeface="楷体" panose="02010609060101010101" pitchFamily="49" charset="-122"/>
              </a:rPr>
              <a:t>，一般应注写在尺寸线的上方或左侧，也允许注写在尺寸线的中断处，但同一张图样上注法尽量一致</a:t>
            </a:r>
            <a:r>
              <a:rPr kumimoji="1" lang="zh-CN" altLang="en-US" sz="2000" dirty="0" smtClean="0">
                <a:latin typeface="楷体" panose="02010609060101010101" pitchFamily="49" charset="-122"/>
                <a:ea typeface="楷体" panose="02010609060101010101" pitchFamily="49" charset="-122"/>
              </a:rPr>
              <a:t>。</a:t>
            </a:r>
            <a:endParaRPr kumimoji="1" lang="zh-CN" altLang="en-US" sz="2000" dirty="0" smtClean="0">
              <a:latin typeface="楷体" panose="02010609060101010101" pitchFamily="49" charset="-122"/>
              <a:ea typeface="楷体" panose="02010609060101010101" pitchFamily="49" charset="-122"/>
            </a:endParaRPr>
          </a:p>
          <a:p>
            <a:pPr indent="457200" eaLnBrk="0" hangingPunct="0">
              <a:lnSpc>
                <a:spcPct val="130000"/>
              </a:lnSpc>
              <a:buClr>
                <a:srgbClr val="00B050"/>
              </a:buClr>
            </a:pPr>
            <a:endParaRPr kumimoji="1" lang="zh-CN" altLang="en-US" sz="2000" dirty="0" smtClean="0">
              <a:latin typeface="楷体" panose="02010609060101010101" pitchFamily="49" charset="-122"/>
              <a:ea typeface="楷体" panose="02010609060101010101" pitchFamily="49" charset="-122"/>
            </a:endParaRPr>
          </a:p>
          <a:p>
            <a:pPr indent="457200" eaLnBrk="0" hangingPunct="0">
              <a:lnSpc>
                <a:spcPct val="130000"/>
              </a:lnSpc>
              <a:buClr>
                <a:srgbClr val="00B050"/>
              </a:buClr>
            </a:pPr>
            <a:endParaRPr kumimoji="1" lang="en-US" altLang="zh-CN" sz="2000" dirty="0" smtClean="0">
              <a:latin typeface="楷体" panose="02010609060101010101" pitchFamily="49" charset="-122"/>
              <a:ea typeface="楷体" panose="02010609060101010101" pitchFamily="49" charset="-122"/>
            </a:endParaRPr>
          </a:p>
          <a:p>
            <a:pPr indent="457200" eaLnBrk="0" hangingPunct="0">
              <a:lnSpc>
                <a:spcPct val="130000"/>
              </a:lnSpc>
              <a:buClr>
                <a:srgbClr val="00B050"/>
              </a:buClr>
            </a:pPr>
            <a:endParaRPr kumimoji="1" lang="en-US" altLang="zh-CN" sz="2000" dirty="0" smtClean="0">
              <a:latin typeface="楷体" panose="02010609060101010101" pitchFamily="49" charset="-122"/>
              <a:ea typeface="楷体" panose="02010609060101010101" pitchFamily="49" charset="-122"/>
            </a:endParaRPr>
          </a:p>
          <a:p>
            <a:pPr indent="457200" eaLnBrk="0" hangingPunct="0">
              <a:lnSpc>
                <a:spcPct val="130000"/>
              </a:lnSpc>
              <a:buClr>
                <a:srgbClr val="00B050"/>
              </a:buClr>
            </a:pPr>
            <a:endParaRPr kumimoji="1" lang="en-US" altLang="zh-CN" sz="2000" dirty="0" smtClean="0">
              <a:latin typeface="楷体" panose="02010609060101010101" pitchFamily="49" charset="-122"/>
              <a:ea typeface="楷体" panose="02010609060101010101" pitchFamily="49" charset="-122"/>
            </a:endParaRPr>
          </a:p>
          <a:p>
            <a:pPr indent="457200" eaLnBrk="0" hangingPunct="0">
              <a:lnSpc>
                <a:spcPct val="130000"/>
              </a:lnSpc>
              <a:buClr>
                <a:srgbClr val="00B050"/>
              </a:buClr>
            </a:pPr>
            <a:endParaRPr kumimoji="1" lang="zh-CN" altLang="en-US" sz="2000" dirty="0" smtClean="0">
              <a:latin typeface="楷体" panose="02010609060101010101" pitchFamily="49" charset="-122"/>
              <a:ea typeface="楷体" panose="02010609060101010101" pitchFamily="49" charset="-122"/>
            </a:endParaRPr>
          </a:p>
        </p:txBody>
      </p:sp>
      <p:sp>
        <p:nvSpPr>
          <p:cNvPr id="169988" name="Rectangle 4"/>
          <p:cNvSpPr>
            <a:spLocks noChangeArrowheads="1"/>
          </p:cNvSpPr>
          <p:nvPr/>
        </p:nvSpPr>
        <p:spPr bwMode="auto">
          <a:xfrm>
            <a:off x="539751" y="2372090"/>
            <a:ext cx="8208963" cy="49244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/>
          <a:p>
            <a:pPr indent="457200" eaLnBrk="0" hangingPunct="0">
              <a:lnSpc>
                <a:spcPct val="130000"/>
              </a:lnSpc>
              <a:buClr>
                <a:srgbClr val="00B050"/>
              </a:buClr>
            </a:pPr>
            <a:r>
              <a:rPr kumimoji="1" lang="zh-CN" altLang="en-US" sz="2000" dirty="0">
                <a:latin typeface="楷体" panose="02010609060101010101" pitchFamily="49" charset="-122"/>
                <a:ea typeface="楷体" panose="02010609060101010101" pitchFamily="49" charset="-122"/>
              </a:rPr>
              <a:t>    </a:t>
            </a:r>
            <a:endParaRPr kumimoji="1" lang="zh-CN" altLang="en-US" sz="2000" dirty="0">
              <a:latin typeface="楷体" panose="02010609060101010101" pitchFamily="49" charset="-122"/>
              <a:ea typeface="楷体" panose="02010609060101010101" pitchFamily="49" charset="-122"/>
            </a:endParaRPr>
          </a:p>
        </p:txBody>
      </p:sp>
      <p:sp>
        <p:nvSpPr>
          <p:cNvPr id="7" name="TextBox 6"/>
          <p:cNvSpPr txBox="1">
            <a:spLocks noChangeArrowheads="1"/>
          </p:cNvSpPr>
          <p:nvPr/>
        </p:nvSpPr>
        <p:spPr bwMode="auto">
          <a:xfrm>
            <a:off x="539750" y="123825"/>
            <a:ext cx="8604250" cy="4349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r>
              <a:rPr lang="en-US" altLang="zh-CN" sz="3200" b="1" dirty="0">
                <a:solidFill>
                  <a:schemeClr val="tx2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2</a:t>
            </a:r>
            <a:r>
              <a:rPr lang="zh-CN" altLang="en-US" sz="3200" b="1" dirty="0">
                <a:solidFill>
                  <a:schemeClr val="tx2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、通信工程制图的统一规定</a:t>
            </a:r>
            <a:endParaRPr lang="zh-CN" altLang="en-US" sz="3200" b="1" dirty="0">
              <a:solidFill>
                <a:schemeClr val="tx2"/>
              </a:solidFill>
              <a:latin typeface="华文新魏" panose="02010800040101010101" pitchFamily="2" charset="-122"/>
              <a:ea typeface="华文新魏" panose="02010800040101010101" pitchFamily="2" charset="-122"/>
            </a:endParaRPr>
          </a:p>
        </p:txBody>
      </p:sp>
      <p:pic>
        <p:nvPicPr>
          <p:cNvPr id="2" name="图片 1"/>
          <p:cNvPicPr>
            <a:picLocks noChangeAspect="1"/>
          </p:cNvPicPr>
          <p:nvPr/>
        </p:nvPicPr>
        <p:blipFill>
          <a:blip r:embed="rId1"/>
          <a:srcRect r="5042" b="19328"/>
          <a:stretch>
            <a:fillRect/>
          </a:stretch>
        </p:blipFill>
        <p:spPr>
          <a:xfrm>
            <a:off x="1188085" y="2211705"/>
            <a:ext cx="6541135" cy="1905635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/>
    </mc:Choice>
    <mc:Fallback>
      <p:transition spd="slow"/>
    </mc:Fallback>
  </mc:AlternateContent>
  <p:timing>
    <p:tnLst>
      <p:par>
        <p:cTn id="1" dur="indefinite" restart="never" nodeType="tmRoot"/>
      </p:par>
    </p:tnLst>
  </p:timing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9986" name="Rectangle 2"/>
          <p:cNvSpPr>
            <a:spLocks noChangeArrowheads="1"/>
          </p:cNvSpPr>
          <p:nvPr/>
        </p:nvSpPr>
        <p:spPr bwMode="auto">
          <a:xfrm>
            <a:off x="266348" y="627534"/>
            <a:ext cx="2949575" cy="50436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/>
          <a:p>
            <a:pPr eaLnBrk="0" hangingPunct="0">
              <a:lnSpc>
                <a:spcPct val="130000"/>
              </a:lnSpc>
              <a:buClr>
                <a:srgbClr val="00B050"/>
              </a:buClr>
            </a:pPr>
            <a:r>
              <a:rPr kumimoji="1" lang="zh-CN" altLang="en-US" sz="2400" dirty="0">
                <a:solidFill>
                  <a:srgbClr val="0000FF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（</a:t>
            </a:r>
            <a:r>
              <a:rPr kumimoji="1" lang="en-US" altLang="zh-CN" sz="2400" dirty="0">
                <a:solidFill>
                  <a:srgbClr val="0000FF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4</a:t>
            </a:r>
            <a:r>
              <a:rPr kumimoji="1" lang="zh-CN" altLang="en-US" sz="2400" dirty="0">
                <a:solidFill>
                  <a:srgbClr val="0000FF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）尺寸标注</a:t>
            </a:r>
            <a:endParaRPr kumimoji="1" lang="zh-CN" altLang="en-US" sz="2400" dirty="0">
              <a:solidFill>
                <a:srgbClr val="0000FF"/>
              </a:solidFill>
              <a:latin typeface="楷体" panose="02010609060101010101" pitchFamily="49" charset="-122"/>
              <a:ea typeface="楷体" panose="02010609060101010101" pitchFamily="49" charset="-122"/>
            </a:endParaRPr>
          </a:p>
        </p:txBody>
      </p:sp>
      <p:sp>
        <p:nvSpPr>
          <p:cNvPr id="169987" name="Rectangle 3"/>
          <p:cNvSpPr>
            <a:spLocks noChangeArrowheads="1"/>
          </p:cNvSpPr>
          <p:nvPr/>
        </p:nvSpPr>
        <p:spPr bwMode="auto">
          <a:xfrm>
            <a:off x="553198" y="1143950"/>
            <a:ext cx="8411290" cy="289179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/>
          <a:p>
            <a:pPr indent="457200" eaLnBrk="0" hangingPunct="0">
              <a:lnSpc>
                <a:spcPct val="130000"/>
              </a:lnSpc>
              <a:buClr>
                <a:srgbClr val="00B050"/>
              </a:buClr>
            </a:pPr>
            <a:r>
              <a:rPr kumimoji="1" lang="zh-CN" altLang="en-US" sz="2000" dirty="0" smtClean="0">
                <a:latin typeface="楷体" panose="02010609060101010101" pitchFamily="49" charset="-122"/>
                <a:ea typeface="楷体" panose="02010609060101010101" pitchFamily="49" charset="-122"/>
              </a:rPr>
              <a:t>② 对有角度的非水平方向的图线，其数字可以顺</a:t>
            </a:r>
            <a:r>
              <a:rPr kumimoji="1" lang="zh-CN" altLang="en-US" sz="2000" dirty="0" smtClean="0">
                <a:solidFill>
                  <a:srgbClr val="FF0000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尺寸线标注在尺寸线的中断处</a:t>
            </a:r>
            <a:r>
              <a:rPr kumimoji="1" lang="zh-CN" altLang="en-US" sz="2000" dirty="0" smtClean="0">
                <a:latin typeface="楷体" panose="02010609060101010101" pitchFamily="49" charset="-122"/>
                <a:ea typeface="楷体" panose="02010609060101010101" pitchFamily="49" charset="-122"/>
              </a:rPr>
              <a:t>，数字标注与尺寸线垂直，且字头</a:t>
            </a:r>
            <a:r>
              <a:rPr kumimoji="1" lang="zh-CN" altLang="en-US" sz="2000" dirty="0" smtClean="0">
                <a:solidFill>
                  <a:srgbClr val="FF0000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朝斜上方</a:t>
            </a:r>
            <a:r>
              <a:rPr kumimoji="1" lang="zh-CN" altLang="en-US" sz="2000" dirty="0" smtClean="0">
                <a:latin typeface="楷体" panose="02010609060101010101" pitchFamily="49" charset="-122"/>
                <a:ea typeface="楷体" panose="02010609060101010101" pitchFamily="49" charset="-122"/>
              </a:rPr>
              <a:t>。</a:t>
            </a:r>
            <a:endParaRPr kumimoji="1" lang="zh-CN" altLang="en-US" sz="2000" dirty="0" smtClean="0">
              <a:latin typeface="楷体" panose="02010609060101010101" pitchFamily="49" charset="-122"/>
              <a:ea typeface="楷体" panose="02010609060101010101" pitchFamily="49" charset="-122"/>
            </a:endParaRPr>
          </a:p>
          <a:p>
            <a:pPr indent="457200" eaLnBrk="0" hangingPunct="0">
              <a:lnSpc>
                <a:spcPct val="130000"/>
              </a:lnSpc>
              <a:buClr>
                <a:srgbClr val="00B050"/>
              </a:buClr>
            </a:pPr>
            <a:endParaRPr kumimoji="1" lang="zh-CN" altLang="en-US" sz="2000" dirty="0" smtClean="0">
              <a:latin typeface="楷体" panose="02010609060101010101" pitchFamily="49" charset="-122"/>
              <a:ea typeface="楷体" panose="02010609060101010101" pitchFamily="49" charset="-122"/>
            </a:endParaRPr>
          </a:p>
          <a:p>
            <a:pPr indent="457200" eaLnBrk="0" hangingPunct="0">
              <a:lnSpc>
                <a:spcPct val="130000"/>
              </a:lnSpc>
              <a:buClr>
                <a:srgbClr val="00B050"/>
              </a:buClr>
            </a:pPr>
            <a:endParaRPr kumimoji="1" lang="en-US" altLang="zh-CN" sz="2000" dirty="0" smtClean="0">
              <a:latin typeface="楷体" panose="02010609060101010101" pitchFamily="49" charset="-122"/>
              <a:ea typeface="楷体" panose="02010609060101010101" pitchFamily="49" charset="-122"/>
            </a:endParaRPr>
          </a:p>
          <a:p>
            <a:pPr indent="457200" eaLnBrk="0" hangingPunct="0">
              <a:lnSpc>
                <a:spcPct val="130000"/>
              </a:lnSpc>
              <a:buClr>
                <a:srgbClr val="00B050"/>
              </a:buClr>
            </a:pPr>
            <a:endParaRPr kumimoji="1" lang="en-US" altLang="zh-CN" sz="2000" dirty="0" smtClean="0">
              <a:latin typeface="楷体" panose="02010609060101010101" pitchFamily="49" charset="-122"/>
              <a:ea typeface="楷体" panose="02010609060101010101" pitchFamily="49" charset="-122"/>
            </a:endParaRPr>
          </a:p>
          <a:p>
            <a:pPr indent="457200" eaLnBrk="0" hangingPunct="0">
              <a:lnSpc>
                <a:spcPct val="130000"/>
              </a:lnSpc>
              <a:buClr>
                <a:srgbClr val="00B050"/>
              </a:buClr>
            </a:pPr>
            <a:endParaRPr kumimoji="1" lang="en-US" altLang="zh-CN" sz="2000" dirty="0" smtClean="0">
              <a:latin typeface="楷体" panose="02010609060101010101" pitchFamily="49" charset="-122"/>
              <a:ea typeface="楷体" panose="02010609060101010101" pitchFamily="49" charset="-122"/>
            </a:endParaRPr>
          </a:p>
          <a:p>
            <a:pPr indent="457200" eaLnBrk="0" hangingPunct="0">
              <a:lnSpc>
                <a:spcPct val="130000"/>
              </a:lnSpc>
              <a:buClr>
                <a:srgbClr val="00B050"/>
              </a:buClr>
            </a:pPr>
            <a:endParaRPr kumimoji="1" lang="zh-CN" altLang="en-US" sz="2000" dirty="0" smtClean="0">
              <a:latin typeface="楷体" panose="02010609060101010101" pitchFamily="49" charset="-122"/>
              <a:ea typeface="楷体" panose="02010609060101010101" pitchFamily="49" charset="-122"/>
            </a:endParaRPr>
          </a:p>
        </p:txBody>
      </p:sp>
      <p:sp>
        <p:nvSpPr>
          <p:cNvPr id="169988" name="Rectangle 4"/>
          <p:cNvSpPr>
            <a:spLocks noChangeArrowheads="1"/>
          </p:cNvSpPr>
          <p:nvPr/>
        </p:nvSpPr>
        <p:spPr bwMode="auto">
          <a:xfrm>
            <a:off x="539751" y="2372090"/>
            <a:ext cx="8208963" cy="49244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/>
          <a:p>
            <a:pPr indent="457200" eaLnBrk="0" hangingPunct="0">
              <a:lnSpc>
                <a:spcPct val="130000"/>
              </a:lnSpc>
              <a:buClr>
                <a:srgbClr val="00B050"/>
              </a:buClr>
            </a:pPr>
            <a:r>
              <a:rPr kumimoji="1" lang="zh-CN" altLang="en-US" sz="2000" dirty="0">
                <a:latin typeface="楷体" panose="02010609060101010101" pitchFamily="49" charset="-122"/>
                <a:ea typeface="楷体" panose="02010609060101010101" pitchFamily="49" charset="-122"/>
              </a:rPr>
              <a:t>    </a:t>
            </a:r>
            <a:endParaRPr kumimoji="1" lang="zh-CN" altLang="en-US" sz="2000" dirty="0">
              <a:latin typeface="楷体" panose="02010609060101010101" pitchFamily="49" charset="-122"/>
              <a:ea typeface="楷体" panose="02010609060101010101" pitchFamily="49" charset="-122"/>
            </a:endParaRPr>
          </a:p>
        </p:txBody>
      </p:sp>
      <p:sp>
        <p:nvSpPr>
          <p:cNvPr id="7" name="TextBox 6"/>
          <p:cNvSpPr txBox="1">
            <a:spLocks noChangeArrowheads="1"/>
          </p:cNvSpPr>
          <p:nvPr/>
        </p:nvSpPr>
        <p:spPr bwMode="auto">
          <a:xfrm>
            <a:off x="539750" y="123825"/>
            <a:ext cx="8604250" cy="4349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r>
              <a:rPr lang="en-US" altLang="zh-CN" sz="3200" b="1" dirty="0">
                <a:solidFill>
                  <a:schemeClr val="tx2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2</a:t>
            </a:r>
            <a:r>
              <a:rPr lang="zh-CN" altLang="en-US" sz="3200" b="1" dirty="0">
                <a:solidFill>
                  <a:schemeClr val="tx2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、通信工程制图的统一规定</a:t>
            </a:r>
            <a:endParaRPr lang="zh-CN" altLang="en-US" sz="3200" b="1" dirty="0">
              <a:solidFill>
                <a:schemeClr val="tx2"/>
              </a:solidFill>
              <a:latin typeface="华文新魏" panose="02010800040101010101" pitchFamily="2" charset="-122"/>
              <a:ea typeface="华文新魏" panose="02010800040101010101" pitchFamily="2" charset="-122"/>
            </a:endParaRPr>
          </a:p>
        </p:txBody>
      </p:sp>
      <p:pic>
        <p:nvPicPr>
          <p:cNvPr id="3" name="图片 2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555875" y="2355850"/>
            <a:ext cx="3947795" cy="2270760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/>
    </mc:Choice>
    <mc:Fallback>
      <p:transition spd="slow"/>
    </mc:Fallback>
  </mc:AlternateContent>
  <p:timing>
    <p:tnLst>
      <p:par>
        <p:cTn id="1" dur="indefinite" restart="never" nodeType="tmRoot"/>
      </p:par>
    </p:tnLst>
  </p:timing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9986" name="Rectangle 2"/>
          <p:cNvSpPr>
            <a:spLocks noChangeArrowheads="1"/>
          </p:cNvSpPr>
          <p:nvPr/>
        </p:nvSpPr>
        <p:spPr bwMode="auto">
          <a:xfrm>
            <a:off x="266348" y="627534"/>
            <a:ext cx="2949575" cy="50436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/>
          <a:p>
            <a:pPr eaLnBrk="0" hangingPunct="0">
              <a:lnSpc>
                <a:spcPct val="130000"/>
              </a:lnSpc>
              <a:buClr>
                <a:srgbClr val="00B050"/>
              </a:buClr>
            </a:pPr>
            <a:r>
              <a:rPr kumimoji="1" lang="zh-CN" altLang="en-US" sz="2400" dirty="0">
                <a:solidFill>
                  <a:srgbClr val="0000FF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（</a:t>
            </a:r>
            <a:r>
              <a:rPr kumimoji="1" lang="en-US" altLang="zh-CN" sz="2400" dirty="0">
                <a:solidFill>
                  <a:srgbClr val="0000FF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4</a:t>
            </a:r>
            <a:r>
              <a:rPr kumimoji="1" lang="zh-CN" altLang="en-US" sz="2400" dirty="0">
                <a:solidFill>
                  <a:srgbClr val="0000FF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）尺寸标注</a:t>
            </a:r>
            <a:endParaRPr kumimoji="1" lang="zh-CN" altLang="en-US" sz="2400" dirty="0">
              <a:solidFill>
                <a:srgbClr val="0000FF"/>
              </a:solidFill>
              <a:latin typeface="楷体" panose="02010609060101010101" pitchFamily="49" charset="-122"/>
              <a:ea typeface="楷体" panose="02010609060101010101" pitchFamily="49" charset="-122"/>
            </a:endParaRPr>
          </a:p>
        </p:txBody>
      </p:sp>
      <p:sp>
        <p:nvSpPr>
          <p:cNvPr id="169987" name="Rectangle 3"/>
          <p:cNvSpPr>
            <a:spLocks noChangeArrowheads="1"/>
          </p:cNvSpPr>
          <p:nvPr/>
        </p:nvSpPr>
        <p:spPr bwMode="auto">
          <a:xfrm>
            <a:off x="553198" y="1143950"/>
            <a:ext cx="8411290" cy="209169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/>
          <a:p>
            <a:pPr indent="457200" eaLnBrk="0" hangingPunct="0">
              <a:lnSpc>
                <a:spcPct val="130000"/>
              </a:lnSpc>
              <a:buClr>
                <a:srgbClr val="00B050"/>
              </a:buClr>
            </a:pPr>
            <a:r>
              <a:rPr kumimoji="1" lang="zh-CN" altLang="en-US" sz="2000" dirty="0" smtClean="0">
                <a:latin typeface="楷体" panose="02010609060101010101" pitchFamily="49" charset="-122"/>
                <a:ea typeface="楷体" panose="02010609060101010101" pitchFamily="49" charset="-122"/>
                <a:sym typeface="+mn-ea"/>
              </a:rPr>
              <a:t>②</a:t>
            </a:r>
            <a:r>
              <a:rPr kumimoji="1" lang="zh-CN" altLang="en-US" sz="2000" dirty="0" smtClean="0">
                <a:latin typeface="楷体" panose="02010609060101010101" pitchFamily="49" charset="-122"/>
                <a:ea typeface="楷体" panose="02010609060101010101" pitchFamily="49" charset="-122"/>
              </a:rPr>
              <a:t> 工程图纸中的</a:t>
            </a:r>
            <a:r>
              <a:rPr kumimoji="1" lang="zh-CN" altLang="en-US" sz="2000" dirty="0" smtClean="0">
                <a:solidFill>
                  <a:srgbClr val="FF0000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尺寸单位</a:t>
            </a:r>
            <a:r>
              <a:rPr kumimoji="1" lang="zh-CN" altLang="en-US" sz="2000" dirty="0" smtClean="0">
                <a:latin typeface="楷体" panose="02010609060101010101" pitchFamily="49" charset="-122"/>
                <a:ea typeface="楷体" panose="02010609060101010101" pitchFamily="49" charset="-122"/>
              </a:rPr>
              <a:t>，在通信线路工程图中一般以米（</a:t>
            </a:r>
            <a:r>
              <a:rPr kumimoji="1" lang="en-US" altLang="zh-CN" sz="2000" dirty="0" smtClean="0">
                <a:latin typeface="楷体" panose="02010609060101010101" pitchFamily="49" charset="-122"/>
                <a:ea typeface="楷体" panose="02010609060101010101" pitchFamily="49" charset="-122"/>
              </a:rPr>
              <a:t>m</a:t>
            </a:r>
            <a:r>
              <a:rPr kumimoji="1" lang="zh-CN" altLang="en-US" sz="2000" dirty="0" smtClean="0">
                <a:latin typeface="楷体" panose="02010609060101010101" pitchFamily="49" charset="-122"/>
                <a:ea typeface="楷体" panose="02010609060101010101" pitchFamily="49" charset="-122"/>
              </a:rPr>
              <a:t>）为单位，其他工程图中均以毫米（</a:t>
            </a:r>
            <a:r>
              <a:rPr kumimoji="1" lang="en-US" altLang="zh-CN" sz="2000" dirty="0" smtClean="0">
                <a:latin typeface="楷体" panose="02010609060101010101" pitchFamily="49" charset="-122"/>
                <a:ea typeface="楷体" panose="02010609060101010101" pitchFamily="49" charset="-122"/>
              </a:rPr>
              <a:t>mm</a:t>
            </a:r>
            <a:r>
              <a:rPr kumimoji="1" lang="zh-CN" altLang="en-US" sz="2000" dirty="0" smtClean="0">
                <a:latin typeface="楷体" panose="02010609060101010101" pitchFamily="49" charset="-122"/>
                <a:ea typeface="楷体" panose="02010609060101010101" pitchFamily="49" charset="-122"/>
              </a:rPr>
              <a:t>）为单位，且无须另行说明；若采用其他单位时，应在尺寸数字后加注计量单位的文字符号。</a:t>
            </a:r>
            <a:endParaRPr kumimoji="1" lang="zh-CN" altLang="en-US" sz="2000" dirty="0" smtClean="0">
              <a:latin typeface="楷体" panose="02010609060101010101" pitchFamily="49" charset="-122"/>
              <a:ea typeface="楷体" panose="02010609060101010101" pitchFamily="49" charset="-122"/>
            </a:endParaRPr>
          </a:p>
          <a:p>
            <a:pPr indent="457200" eaLnBrk="0" hangingPunct="0">
              <a:lnSpc>
                <a:spcPct val="130000"/>
              </a:lnSpc>
              <a:buClr>
                <a:srgbClr val="00B050"/>
              </a:buClr>
            </a:pPr>
            <a:endParaRPr kumimoji="1" lang="zh-CN" altLang="en-US" sz="2000" dirty="0" smtClean="0">
              <a:latin typeface="楷体" panose="02010609060101010101" pitchFamily="49" charset="-122"/>
              <a:ea typeface="楷体" panose="02010609060101010101" pitchFamily="49" charset="-122"/>
            </a:endParaRPr>
          </a:p>
          <a:p>
            <a:pPr indent="457200" eaLnBrk="0" hangingPunct="0">
              <a:lnSpc>
                <a:spcPct val="130000"/>
              </a:lnSpc>
              <a:buClr>
                <a:srgbClr val="00B050"/>
              </a:buClr>
            </a:pPr>
            <a:endParaRPr kumimoji="1" lang="zh-CN" altLang="en-US" sz="2000" dirty="0" smtClean="0">
              <a:latin typeface="楷体" panose="02010609060101010101" pitchFamily="49" charset="-122"/>
              <a:ea typeface="楷体" panose="02010609060101010101" pitchFamily="49" charset="-122"/>
            </a:endParaRPr>
          </a:p>
        </p:txBody>
      </p:sp>
      <p:sp>
        <p:nvSpPr>
          <p:cNvPr id="169988" name="Rectangle 4"/>
          <p:cNvSpPr>
            <a:spLocks noChangeArrowheads="1"/>
          </p:cNvSpPr>
          <p:nvPr/>
        </p:nvSpPr>
        <p:spPr bwMode="auto">
          <a:xfrm>
            <a:off x="539751" y="2372090"/>
            <a:ext cx="8208963" cy="49244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/>
          <a:p>
            <a:pPr indent="457200" eaLnBrk="0" hangingPunct="0">
              <a:lnSpc>
                <a:spcPct val="130000"/>
              </a:lnSpc>
              <a:buClr>
                <a:srgbClr val="00B050"/>
              </a:buClr>
            </a:pPr>
            <a:r>
              <a:rPr kumimoji="1" lang="zh-CN" altLang="en-US" sz="2000" dirty="0">
                <a:latin typeface="楷体" panose="02010609060101010101" pitchFamily="49" charset="-122"/>
                <a:ea typeface="楷体" panose="02010609060101010101" pitchFamily="49" charset="-122"/>
              </a:rPr>
              <a:t>    </a:t>
            </a:r>
            <a:endParaRPr kumimoji="1" lang="zh-CN" altLang="en-US" sz="2000" dirty="0">
              <a:latin typeface="楷体" panose="02010609060101010101" pitchFamily="49" charset="-122"/>
              <a:ea typeface="楷体" panose="02010609060101010101" pitchFamily="49" charset="-122"/>
            </a:endParaRPr>
          </a:p>
        </p:txBody>
      </p:sp>
      <p:sp>
        <p:nvSpPr>
          <p:cNvPr id="7" name="TextBox 6"/>
          <p:cNvSpPr txBox="1">
            <a:spLocks noChangeArrowheads="1"/>
          </p:cNvSpPr>
          <p:nvPr/>
        </p:nvSpPr>
        <p:spPr bwMode="auto">
          <a:xfrm>
            <a:off x="539750" y="123825"/>
            <a:ext cx="8604250" cy="4349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r>
              <a:rPr lang="en-US" altLang="zh-CN" sz="3200" b="1" dirty="0">
                <a:solidFill>
                  <a:schemeClr val="tx2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2</a:t>
            </a:r>
            <a:r>
              <a:rPr lang="zh-CN" altLang="en-US" sz="3200" b="1" dirty="0">
                <a:solidFill>
                  <a:schemeClr val="tx2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、通信工程制图的统一规定</a:t>
            </a:r>
            <a:endParaRPr lang="zh-CN" altLang="en-US" sz="3200" b="1" dirty="0">
              <a:solidFill>
                <a:schemeClr val="tx2"/>
              </a:solidFill>
              <a:latin typeface="华文新魏" panose="02010800040101010101" pitchFamily="2" charset="-122"/>
              <a:ea typeface="华文新魏" panose="02010800040101010101" pitchFamily="2" charset="-122"/>
            </a:endParaRPr>
          </a:p>
        </p:txBody>
      </p:sp>
      <p:pic>
        <p:nvPicPr>
          <p:cNvPr id="3" name="图片 2"/>
          <p:cNvPicPr>
            <a:picLocks noChangeAspect="1"/>
          </p:cNvPicPr>
          <p:nvPr/>
        </p:nvPicPr>
        <p:blipFill>
          <a:blip r:embed="rId1"/>
          <a:srcRect t="2280" b="4607"/>
          <a:stretch>
            <a:fillRect/>
          </a:stretch>
        </p:blipFill>
        <p:spPr>
          <a:xfrm>
            <a:off x="1298575" y="2427605"/>
            <a:ext cx="7665720" cy="2613660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/>
    </mc:Choice>
    <mc:Fallback>
      <p:transition spd="slow"/>
    </mc:Fallback>
  </mc:AlternateContent>
  <p:timing>
    <p:tnLst>
      <p:par>
        <p:cTn id="1" dur="indefinite" restart="never" nodeType="tmRoot"/>
      </p:par>
    </p:tnLst>
  </p:timing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9986" name="Rectangle 2"/>
          <p:cNvSpPr>
            <a:spLocks noChangeArrowheads="1"/>
          </p:cNvSpPr>
          <p:nvPr/>
        </p:nvSpPr>
        <p:spPr bwMode="auto">
          <a:xfrm>
            <a:off x="266348" y="627534"/>
            <a:ext cx="2949575" cy="50436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/>
          <a:p>
            <a:pPr eaLnBrk="0" hangingPunct="0">
              <a:lnSpc>
                <a:spcPct val="130000"/>
              </a:lnSpc>
              <a:buClr>
                <a:srgbClr val="00B050"/>
              </a:buClr>
            </a:pPr>
            <a:r>
              <a:rPr kumimoji="1" lang="zh-CN" altLang="en-US" sz="2400" dirty="0">
                <a:solidFill>
                  <a:srgbClr val="0000FF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（</a:t>
            </a:r>
            <a:r>
              <a:rPr kumimoji="1" lang="en-US" altLang="zh-CN" sz="2400" dirty="0">
                <a:solidFill>
                  <a:srgbClr val="0000FF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4</a:t>
            </a:r>
            <a:r>
              <a:rPr kumimoji="1" lang="zh-CN" altLang="en-US" sz="2400" dirty="0">
                <a:solidFill>
                  <a:srgbClr val="0000FF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）尺寸标注</a:t>
            </a:r>
            <a:endParaRPr kumimoji="1" lang="zh-CN" altLang="en-US" sz="2400" dirty="0">
              <a:solidFill>
                <a:srgbClr val="0000FF"/>
              </a:solidFill>
              <a:latin typeface="楷体" panose="02010609060101010101" pitchFamily="49" charset="-122"/>
              <a:ea typeface="楷体" panose="02010609060101010101" pitchFamily="49" charset="-122"/>
            </a:endParaRPr>
          </a:p>
        </p:txBody>
      </p:sp>
      <p:sp>
        <p:nvSpPr>
          <p:cNvPr id="169987" name="Rectangle 3"/>
          <p:cNvSpPr>
            <a:spLocks noChangeArrowheads="1"/>
          </p:cNvSpPr>
          <p:nvPr/>
        </p:nvSpPr>
        <p:spPr bwMode="auto">
          <a:xfrm>
            <a:off x="553085" y="1143635"/>
            <a:ext cx="8298815" cy="129159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/>
          <a:p>
            <a:pPr indent="457200" eaLnBrk="0" hangingPunct="0">
              <a:lnSpc>
                <a:spcPct val="130000"/>
              </a:lnSpc>
              <a:buClr>
                <a:srgbClr val="00B050"/>
              </a:buClr>
            </a:pPr>
            <a:r>
              <a:rPr kumimoji="1" lang="zh-CN" altLang="en-US" sz="2000" dirty="0" smtClean="0">
                <a:latin typeface="楷体" panose="02010609060101010101" pitchFamily="49" charset="-122"/>
                <a:ea typeface="楷体" panose="02010609060101010101" pitchFamily="49" charset="-122"/>
                <a:sym typeface="+mn-ea"/>
              </a:rPr>
              <a:t>③</a:t>
            </a:r>
            <a:r>
              <a:rPr kumimoji="1" lang="zh-CN" altLang="en-US" sz="2000" dirty="0" smtClean="0">
                <a:latin typeface="楷体" panose="02010609060101010101" pitchFamily="49" charset="-122"/>
                <a:ea typeface="楷体" panose="02010609060101010101" pitchFamily="49" charset="-122"/>
              </a:rPr>
              <a:t> 尺寸界线用</a:t>
            </a:r>
            <a:r>
              <a:rPr kumimoji="1" lang="zh-CN" altLang="en-US" sz="2000" dirty="0" smtClean="0">
                <a:solidFill>
                  <a:srgbClr val="FF0000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细实线绘制</a:t>
            </a:r>
            <a:r>
              <a:rPr kumimoji="1" lang="zh-CN" altLang="en-US" sz="2000" dirty="0" smtClean="0">
                <a:latin typeface="楷体" panose="02010609060101010101" pitchFamily="49" charset="-122"/>
                <a:ea typeface="楷体" panose="02010609060101010101" pitchFamily="49" charset="-122"/>
              </a:rPr>
              <a:t>，由图形的轮廓线、轴线或对称中心线引出，也可利用轮廓线、轴线或对称中心线作尺寸界线，且尺寸界线一般应与尺寸线垂直。</a:t>
            </a:r>
            <a:endParaRPr kumimoji="1" lang="zh-CN" altLang="en-US" sz="2000" dirty="0" smtClean="0">
              <a:latin typeface="楷体" panose="02010609060101010101" pitchFamily="49" charset="-122"/>
              <a:ea typeface="楷体" panose="02010609060101010101" pitchFamily="49" charset="-122"/>
            </a:endParaRPr>
          </a:p>
        </p:txBody>
      </p:sp>
      <p:sp>
        <p:nvSpPr>
          <p:cNvPr id="169988" name="Rectangle 4"/>
          <p:cNvSpPr>
            <a:spLocks noChangeArrowheads="1"/>
          </p:cNvSpPr>
          <p:nvPr/>
        </p:nvSpPr>
        <p:spPr bwMode="auto">
          <a:xfrm>
            <a:off x="539751" y="2372090"/>
            <a:ext cx="8208963" cy="49244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/>
          <a:p>
            <a:pPr indent="457200" eaLnBrk="0" hangingPunct="0">
              <a:lnSpc>
                <a:spcPct val="130000"/>
              </a:lnSpc>
              <a:buClr>
                <a:srgbClr val="00B050"/>
              </a:buClr>
            </a:pPr>
            <a:r>
              <a:rPr kumimoji="1" lang="zh-CN" altLang="en-US" sz="2000" dirty="0">
                <a:latin typeface="楷体" panose="02010609060101010101" pitchFamily="49" charset="-122"/>
                <a:ea typeface="楷体" panose="02010609060101010101" pitchFamily="49" charset="-122"/>
              </a:rPr>
              <a:t>    </a:t>
            </a:r>
            <a:endParaRPr kumimoji="1" lang="zh-CN" altLang="en-US" sz="2000" dirty="0">
              <a:latin typeface="楷体" panose="02010609060101010101" pitchFamily="49" charset="-122"/>
              <a:ea typeface="楷体" panose="02010609060101010101" pitchFamily="49" charset="-122"/>
            </a:endParaRPr>
          </a:p>
        </p:txBody>
      </p:sp>
      <p:sp>
        <p:nvSpPr>
          <p:cNvPr id="7" name="TextBox 6"/>
          <p:cNvSpPr txBox="1">
            <a:spLocks noChangeArrowheads="1"/>
          </p:cNvSpPr>
          <p:nvPr/>
        </p:nvSpPr>
        <p:spPr bwMode="auto">
          <a:xfrm>
            <a:off x="539750" y="123825"/>
            <a:ext cx="8604250" cy="4349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r>
              <a:rPr lang="en-US" altLang="zh-CN" sz="3200" b="1" dirty="0">
                <a:solidFill>
                  <a:schemeClr val="tx2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2</a:t>
            </a:r>
            <a:r>
              <a:rPr lang="zh-CN" altLang="en-US" sz="3200" b="1" dirty="0">
                <a:solidFill>
                  <a:schemeClr val="tx2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、通信工程制图的统一规定</a:t>
            </a:r>
            <a:endParaRPr lang="zh-CN" altLang="en-US" sz="3200" b="1" dirty="0">
              <a:solidFill>
                <a:schemeClr val="tx2"/>
              </a:solidFill>
              <a:latin typeface="华文新魏" panose="02010800040101010101" pitchFamily="2" charset="-122"/>
              <a:ea typeface="华文新魏" panose="02010800040101010101" pitchFamily="2" charset="-122"/>
            </a:endParaRPr>
          </a:p>
        </p:txBody>
      </p:sp>
      <p:pic>
        <p:nvPicPr>
          <p:cNvPr id="2" name="图片 1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988310" y="2139315"/>
            <a:ext cx="4509135" cy="2891790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/>
    </mc:Choice>
    <mc:Fallback>
      <p:transition spd="slow"/>
    </mc:Fallback>
  </mc:AlternateContent>
  <p:timing>
    <p:tnLst>
      <p:par>
        <p:cTn id="1" dur="indefinite" restart="never" nodeType="tmRoot"/>
      </p:par>
    </p:tnLst>
  </p:timing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9986" name="Rectangle 2"/>
          <p:cNvSpPr>
            <a:spLocks noChangeArrowheads="1"/>
          </p:cNvSpPr>
          <p:nvPr/>
        </p:nvSpPr>
        <p:spPr bwMode="auto">
          <a:xfrm>
            <a:off x="266348" y="627534"/>
            <a:ext cx="2949575" cy="50436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/>
          <a:p>
            <a:pPr eaLnBrk="0" hangingPunct="0">
              <a:lnSpc>
                <a:spcPct val="130000"/>
              </a:lnSpc>
              <a:buClr>
                <a:srgbClr val="00B050"/>
              </a:buClr>
            </a:pPr>
            <a:r>
              <a:rPr kumimoji="1" lang="zh-CN" altLang="en-US" sz="2400" dirty="0">
                <a:solidFill>
                  <a:srgbClr val="0000FF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（</a:t>
            </a:r>
            <a:r>
              <a:rPr kumimoji="1" lang="en-US" altLang="zh-CN" sz="2400" dirty="0">
                <a:solidFill>
                  <a:srgbClr val="0000FF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4</a:t>
            </a:r>
            <a:r>
              <a:rPr kumimoji="1" lang="zh-CN" altLang="en-US" sz="2400" dirty="0">
                <a:solidFill>
                  <a:srgbClr val="0000FF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）尺寸标注</a:t>
            </a:r>
            <a:endParaRPr kumimoji="1" lang="zh-CN" altLang="en-US" sz="2400" dirty="0">
              <a:solidFill>
                <a:srgbClr val="0000FF"/>
              </a:solidFill>
              <a:latin typeface="楷体" panose="02010609060101010101" pitchFamily="49" charset="-122"/>
              <a:ea typeface="楷体" panose="02010609060101010101" pitchFamily="49" charset="-122"/>
            </a:endParaRPr>
          </a:p>
        </p:txBody>
      </p:sp>
      <p:sp>
        <p:nvSpPr>
          <p:cNvPr id="169987" name="Rectangle 3"/>
          <p:cNvSpPr>
            <a:spLocks noChangeArrowheads="1"/>
          </p:cNvSpPr>
          <p:nvPr/>
        </p:nvSpPr>
        <p:spPr bwMode="auto">
          <a:xfrm>
            <a:off x="553198" y="1143950"/>
            <a:ext cx="8411290" cy="253111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/>
          <a:p>
            <a:pPr indent="457200" eaLnBrk="0" hangingPunct="0">
              <a:lnSpc>
                <a:spcPct val="130000"/>
              </a:lnSpc>
              <a:buClr>
                <a:srgbClr val="00B050"/>
              </a:buClr>
            </a:pPr>
            <a:r>
              <a:rPr kumimoji="1" lang="zh-CN" altLang="en-US" sz="2000" dirty="0" smtClean="0">
                <a:solidFill>
                  <a:srgbClr val="000000"/>
                </a:solidFill>
                <a:latin typeface="楷体" panose="02010609060101010101" pitchFamily="49" charset="-122"/>
                <a:ea typeface="楷体" panose="02010609060101010101" pitchFamily="49" charset="-122"/>
                <a:sym typeface="+mn-ea"/>
              </a:rPr>
              <a:t>④</a:t>
            </a:r>
            <a:r>
              <a:rPr kumimoji="1" lang="zh-CN" altLang="en-US" sz="2000" dirty="0" smtClean="0">
                <a:latin typeface="楷体" panose="02010609060101010101" pitchFamily="49" charset="-122"/>
                <a:ea typeface="楷体" panose="02010609060101010101" pitchFamily="49" charset="-122"/>
              </a:rPr>
              <a:t> 尺寸线的终端，可</a:t>
            </a:r>
            <a:r>
              <a:rPr kumimoji="1" lang="zh-CN" altLang="en-US" sz="2000" dirty="0" smtClean="0">
                <a:solidFill>
                  <a:srgbClr val="FF0000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以采用箭头或斜线两种形式</a:t>
            </a:r>
            <a:r>
              <a:rPr kumimoji="1" lang="zh-CN" altLang="en-US" sz="2000" dirty="0" smtClean="0">
                <a:latin typeface="楷体" panose="02010609060101010101" pitchFamily="49" charset="-122"/>
                <a:ea typeface="楷体" panose="02010609060101010101" pitchFamily="49" charset="-122"/>
              </a:rPr>
              <a:t>，但</a:t>
            </a:r>
            <a:r>
              <a:rPr kumimoji="1" lang="zh-CN" altLang="en-US" sz="2000" dirty="0" smtClean="0">
                <a:solidFill>
                  <a:srgbClr val="FF0000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同一张图中只能采用一种尺寸线终端形式</a:t>
            </a:r>
            <a:r>
              <a:rPr kumimoji="1" lang="zh-CN" altLang="en-US" sz="2000" dirty="0" smtClean="0">
                <a:latin typeface="楷体" panose="02010609060101010101" pitchFamily="49" charset="-122"/>
                <a:ea typeface="楷体" panose="02010609060101010101" pitchFamily="49" charset="-122"/>
              </a:rPr>
              <a:t>，不得混用。具体标注应符合以下要求</a:t>
            </a:r>
            <a:endParaRPr kumimoji="1" lang="zh-CN" altLang="en-US" sz="2000" dirty="0" smtClean="0">
              <a:latin typeface="楷体" panose="02010609060101010101" pitchFamily="49" charset="-122"/>
              <a:ea typeface="楷体" panose="02010609060101010101" pitchFamily="49" charset="-122"/>
            </a:endParaRPr>
          </a:p>
          <a:p>
            <a:pPr indent="457200" eaLnBrk="0" hangingPunct="0">
              <a:lnSpc>
                <a:spcPct val="130000"/>
              </a:lnSpc>
              <a:buClr>
                <a:srgbClr val="00B050"/>
              </a:buClr>
            </a:pPr>
            <a:r>
              <a:rPr kumimoji="1" lang="en-US" altLang="zh-CN" sz="1800" dirty="0" smtClean="0">
                <a:latin typeface="楷体" panose="02010609060101010101" pitchFamily="49" charset="-122"/>
                <a:ea typeface="楷体" panose="02010609060101010101" pitchFamily="49" charset="-122"/>
              </a:rPr>
              <a:t>	</a:t>
            </a:r>
            <a:r>
              <a:rPr kumimoji="1" lang="en-US" altLang="zh-CN" sz="1600" dirty="0" smtClean="0">
                <a:latin typeface="楷体" panose="02010609060101010101" pitchFamily="49" charset="-122"/>
                <a:ea typeface="楷体" panose="02010609060101010101" pitchFamily="49" charset="-122"/>
              </a:rPr>
              <a:t>1</a:t>
            </a:r>
            <a:r>
              <a:rPr kumimoji="1" lang="zh-CN" altLang="en-US" sz="1600" dirty="0" smtClean="0">
                <a:latin typeface="楷体" panose="02010609060101010101" pitchFamily="49" charset="-122"/>
                <a:ea typeface="楷体" panose="02010609060101010101" pitchFamily="49" charset="-122"/>
              </a:rPr>
              <a:t>）采用箭头形式时，两端应画出尺寸箭头，指到尺寸界线上，表示尺寸的起止。尺寸箭头宜用</a:t>
            </a:r>
            <a:r>
              <a:rPr kumimoji="1" lang="zh-CN" altLang="en-US" sz="1600" dirty="0" smtClean="0">
                <a:solidFill>
                  <a:srgbClr val="FF0000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实心箭头</a:t>
            </a:r>
            <a:endParaRPr kumimoji="1" lang="zh-CN" altLang="en-US" sz="1600" dirty="0" smtClean="0">
              <a:latin typeface="楷体" panose="02010609060101010101" pitchFamily="49" charset="-122"/>
              <a:ea typeface="楷体" panose="02010609060101010101" pitchFamily="49" charset="-122"/>
            </a:endParaRPr>
          </a:p>
          <a:p>
            <a:pPr indent="457200" eaLnBrk="0" hangingPunct="0">
              <a:lnSpc>
                <a:spcPct val="130000"/>
              </a:lnSpc>
              <a:buClr>
                <a:srgbClr val="00B050"/>
              </a:buClr>
            </a:pPr>
            <a:r>
              <a:rPr kumimoji="1" lang="en-US" altLang="zh-CN" sz="1600" dirty="0" smtClean="0">
                <a:latin typeface="楷体" panose="02010609060101010101" pitchFamily="49" charset="-122"/>
                <a:ea typeface="楷体" panose="02010609060101010101" pitchFamily="49" charset="-122"/>
              </a:rPr>
              <a:t>	2</a:t>
            </a:r>
            <a:r>
              <a:rPr kumimoji="1" lang="zh-CN" altLang="en-US" sz="1600" dirty="0" smtClean="0">
                <a:latin typeface="楷体" panose="02010609060101010101" pitchFamily="49" charset="-122"/>
                <a:ea typeface="楷体" panose="02010609060101010101" pitchFamily="49" charset="-122"/>
              </a:rPr>
              <a:t>）采用斜线形式时，尺寸线与尺寸界线必须相互相垂直。</a:t>
            </a:r>
            <a:r>
              <a:rPr kumimoji="1" lang="zh-CN" altLang="en-US" sz="1600" dirty="0" smtClean="0">
                <a:solidFill>
                  <a:srgbClr val="FF0000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斜线用细实线</a:t>
            </a:r>
            <a:r>
              <a:rPr kumimoji="1" lang="zh-CN" altLang="en-US" sz="1600" dirty="0" smtClean="0">
                <a:latin typeface="楷体" panose="02010609060101010101" pitchFamily="49" charset="-122"/>
                <a:ea typeface="楷体" panose="02010609060101010101" pitchFamily="49" charset="-122"/>
              </a:rPr>
              <a:t>且方向及长短应保持一致。</a:t>
            </a:r>
            <a:r>
              <a:rPr kumimoji="1" lang="zh-CN" altLang="en-US" sz="1600" dirty="0" smtClean="0">
                <a:solidFill>
                  <a:srgbClr val="FF0000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斜线方向应采用以尺寸线为准，逆时针方向旋转 45°</a:t>
            </a:r>
            <a:r>
              <a:rPr kumimoji="1" lang="zh-CN" altLang="en-US" sz="1600" dirty="0" smtClean="0">
                <a:latin typeface="楷体" panose="02010609060101010101" pitchFamily="49" charset="-122"/>
                <a:ea typeface="楷体" panose="02010609060101010101" pitchFamily="49" charset="-122"/>
              </a:rPr>
              <a:t>，斜线长短约等于尺寸数字的高度</a:t>
            </a:r>
            <a:endParaRPr kumimoji="1" lang="zh-CN" altLang="en-US" sz="1600" dirty="0" smtClean="0">
              <a:latin typeface="楷体" panose="02010609060101010101" pitchFamily="49" charset="-122"/>
              <a:ea typeface="楷体" panose="02010609060101010101" pitchFamily="49" charset="-122"/>
            </a:endParaRPr>
          </a:p>
        </p:txBody>
      </p:sp>
      <p:sp>
        <p:nvSpPr>
          <p:cNvPr id="7" name="TextBox 6"/>
          <p:cNvSpPr txBox="1">
            <a:spLocks noChangeArrowheads="1"/>
          </p:cNvSpPr>
          <p:nvPr/>
        </p:nvSpPr>
        <p:spPr bwMode="auto">
          <a:xfrm>
            <a:off x="539750" y="123825"/>
            <a:ext cx="8604250" cy="4349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r>
              <a:rPr lang="en-US" altLang="zh-CN" sz="3200" b="1" dirty="0">
                <a:solidFill>
                  <a:schemeClr val="tx2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2</a:t>
            </a:r>
            <a:r>
              <a:rPr lang="zh-CN" altLang="en-US" sz="3200" b="1" dirty="0">
                <a:solidFill>
                  <a:schemeClr val="tx2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、通信工程制图的统一规定</a:t>
            </a:r>
            <a:endParaRPr lang="zh-CN" altLang="en-US" sz="3200" b="1" dirty="0">
              <a:solidFill>
                <a:schemeClr val="tx2"/>
              </a:solidFill>
              <a:latin typeface="华文新魏" panose="02010800040101010101" pitchFamily="2" charset="-122"/>
              <a:ea typeface="华文新魏" panose="02010800040101010101" pitchFamily="2" charset="-122"/>
            </a:endParaRPr>
          </a:p>
        </p:txBody>
      </p:sp>
      <p:pic>
        <p:nvPicPr>
          <p:cNvPr id="2" name="图片 1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339975" y="3435985"/>
            <a:ext cx="5532120" cy="1379220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/>
    </mc:Choice>
    <mc:Fallback>
      <p:transition spd="slow"/>
    </mc:Fallback>
  </mc:AlternateContent>
  <p:timing>
    <p:tnLst>
      <p:par>
        <p:cTn id="1" dur="indefinite" restart="never" nodeType="tmRoot"/>
      </p:par>
    </p:tnLst>
  </p:timing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9986" name="Rectangle 2"/>
          <p:cNvSpPr>
            <a:spLocks noChangeArrowheads="1"/>
          </p:cNvSpPr>
          <p:nvPr/>
        </p:nvSpPr>
        <p:spPr bwMode="auto">
          <a:xfrm>
            <a:off x="266348" y="627534"/>
            <a:ext cx="2949575" cy="57086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/>
          <a:p>
            <a:pPr eaLnBrk="0" hangingPunct="0">
              <a:lnSpc>
                <a:spcPct val="130000"/>
              </a:lnSpc>
              <a:buClr>
                <a:srgbClr val="00B050"/>
              </a:buClr>
            </a:pPr>
            <a:r>
              <a:rPr kumimoji="1" lang="zh-CN" altLang="en-US" sz="2400" dirty="0">
                <a:solidFill>
                  <a:srgbClr val="0000FF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（</a:t>
            </a:r>
            <a:r>
              <a:rPr kumimoji="1" lang="en-US" altLang="zh-CN" sz="2400" dirty="0">
                <a:solidFill>
                  <a:srgbClr val="0000FF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4</a:t>
            </a:r>
            <a:r>
              <a:rPr kumimoji="1" lang="zh-CN" altLang="en-US" sz="2400" dirty="0">
                <a:solidFill>
                  <a:srgbClr val="0000FF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）尺寸标注</a:t>
            </a:r>
            <a:r>
              <a:rPr kumimoji="1" lang="zh-CN" altLang="en-US" sz="2400" dirty="0">
                <a:solidFill>
                  <a:srgbClr val="0000FF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小结</a:t>
            </a:r>
            <a:endParaRPr kumimoji="1" lang="zh-CN" altLang="en-US" sz="2400" dirty="0">
              <a:solidFill>
                <a:srgbClr val="0000FF"/>
              </a:solidFill>
              <a:latin typeface="楷体" panose="02010609060101010101" pitchFamily="49" charset="-122"/>
              <a:ea typeface="楷体" panose="02010609060101010101" pitchFamily="49" charset="-122"/>
            </a:endParaRPr>
          </a:p>
        </p:txBody>
      </p:sp>
      <p:sp>
        <p:nvSpPr>
          <p:cNvPr id="7" name="TextBox 6"/>
          <p:cNvSpPr txBox="1">
            <a:spLocks noChangeArrowheads="1"/>
          </p:cNvSpPr>
          <p:nvPr/>
        </p:nvSpPr>
        <p:spPr bwMode="auto">
          <a:xfrm>
            <a:off x="539750" y="123825"/>
            <a:ext cx="8604250" cy="4349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r>
              <a:rPr lang="en-US" altLang="zh-CN" sz="3200" b="1" dirty="0">
                <a:solidFill>
                  <a:schemeClr val="tx2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2</a:t>
            </a:r>
            <a:r>
              <a:rPr lang="zh-CN" altLang="en-US" sz="3200" b="1" dirty="0">
                <a:solidFill>
                  <a:schemeClr val="tx2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、通信工程制图的统一规定</a:t>
            </a:r>
            <a:endParaRPr lang="zh-CN" altLang="en-US" sz="3200" b="1" dirty="0">
              <a:solidFill>
                <a:schemeClr val="tx2"/>
              </a:solidFill>
              <a:latin typeface="华文新魏" panose="02010800040101010101" pitchFamily="2" charset="-122"/>
              <a:ea typeface="华文新魏" panose="02010800040101010101" pitchFamily="2" charset="-122"/>
            </a:endParaRPr>
          </a:p>
        </p:txBody>
      </p:sp>
      <p:pic>
        <p:nvPicPr>
          <p:cNvPr id="3" name="图片 2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195830" y="1216025"/>
            <a:ext cx="4415790" cy="3376295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/>
    </mc:Choice>
    <mc:Fallback>
      <p:transition spd="slow"/>
    </mc:Fallback>
  </mc:AlternateContent>
  <p:timing>
    <p:tnLst>
      <p:par>
        <p:cTn id="1" dur="indefinite" restart="never" nodeType="tmRoot"/>
      </p:par>
    </p:tnLst>
  </p:timing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8962" name="Rectangle 2"/>
          <p:cNvSpPr>
            <a:spLocks noChangeArrowheads="1"/>
          </p:cNvSpPr>
          <p:nvPr/>
        </p:nvSpPr>
        <p:spPr bwMode="auto">
          <a:xfrm>
            <a:off x="323528" y="627221"/>
            <a:ext cx="3254375" cy="50436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/>
          <a:p>
            <a:pPr eaLnBrk="0" hangingPunct="0">
              <a:lnSpc>
                <a:spcPct val="130000"/>
              </a:lnSpc>
              <a:buClr>
                <a:srgbClr val="00B050"/>
              </a:buClr>
            </a:pPr>
            <a:r>
              <a:rPr kumimoji="1" lang="zh-CN" altLang="en-US" sz="2400" dirty="0">
                <a:solidFill>
                  <a:srgbClr val="0000FF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（</a:t>
            </a:r>
            <a:r>
              <a:rPr kumimoji="1" lang="en-US" altLang="zh-CN" sz="2400" dirty="0">
                <a:solidFill>
                  <a:srgbClr val="0000FF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5</a:t>
            </a:r>
            <a:r>
              <a:rPr kumimoji="1" lang="zh-CN" altLang="en-US" sz="2400" dirty="0">
                <a:solidFill>
                  <a:srgbClr val="0000FF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）字体及写法</a:t>
            </a:r>
            <a:endParaRPr kumimoji="1" lang="zh-CN" altLang="en-US" sz="2400" dirty="0">
              <a:solidFill>
                <a:srgbClr val="0000FF"/>
              </a:solidFill>
              <a:latin typeface="楷体" panose="02010609060101010101" pitchFamily="49" charset="-122"/>
              <a:ea typeface="楷体" panose="02010609060101010101" pitchFamily="49" charset="-122"/>
            </a:endParaRPr>
          </a:p>
        </p:txBody>
      </p:sp>
      <p:sp>
        <p:nvSpPr>
          <p:cNvPr id="168963" name="Rectangle 3"/>
          <p:cNvSpPr>
            <a:spLocks noChangeArrowheads="1"/>
          </p:cNvSpPr>
          <p:nvPr/>
        </p:nvSpPr>
        <p:spPr bwMode="auto">
          <a:xfrm>
            <a:off x="539750" y="1247026"/>
            <a:ext cx="8161338" cy="209169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/>
          <a:p>
            <a:pPr indent="457200" eaLnBrk="0" hangingPunct="0">
              <a:lnSpc>
                <a:spcPct val="130000"/>
              </a:lnSpc>
              <a:buClr>
                <a:srgbClr val="00B050"/>
              </a:buClr>
            </a:pPr>
            <a:r>
              <a:rPr kumimoji="1" lang="zh-CN" altLang="en-US" sz="2000" dirty="0" smtClean="0">
                <a:latin typeface="楷体" panose="02010609060101010101" pitchFamily="49" charset="-122"/>
                <a:ea typeface="楷体" panose="02010609060101010101" pitchFamily="49" charset="-122"/>
              </a:rPr>
              <a:t>① </a:t>
            </a:r>
            <a:r>
              <a:rPr kumimoji="1" lang="zh-CN" altLang="en-US" sz="2000" dirty="0">
                <a:latin typeface="楷体" panose="02010609060101010101" pitchFamily="49" charset="-122"/>
                <a:ea typeface="楷体" panose="02010609060101010101" pitchFamily="49" charset="-122"/>
              </a:rPr>
              <a:t>图纸中书写的文字（包括汉字、字母、数字、代号等）均应字体工整、笔划清晰、排列整齐、间隔均匀，其书写位置应根据图面妥善安排，</a:t>
            </a:r>
            <a:r>
              <a:rPr kumimoji="1" lang="zh-CN" altLang="en-US" sz="2000" dirty="0">
                <a:solidFill>
                  <a:srgbClr val="FF0000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文字多时宜放在图纸的下面或右侧，不能出现线压字或字压线的情况</a:t>
            </a:r>
            <a:r>
              <a:rPr kumimoji="1" lang="zh-CN" altLang="en-US" sz="2000" dirty="0">
                <a:latin typeface="楷体" panose="02010609060101010101" pitchFamily="49" charset="-122"/>
                <a:ea typeface="楷体" panose="02010609060101010101" pitchFamily="49" charset="-122"/>
              </a:rPr>
              <a:t>，否则会影响图纸质量。中文一般采用</a:t>
            </a:r>
            <a:r>
              <a:rPr kumimoji="1" lang="zh-CN" altLang="en-US" sz="2000" dirty="0">
                <a:solidFill>
                  <a:srgbClr val="C00000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宋体</a:t>
            </a:r>
            <a:r>
              <a:rPr kumimoji="1" lang="zh-CN" altLang="en-US" sz="2000" dirty="0">
                <a:latin typeface="楷体" panose="02010609060101010101" pitchFamily="49" charset="-122"/>
                <a:ea typeface="楷体" panose="02010609060101010101" pitchFamily="49" charset="-122"/>
              </a:rPr>
              <a:t>或</a:t>
            </a:r>
            <a:r>
              <a:rPr kumimoji="1" lang="zh-CN" altLang="en-US" sz="2000" dirty="0">
                <a:solidFill>
                  <a:srgbClr val="C00000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仿宋体</a:t>
            </a:r>
            <a:r>
              <a:rPr kumimoji="1" lang="zh-CN" altLang="en-US" sz="2000" dirty="0">
                <a:latin typeface="楷体" panose="02010609060101010101" pitchFamily="49" charset="-122"/>
                <a:ea typeface="楷体" panose="02010609060101010101" pitchFamily="49" charset="-122"/>
              </a:rPr>
              <a:t>。</a:t>
            </a:r>
            <a:endParaRPr kumimoji="1" lang="zh-CN" altLang="en-US" sz="2000" dirty="0">
              <a:latin typeface="楷体" panose="02010609060101010101" pitchFamily="49" charset="-122"/>
              <a:ea typeface="楷体" panose="02010609060101010101" pitchFamily="49" charset="-122"/>
            </a:endParaRPr>
          </a:p>
          <a:p>
            <a:pPr indent="457200" eaLnBrk="0" hangingPunct="0">
              <a:lnSpc>
                <a:spcPct val="130000"/>
              </a:lnSpc>
              <a:buClr>
                <a:srgbClr val="00B050"/>
              </a:buClr>
            </a:pPr>
            <a:endParaRPr kumimoji="1" lang="zh-CN" altLang="en-US" sz="2000" dirty="0">
              <a:latin typeface="楷体" panose="02010609060101010101" pitchFamily="49" charset="-122"/>
              <a:ea typeface="楷体" panose="02010609060101010101" pitchFamily="49" charset="-122"/>
            </a:endParaRPr>
          </a:p>
        </p:txBody>
      </p:sp>
      <p:sp>
        <p:nvSpPr>
          <p:cNvPr id="5" name="TextBox 6"/>
          <p:cNvSpPr txBox="1">
            <a:spLocks noChangeArrowheads="1"/>
          </p:cNvSpPr>
          <p:nvPr/>
        </p:nvSpPr>
        <p:spPr bwMode="auto">
          <a:xfrm>
            <a:off x="539750" y="123825"/>
            <a:ext cx="8604250" cy="4349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r>
              <a:rPr lang="en-US" altLang="zh-CN" sz="3200" b="1" dirty="0">
                <a:solidFill>
                  <a:schemeClr val="tx2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2</a:t>
            </a:r>
            <a:r>
              <a:rPr lang="zh-CN" altLang="en-US" sz="3200" b="1" dirty="0">
                <a:solidFill>
                  <a:schemeClr val="tx2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、通信工程制图的统一规定</a:t>
            </a:r>
            <a:endParaRPr lang="zh-CN" altLang="en-US" sz="3200" b="1" dirty="0">
              <a:solidFill>
                <a:schemeClr val="tx2"/>
              </a:solidFill>
              <a:latin typeface="华文新魏" panose="02010800040101010101" pitchFamily="2" charset="-122"/>
              <a:ea typeface="华文新魏" panose="02010800040101010101" pitchFamily="2" charset="-122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/>
    </mc:Choice>
    <mc:Fallback>
      <p:transition spd="slow"/>
    </mc:Fallback>
  </mc:AlternateContent>
  <p:timing>
    <p:tnLst>
      <p:par>
        <p:cTn id="1" dur="indefinite" restart="never" nodeType="tmRoot"/>
      </p:par>
    </p:tnLst>
  </p:timing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8962" name="Rectangle 2"/>
          <p:cNvSpPr>
            <a:spLocks noChangeArrowheads="1"/>
          </p:cNvSpPr>
          <p:nvPr/>
        </p:nvSpPr>
        <p:spPr bwMode="auto">
          <a:xfrm>
            <a:off x="323528" y="627221"/>
            <a:ext cx="3254375" cy="50436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/>
          <a:p>
            <a:pPr eaLnBrk="0" hangingPunct="0">
              <a:lnSpc>
                <a:spcPct val="130000"/>
              </a:lnSpc>
              <a:buClr>
                <a:srgbClr val="00B050"/>
              </a:buClr>
            </a:pPr>
            <a:r>
              <a:rPr kumimoji="1" lang="zh-CN" altLang="en-US" sz="2400" dirty="0">
                <a:solidFill>
                  <a:srgbClr val="0000FF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（</a:t>
            </a:r>
            <a:r>
              <a:rPr kumimoji="1" lang="en-US" altLang="zh-CN" sz="2400" dirty="0">
                <a:solidFill>
                  <a:srgbClr val="0000FF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5</a:t>
            </a:r>
            <a:r>
              <a:rPr kumimoji="1" lang="zh-CN" altLang="en-US" sz="2400" dirty="0">
                <a:solidFill>
                  <a:srgbClr val="0000FF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）字体及写法</a:t>
            </a:r>
            <a:endParaRPr kumimoji="1" lang="zh-CN" altLang="en-US" sz="2400" dirty="0">
              <a:solidFill>
                <a:srgbClr val="0000FF"/>
              </a:solidFill>
              <a:latin typeface="楷体" panose="02010609060101010101" pitchFamily="49" charset="-122"/>
              <a:ea typeface="楷体" panose="02010609060101010101" pitchFamily="49" charset="-122"/>
            </a:endParaRPr>
          </a:p>
        </p:txBody>
      </p:sp>
      <p:sp>
        <p:nvSpPr>
          <p:cNvPr id="168963" name="Rectangle 3"/>
          <p:cNvSpPr>
            <a:spLocks noChangeArrowheads="1"/>
          </p:cNvSpPr>
          <p:nvPr/>
        </p:nvSpPr>
        <p:spPr bwMode="auto">
          <a:xfrm>
            <a:off x="539750" y="1103516"/>
            <a:ext cx="8161338" cy="289179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/>
          <a:p>
            <a:pPr indent="457200" eaLnBrk="0" hangingPunct="0">
              <a:lnSpc>
                <a:spcPct val="130000"/>
              </a:lnSpc>
              <a:buClr>
                <a:srgbClr val="00B050"/>
              </a:buClr>
            </a:pPr>
            <a:r>
              <a:rPr kumimoji="1" lang="zh-CN" altLang="en-US" sz="2000" dirty="0" smtClean="0">
                <a:latin typeface="楷体" panose="02010609060101010101" pitchFamily="49" charset="-122"/>
                <a:ea typeface="楷体" panose="02010609060101010101" pitchFamily="49" charset="-122"/>
              </a:rPr>
              <a:t>② </a:t>
            </a:r>
            <a:r>
              <a:rPr kumimoji="1" lang="zh-CN" altLang="en-US" sz="2000" dirty="0">
                <a:latin typeface="楷体" panose="02010609060101010101" pitchFamily="49" charset="-122"/>
                <a:ea typeface="楷体" panose="02010609060101010101" pitchFamily="49" charset="-122"/>
              </a:rPr>
              <a:t>图纸中的“技术要求”、“说明”或“注”等字样，应写在具体文字内容的</a:t>
            </a:r>
            <a:r>
              <a:rPr kumimoji="1" lang="zh-CN" altLang="en-US" sz="2000" dirty="0">
                <a:solidFill>
                  <a:srgbClr val="FF0000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左上方</a:t>
            </a:r>
            <a:r>
              <a:rPr kumimoji="1" lang="zh-CN" altLang="en-US" sz="2000" dirty="0">
                <a:latin typeface="楷体" panose="02010609060101010101" pitchFamily="49" charset="-122"/>
                <a:ea typeface="楷体" panose="02010609060101010101" pitchFamily="49" charset="-122"/>
              </a:rPr>
              <a:t>，并且用</a:t>
            </a:r>
            <a:r>
              <a:rPr kumimoji="1" lang="zh-CN" altLang="en-US" sz="2000" dirty="0">
                <a:solidFill>
                  <a:srgbClr val="FF0000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比文字内容大一号的字体</a:t>
            </a:r>
            <a:r>
              <a:rPr kumimoji="1" lang="zh-CN" altLang="en-US" sz="2000" dirty="0">
                <a:latin typeface="楷体" panose="02010609060101010101" pitchFamily="49" charset="-122"/>
                <a:ea typeface="楷体" panose="02010609060101010101" pitchFamily="49" charset="-122"/>
              </a:rPr>
              <a:t>书写。当具体文字内容多于一项时，应按下列顺序号进行排列：</a:t>
            </a:r>
            <a:endParaRPr kumimoji="1" lang="zh-CN" altLang="en-US" sz="2000" dirty="0">
              <a:latin typeface="楷体" panose="02010609060101010101" pitchFamily="49" charset="-122"/>
              <a:ea typeface="楷体" panose="02010609060101010101" pitchFamily="49" charset="-122"/>
            </a:endParaRPr>
          </a:p>
          <a:p>
            <a:pPr indent="457200" eaLnBrk="0" hangingPunct="0">
              <a:lnSpc>
                <a:spcPct val="130000"/>
              </a:lnSpc>
              <a:buClr>
                <a:srgbClr val="00B050"/>
              </a:buClr>
            </a:pPr>
            <a:r>
              <a:rPr kumimoji="1" lang="en-US" altLang="zh-CN" sz="2000" dirty="0" smtClean="0">
                <a:latin typeface="楷体" panose="02010609060101010101" pitchFamily="49" charset="-122"/>
                <a:ea typeface="楷体" panose="02010609060101010101" pitchFamily="49" charset="-122"/>
              </a:rPr>
              <a:t>    1</a:t>
            </a:r>
            <a:r>
              <a:rPr kumimoji="1" lang="zh-CN" altLang="en-US" sz="2000" dirty="0">
                <a:latin typeface="楷体" panose="02010609060101010101" pitchFamily="49" charset="-122"/>
                <a:ea typeface="楷体" panose="02010609060101010101" pitchFamily="49" charset="-122"/>
              </a:rPr>
              <a:t>、</a:t>
            </a:r>
            <a:r>
              <a:rPr kumimoji="1" lang="en-US" altLang="zh-CN" sz="2000" dirty="0">
                <a:latin typeface="楷体" panose="02010609060101010101" pitchFamily="49" charset="-122"/>
                <a:ea typeface="楷体" panose="02010609060101010101" pitchFamily="49" charset="-122"/>
              </a:rPr>
              <a:t>2</a:t>
            </a:r>
            <a:r>
              <a:rPr kumimoji="1" lang="zh-CN" altLang="en-US" sz="2000" dirty="0">
                <a:latin typeface="楷体" panose="02010609060101010101" pitchFamily="49" charset="-122"/>
                <a:ea typeface="楷体" panose="02010609060101010101" pitchFamily="49" charset="-122"/>
              </a:rPr>
              <a:t>、</a:t>
            </a:r>
            <a:r>
              <a:rPr kumimoji="1" lang="en-US" altLang="zh-CN" sz="2000" dirty="0">
                <a:latin typeface="楷体" panose="02010609060101010101" pitchFamily="49" charset="-122"/>
                <a:ea typeface="楷体" panose="02010609060101010101" pitchFamily="49" charset="-122"/>
              </a:rPr>
              <a:t>3…</a:t>
            </a:r>
            <a:endParaRPr kumimoji="1" lang="en-US" altLang="zh-CN" sz="2000" dirty="0">
              <a:latin typeface="楷体" panose="02010609060101010101" pitchFamily="49" charset="-122"/>
              <a:ea typeface="楷体" panose="02010609060101010101" pitchFamily="49" charset="-122"/>
            </a:endParaRPr>
          </a:p>
          <a:p>
            <a:pPr indent="457200" eaLnBrk="0" hangingPunct="0">
              <a:lnSpc>
                <a:spcPct val="130000"/>
              </a:lnSpc>
              <a:buClr>
                <a:srgbClr val="00B050"/>
              </a:buClr>
            </a:pPr>
            <a:r>
              <a:rPr kumimoji="1" lang="zh-CN" altLang="en-US" sz="2000" dirty="0" smtClean="0">
                <a:latin typeface="楷体" panose="02010609060101010101" pitchFamily="49" charset="-122"/>
                <a:ea typeface="楷体" panose="02010609060101010101" pitchFamily="49" charset="-122"/>
              </a:rPr>
              <a:t>      （</a:t>
            </a:r>
            <a:r>
              <a:rPr kumimoji="1" lang="en-US" altLang="zh-CN" sz="2000" dirty="0">
                <a:latin typeface="楷体" panose="02010609060101010101" pitchFamily="49" charset="-122"/>
                <a:ea typeface="楷体" panose="02010609060101010101" pitchFamily="49" charset="-122"/>
              </a:rPr>
              <a:t>1</a:t>
            </a:r>
            <a:r>
              <a:rPr kumimoji="1" lang="zh-CN" altLang="en-US" sz="2000" dirty="0">
                <a:latin typeface="楷体" panose="02010609060101010101" pitchFamily="49" charset="-122"/>
                <a:ea typeface="楷体" panose="02010609060101010101" pitchFamily="49" charset="-122"/>
              </a:rPr>
              <a:t>）、（</a:t>
            </a:r>
            <a:r>
              <a:rPr kumimoji="1" lang="en-US" altLang="zh-CN" sz="2000" dirty="0">
                <a:latin typeface="楷体" panose="02010609060101010101" pitchFamily="49" charset="-122"/>
                <a:ea typeface="楷体" panose="02010609060101010101" pitchFamily="49" charset="-122"/>
              </a:rPr>
              <a:t>2</a:t>
            </a:r>
            <a:r>
              <a:rPr kumimoji="1" lang="zh-CN" altLang="en-US" sz="2000" dirty="0">
                <a:latin typeface="楷体" panose="02010609060101010101" pitchFamily="49" charset="-122"/>
                <a:ea typeface="楷体" panose="02010609060101010101" pitchFamily="49" charset="-122"/>
              </a:rPr>
              <a:t>）、（</a:t>
            </a:r>
            <a:r>
              <a:rPr kumimoji="1" lang="en-US" altLang="zh-CN" sz="2000" dirty="0">
                <a:latin typeface="楷体" panose="02010609060101010101" pitchFamily="49" charset="-122"/>
                <a:ea typeface="楷体" panose="02010609060101010101" pitchFamily="49" charset="-122"/>
              </a:rPr>
              <a:t>3</a:t>
            </a:r>
            <a:r>
              <a:rPr kumimoji="1" lang="zh-CN" altLang="en-US" sz="2000" dirty="0">
                <a:latin typeface="楷体" panose="02010609060101010101" pitchFamily="49" charset="-122"/>
                <a:ea typeface="楷体" panose="02010609060101010101" pitchFamily="49" charset="-122"/>
              </a:rPr>
              <a:t>）</a:t>
            </a:r>
            <a:r>
              <a:rPr kumimoji="1" lang="en-US" altLang="zh-CN" sz="2000" dirty="0">
                <a:latin typeface="楷体" panose="02010609060101010101" pitchFamily="49" charset="-122"/>
                <a:ea typeface="楷体" panose="02010609060101010101" pitchFamily="49" charset="-122"/>
              </a:rPr>
              <a:t>…</a:t>
            </a:r>
            <a:endParaRPr kumimoji="1" lang="en-US" altLang="zh-CN" sz="2000" dirty="0">
              <a:latin typeface="楷体" panose="02010609060101010101" pitchFamily="49" charset="-122"/>
              <a:ea typeface="楷体" panose="02010609060101010101" pitchFamily="49" charset="-122"/>
            </a:endParaRPr>
          </a:p>
          <a:p>
            <a:pPr indent="457200" eaLnBrk="0" hangingPunct="0">
              <a:lnSpc>
                <a:spcPct val="130000"/>
              </a:lnSpc>
              <a:buClr>
                <a:srgbClr val="00B050"/>
              </a:buClr>
            </a:pPr>
            <a:r>
              <a:rPr kumimoji="1" lang="en-US" altLang="zh-CN" sz="2000" dirty="0" smtClean="0">
                <a:latin typeface="楷体" panose="02010609060101010101" pitchFamily="49" charset="-122"/>
                <a:ea typeface="楷体" panose="02010609060101010101" pitchFamily="49" charset="-122"/>
              </a:rPr>
              <a:t>            ①</a:t>
            </a:r>
            <a:r>
              <a:rPr kumimoji="1" lang="zh-CN" altLang="en-US" sz="2000" dirty="0">
                <a:latin typeface="楷体" panose="02010609060101010101" pitchFamily="49" charset="-122"/>
                <a:ea typeface="楷体" panose="02010609060101010101" pitchFamily="49" charset="-122"/>
              </a:rPr>
              <a:t>、②、③</a:t>
            </a:r>
            <a:r>
              <a:rPr kumimoji="1" lang="en-US" altLang="zh-CN" sz="2000" dirty="0">
                <a:latin typeface="楷体" panose="02010609060101010101" pitchFamily="49" charset="-122"/>
                <a:ea typeface="楷体" panose="02010609060101010101" pitchFamily="49" charset="-122"/>
              </a:rPr>
              <a:t>…</a:t>
            </a:r>
            <a:endParaRPr kumimoji="1" lang="en-US" altLang="zh-CN" sz="2000" dirty="0">
              <a:latin typeface="楷体" panose="02010609060101010101" pitchFamily="49" charset="-122"/>
              <a:ea typeface="楷体" panose="02010609060101010101" pitchFamily="49" charset="-122"/>
            </a:endParaRPr>
          </a:p>
          <a:p>
            <a:pPr indent="457200" eaLnBrk="0" hangingPunct="0">
              <a:lnSpc>
                <a:spcPct val="130000"/>
              </a:lnSpc>
              <a:buClr>
                <a:srgbClr val="00B050"/>
              </a:buClr>
            </a:pPr>
            <a:endParaRPr kumimoji="1" lang="zh-CN" altLang="en-US" sz="2000" dirty="0">
              <a:latin typeface="楷体" panose="02010609060101010101" pitchFamily="49" charset="-122"/>
              <a:ea typeface="楷体" panose="02010609060101010101" pitchFamily="49" charset="-122"/>
            </a:endParaRPr>
          </a:p>
        </p:txBody>
      </p:sp>
      <p:sp>
        <p:nvSpPr>
          <p:cNvPr id="5" name="TextBox 6"/>
          <p:cNvSpPr txBox="1">
            <a:spLocks noChangeArrowheads="1"/>
          </p:cNvSpPr>
          <p:nvPr/>
        </p:nvSpPr>
        <p:spPr bwMode="auto">
          <a:xfrm>
            <a:off x="539750" y="123825"/>
            <a:ext cx="8604250" cy="4349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r>
              <a:rPr lang="en-US" altLang="zh-CN" sz="3200" b="1" dirty="0">
                <a:solidFill>
                  <a:schemeClr val="tx2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2</a:t>
            </a:r>
            <a:r>
              <a:rPr lang="zh-CN" altLang="en-US" sz="3200" b="1" dirty="0">
                <a:solidFill>
                  <a:schemeClr val="tx2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、通信工程制图的统一规定</a:t>
            </a:r>
            <a:endParaRPr lang="zh-CN" altLang="en-US" sz="3200" b="1" dirty="0">
              <a:solidFill>
                <a:schemeClr val="tx2"/>
              </a:solidFill>
              <a:latin typeface="华文新魏" panose="02010800040101010101" pitchFamily="2" charset="-122"/>
              <a:ea typeface="华文新魏" panose="02010800040101010101" pitchFamily="2" charset="-122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/>
    </mc:Choice>
    <mc:Fallback>
      <p:transition spd="slow"/>
    </mc:Fallback>
  </mc:AlternateContent>
  <p:timing>
    <p:tnLst>
      <p:par>
        <p:cTn id="1" dur="indefinite" restart="never" nodeType="tmRoot"/>
      </p:par>
    </p:tnLst>
  </p:timing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8962" name="Rectangle 2"/>
          <p:cNvSpPr>
            <a:spLocks noChangeArrowheads="1"/>
          </p:cNvSpPr>
          <p:nvPr/>
        </p:nvSpPr>
        <p:spPr bwMode="auto">
          <a:xfrm>
            <a:off x="323528" y="627221"/>
            <a:ext cx="3254375" cy="50436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/>
          <a:p>
            <a:pPr eaLnBrk="0" hangingPunct="0">
              <a:lnSpc>
                <a:spcPct val="130000"/>
              </a:lnSpc>
              <a:buClr>
                <a:srgbClr val="00B050"/>
              </a:buClr>
            </a:pPr>
            <a:r>
              <a:rPr kumimoji="1" lang="zh-CN" altLang="en-US" sz="2400" dirty="0">
                <a:solidFill>
                  <a:srgbClr val="0000FF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（</a:t>
            </a:r>
            <a:r>
              <a:rPr kumimoji="1" lang="en-US" altLang="zh-CN" sz="2400" dirty="0">
                <a:solidFill>
                  <a:srgbClr val="0000FF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5</a:t>
            </a:r>
            <a:r>
              <a:rPr kumimoji="1" lang="zh-CN" altLang="en-US" sz="2400" dirty="0">
                <a:solidFill>
                  <a:srgbClr val="0000FF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）字体及写法</a:t>
            </a:r>
            <a:endParaRPr kumimoji="1" lang="zh-CN" altLang="en-US" sz="2400" dirty="0">
              <a:solidFill>
                <a:srgbClr val="0000FF"/>
              </a:solidFill>
              <a:latin typeface="楷体" panose="02010609060101010101" pitchFamily="49" charset="-122"/>
              <a:ea typeface="楷体" panose="02010609060101010101" pitchFamily="49" charset="-122"/>
            </a:endParaRPr>
          </a:p>
        </p:txBody>
      </p:sp>
      <p:sp>
        <p:nvSpPr>
          <p:cNvPr id="168963" name="Rectangle 3"/>
          <p:cNvSpPr>
            <a:spLocks noChangeArrowheads="1"/>
          </p:cNvSpPr>
          <p:nvPr/>
        </p:nvSpPr>
        <p:spPr bwMode="auto">
          <a:xfrm>
            <a:off x="539750" y="1103516"/>
            <a:ext cx="8161338" cy="89154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/>
          <a:p>
            <a:pPr indent="457200" eaLnBrk="0" hangingPunct="0">
              <a:lnSpc>
                <a:spcPct val="130000"/>
              </a:lnSpc>
              <a:buClr>
                <a:srgbClr val="00B050"/>
              </a:buClr>
            </a:pPr>
            <a:r>
              <a:rPr kumimoji="1" lang="en-US" altLang="zh-CN" sz="2000" dirty="0" smtClean="0">
                <a:latin typeface="楷体" panose="02010609060101010101" pitchFamily="49" charset="-122"/>
                <a:ea typeface="楷体" panose="02010609060101010101" pitchFamily="49" charset="-122"/>
              </a:rPr>
              <a:t>③ </a:t>
            </a:r>
            <a:r>
              <a:rPr kumimoji="1" lang="zh-CN" altLang="en-US" sz="2000" dirty="0">
                <a:latin typeface="楷体" panose="02010609060101010101" pitchFamily="49" charset="-122"/>
                <a:ea typeface="楷体" panose="02010609060101010101" pitchFamily="49" charset="-122"/>
              </a:rPr>
              <a:t>在图中所涉及表征数量的数字，均应</a:t>
            </a:r>
            <a:r>
              <a:rPr kumimoji="1" lang="zh-CN" altLang="en-US" sz="2000" dirty="0">
                <a:solidFill>
                  <a:srgbClr val="FF0000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采用阿拉伯数字</a:t>
            </a:r>
            <a:r>
              <a:rPr kumimoji="1" lang="zh-CN" altLang="en-US" sz="2000" dirty="0">
                <a:latin typeface="楷体" panose="02010609060101010101" pitchFamily="49" charset="-122"/>
                <a:ea typeface="楷体" panose="02010609060101010101" pitchFamily="49" charset="-122"/>
              </a:rPr>
              <a:t>表示，且计量单位应使用国家颁布的法定计量单位。</a:t>
            </a:r>
            <a:endParaRPr kumimoji="1" lang="zh-CN" altLang="en-US" sz="2000" dirty="0">
              <a:latin typeface="楷体" panose="02010609060101010101" pitchFamily="49" charset="-122"/>
              <a:ea typeface="楷体" panose="02010609060101010101" pitchFamily="49" charset="-122"/>
            </a:endParaRPr>
          </a:p>
        </p:txBody>
      </p:sp>
      <p:sp>
        <p:nvSpPr>
          <p:cNvPr id="5" name="TextBox 6"/>
          <p:cNvSpPr txBox="1">
            <a:spLocks noChangeArrowheads="1"/>
          </p:cNvSpPr>
          <p:nvPr/>
        </p:nvSpPr>
        <p:spPr bwMode="auto">
          <a:xfrm>
            <a:off x="539750" y="123825"/>
            <a:ext cx="8604250" cy="4349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r>
              <a:rPr lang="en-US" altLang="zh-CN" sz="3200" b="1" dirty="0">
                <a:solidFill>
                  <a:schemeClr val="tx2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2</a:t>
            </a:r>
            <a:r>
              <a:rPr lang="zh-CN" altLang="en-US" sz="3200" b="1" dirty="0">
                <a:solidFill>
                  <a:schemeClr val="tx2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、通信工程制图的统一规定</a:t>
            </a:r>
            <a:endParaRPr lang="zh-CN" altLang="en-US" sz="3200" b="1" dirty="0">
              <a:solidFill>
                <a:schemeClr val="tx2"/>
              </a:solidFill>
              <a:latin typeface="华文新魏" panose="02010800040101010101" pitchFamily="2" charset="-122"/>
              <a:ea typeface="华文新魏" panose="02010800040101010101" pitchFamily="2" charset="-122"/>
            </a:endParaRPr>
          </a:p>
        </p:txBody>
      </p:sp>
      <p:pic>
        <p:nvPicPr>
          <p:cNvPr id="2" name="图片 1" descr="字体写法"/>
          <p:cNvPicPr>
            <a:picLocks noChangeAspect="1"/>
          </p:cNvPicPr>
          <p:nvPr/>
        </p:nvPicPr>
        <p:blipFill>
          <a:blip r:embed="rId1"/>
          <a:srcRect t="13000" b="13358"/>
          <a:stretch>
            <a:fillRect/>
          </a:stretch>
        </p:blipFill>
        <p:spPr>
          <a:xfrm>
            <a:off x="2195830" y="1923415"/>
            <a:ext cx="5823585" cy="3216275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/>
    </mc:Choice>
    <mc:Fallback>
      <p:transition spd="slow"/>
    </mc:Fallback>
  </mc:AlternateContent>
  <p:timing>
    <p:tnLst>
      <p:par>
        <p:cTn id="1" dur="indefinite" restart="never" nodeType="tmRoot"/>
      </p:par>
    </p:tnLst>
  </p:timing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8962" name="Rectangle 2"/>
          <p:cNvSpPr>
            <a:spLocks noChangeArrowheads="1"/>
          </p:cNvSpPr>
          <p:nvPr/>
        </p:nvSpPr>
        <p:spPr bwMode="auto">
          <a:xfrm>
            <a:off x="323215" y="627380"/>
            <a:ext cx="4463415" cy="57086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/>
          <a:p>
            <a:pPr eaLnBrk="0" hangingPunct="0">
              <a:lnSpc>
                <a:spcPct val="130000"/>
              </a:lnSpc>
              <a:buClr>
                <a:srgbClr val="00B050"/>
              </a:buClr>
            </a:pPr>
            <a:r>
              <a:rPr kumimoji="1" lang="zh-CN" altLang="en-US" sz="2400" dirty="0">
                <a:solidFill>
                  <a:srgbClr val="0000FF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（</a:t>
            </a:r>
            <a:r>
              <a:rPr kumimoji="1" lang="en-US" altLang="zh-CN" sz="2400" dirty="0">
                <a:solidFill>
                  <a:srgbClr val="0000FF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5</a:t>
            </a:r>
            <a:r>
              <a:rPr kumimoji="1" lang="zh-CN" altLang="en-US" sz="2400" dirty="0">
                <a:solidFill>
                  <a:srgbClr val="0000FF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）字体及写法</a:t>
            </a:r>
            <a:r>
              <a:rPr kumimoji="1" lang="zh-CN" altLang="en-US" sz="2400" dirty="0">
                <a:solidFill>
                  <a:srgbClr val="0000FF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拓展知识</a:t>
            </a:r>
            <a:endParaRPr kumimoji="1" lang="zh-CN" altLang="en-US" sz="2400" dirty="0">
              <a:solidFill>
                <a:srgbClr val="0000FF"/>
              </a:solidFill>
              <a:latin typeface="楷体" panose="02010609060101010101" pitchFamily="49" charset="-122"/>
              <a:ea typeface="楷体" panose="02010609060101010101" pitchFamily="49" charset="-122"/>
            </a:endParaRPr>
          </a:p>
        </p:txBody>
      </p:sp>
      <p:sp>
        <p:nvSpPr>
          <p:cNvPr id="5" name="TextBox 6"/>
          <p:cNvSpPr txBox="1">
            <a:spLocks noChangeArrowheads="1"/>
          </p:cNvSpPr>
          <p:nvPr/>
        </p:nvSpPr>
        <p:spPr bwMode="auto">
          <a:xfrm>
            <a:off x="539750" y="123825"/>
            <a:ext cx="8604250" cy="4349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r>
              <a:rPr lang="en-US" altLang="zh-CN" sz="3200" b="1" dirty="0">
                <a:solidFill>
                  <a:schemeClr val="tx2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2</a:t>
            </a:r>
            <a:r>
              <a:rPr lang="zh-CN" altLang="en-US" sz="3200" b="1" dirty="0">
                <a:solidFill>
                  <a:schemeClr val="tx2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、通信工程制图的统一规定</a:t>
            </a:r>
            <a:endParaRPr lang="zh-CN" altLang="en-US" sz="3200" b="1" dirty="0">
              <a:solidFill>
                <a:schemeClr val="tx2"/>
              </a:solidFill>
              <a:latin typeface="华文新魏" panose="02010800040101010101" pitchFamily="2" charset="-122"/>
              <a:ea typeface="华文新魏" panose="02010800040101010101" pitchFamily="2" charset="-122"/>
            </a:endParaRPr>
          </a:p>
        </p:txBody>
      </p:sp>
      <p:pic>
        <p:nvPicPr>
          <p:cNvPr id="2" name="图片 1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77265" y="1347470"/>
            <a:ext cx="7189470" cy="2703195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/>
    </mc:Choice>
    <mc:Fallback>
      <p:transition spd="slow"/>
    </mc:Fallback>
  </mc:AlternateContent>
  <p:timing>
    <p:tnLst>
      <p:par>
        <p:cTn id="1" dur="indefinite" restart="never" nodeType="tmRoot"/>
      </p:par>
    </p:tnLst>
  </p:timing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8962" name="Rectangle 2"/>
          <p:cNvSpPr>
            <a:spLocks noChangeArrowheads="1"/>
          </p:cNvSpPr>
          <p:nvPr/>
        </p:nvSpPr>
        <p:spPr bwMode="auto">
          <a:xfrm>
            <a:off x="323215" y="627380"/>
            <a:ext cx="4463415" cy="57086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/>
          <a:p>
            <a:pPr eaLnBrk="0" hangingPunct="0">
              <a:lnSpc>
                <a:spcPct val="130000"/>
              </a:lnSpc>
              <a:buClr>
                <a:srgbClr val="00B050"/>
              </a:buClr>
            </a:pPr>
            <a:r>
              <a:rPr kumimoji="1" lang="zh-CN" altLang="en-US" sz="2400" dirty="0">
                <a:solidFill>
                  <a:srgbClr val="0000FF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（</a:t>
            </a:r>
            <a:r>
              <a:rPr kumimoji="1" lang="en-US" altLang="zh-CN" sz="2400" dirty="0">
                <a:solidFill>
                  <a:srgbClr val="0000FF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5</a:t>
            </a:r>
            <a:r>
              <a:rPr kumimoji="1" lang="zh-CN" altLang="en-US" sz="2400" dirty="0">
                <a:solidFill>
                  <a:srgbClr val="0000FF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）字体及写法</a:t>
            </a:r>
            <a:r>
              <a:rPr kumimoji="1" lang="zh-CN" altLang="en-US" sz="2400" dirty="0">
                <a:solidFill>
                  <a:srgbClr val="0000FF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小结</a:t>
            </a:r>
            <a:endParaRPr kumimoji="1" lang="zh-CN" altLang="en-US" sz="2400" dirty="0">
              <a:solidFill>
                <a:srgbClr val="0000FF"/>
              </a:solidFill>
              <a:latin typeface="楷体" panose="02010609060101010101" pitchFamily="49" charset="-122"/>
              <a:ea typeface="楷体" panose="02010609060101010101" pitchFamily="49" charset="-122"/>
            </a:endParaRPr>
          </a:p>
        </p:txBody>
      </p:sp>
      <p:sp>
        <p:nvSpPr>
          <p:cNvPr id="5" name="TextBox 6"/>
          <p:cNvSpPr txBox="1">
            <a:spLocks noChangeArrowheads="1"/>
          </p:cNvSpPr>
          <p:nvPr/>
        </p:nvSpPr>
        <p:spPr bwMode="auto">
          <a:xfrm>
            <a:off x="539750" y="123825"/>
            <a:ext cx="8604250" cy="4349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r>
              <a:rPr lang="en-US" altLang="zh-CN" sz="3200" b="1" dirty="0">
                <a:solidFill>
                  <a:schemeClr val="tx2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2</a:t>
            </a:r>
            <a:r>
              <a:rPr lang="zh-CN" altLang="en-US" sz="3200" b="1" dirty="0">
                <a:solidFill>
                  <a:schemeClr val="tx2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、通信工程制图的统一规定</a:t>
            </a:r>
            <a:endParaRPr lang="zh-CN" altLang="en-US" sz="3200" b="1" dirty="0">
              <a:solidFill>
                <a:schemeClr val="tx2"/>
              </a:solidFill>
              <a:latin typeface="华文新魏" panose="02010800040101010101" pitchFamily="2" charset="-122"/>
              <a:ea typeface="华文新魏" panose="02010800040101010101" pitchFamily="2" charset="-122"/>
            </a:endParaRPr>
          </a:p>
        </p:txBody>
      </p:sp>
      <p:pic>
        <p:nvPicPr>
          <p:cNvPr id="3" name="图片 2"/>
          <p:cNvPicPr>
            <a:picLocks noChangeAspect="1"/>
          </p:cNvPicPr>
          <p:nvPr/>
        </p:nvPicPr>
        <p:blipFill>
          <a:blip r:embed="rId1"/>
          <a:srcRect t="7794"/>
          <a:stretch>
            <a:fillRect/>
          </a:stretch>
        </p:blipFill>
        <p:spPr>
          <a:xfrm>
            <a:off x="1764030" y="1347470"/>
            <a:ext cx="5801360" cy="2884805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/>
    </mc:Choice>
    <mc:Fallback>
      <p:transition spd="slow"/>
    </mc:Fallback>
  </mc:AlternateContent>
  <p:timing>
    <p:tnLst>
      <p:par>
        <p:cTn id="1" dur="indefinite" restart="never" nodeType="tmRoot"/>
      </p:par>
    </p:tnLst>
  </p:timing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7938" name="Rectangle 2"/>
          <p:cNvSpPr>
            <a:spLocks noChangeArrowheads="1"/>
          </p:cNvSpPr>
          <p:nvPr/>
        </p:nvSpPr>
        <p:spPr bwMode="auto">
          <a:xfrm>
            <a:off x="417493" y="627534"/>
            <a:ext cx="2792412" cy="50436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/>
          <a:p>
            <a:pPr eaLnBrk="0" hangingPunct="0">
              <a:lnSpc>
                <a:spcPct val="130000"/>
              </a:lnSpc>
              <a:buClr>
                <a:srgbClr val="00B050"/>
              </a:buClr>
            </a:pPr>
            <a:r>
              <a:rPr kumimoji="1" lang="zh-CN" altLang="en-US" sz="2400" dirty="0">
                <a:solidFill>
                  <a:srgbClr val="0000FF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（</a:t>
            </a:r>
            <a:r>
              <a:rPr kumimoji="1" lang="en-US" altLang="zh-CN" sz="2400" dirty="0">
                <a:solidFill>
                  <a:srgbClr val="0000FF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6</a:t>
            </a:r>
            <a:r>
              <a:rPr kumimoji="1" lang="zh-CN" altLang="en-US" sz="2400" dirty="0">
                <a:solidFill>
                  <a:srgbClr val="0000FF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）图衔 </a:t>
            </a:r>
            <a:endParaRPr kumimoji="1" lang="zh-CN" altLang="en-US" sz="2400" dirty="0">
              <a:solidFill>
                <a:srgbClr val="0000FF"/>
              </a:solidFill>
              <a:latin typeface="楷体" panose="02010609060101010101" pitchFamily="49" charset="-122"/>
              <a:ea typeface="楷体" panose="02010609060101010101" pitchFamily="49" charset="-122"/>
            </a:endParaRPr>
          </a:p>
        </p:txBody>
      </p:sp>
      <p:sp>
        <p:nvSpPr>
          <p:cNvPr id="167939" name="Rectangle 3"/>
          <p:cNvSpPr>
            <a:spLocks noChangeArrowheads="1"/>
          </p:cNvSpPr>
          <p:nvPr/>
        </p:nvSpPr>
        <p:spPr bwMode="auto">
          <a:xfrm>
            <a:off x="539750" y="1028700"/>
            <a:ext cx="8351838" cy="393128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/>
          <a:p>
            <a:pPr indent="457200" eaLnBrk="0" hangingPunct="0">
              <a:lnSpc>
                <a:spcPct val="130000"/>
              </a:lnSpc>
              <a:buClr>
                <a:srgbClr val="00B050"/>
              </a:buClr>
            </a:pPr>
            <a:r>
              <a:rPr kumimoji="1" lang="zh-CN" altLang="en-US" sz="2000" dirty="0" smtClean="0">
                <a:latin typeface="楷体" panose="02010609060101010101" pitchFamily="49" charset="-122"/>
                <a:ea typeface="楷体" panose="02010609060101010101" pitchFamily="49" charset="-122"/>
              </a:rPr>
              <a:t>通信工程</a:t>
            </a:r>
            <a:r>
              <a:rPr kumimoji="1" lang="zh-CN" altLang="en-US" sz="2000" dirty="0">
                <a:latin typeface="楷体" panose="02010609060101010101" pitchFamily="49" charset="-122"/>
                <a:ea typeface="楷体" panose="02010609060101010101" pitchFamily="49" charset="-122"/>
              </a:rPr>
              <a:t>常用标准图衔为</a:t>
            </a:r>
            <a:r>
              <a:rPr kumimoji="1" lang="zh-CN" altLang="en-US" sz="2000" dirty="0">
                <a:solidFill>
                  <a:srgbClr val="C00000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长方形</a:t>
            </a:r>
            <a:r>
              <a:rPr kumimoji="1" lang="zh-CN" altLang="en-US" sz="2000" dirty="0">
                <a:latin typeface="楷体" panose="02010609060101010101" pitchFamily="49" charset="-122"/>
                <a:ea typeface="楷体" panose="02010609060101010101" pitchFamily="49" charset="-122"/>
              </a:rPr>
              <a:t>，置于图面</a:t>
            </a:r>
            <a:r>
              <a:rPr kumimoji="1" lang="zh-CN" altLang="en-US" sz="2000" dirty="0">
                <a:solidFill>
                  <a:srgbClr val="C00000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右下角</a:t>
            </a:r>
            <a:r>
              <a:rPr kumimoji="1" lang="zh-CN" altLang="en-US" sz="2000" dirty="0">
                <a:latin typeface="楷体" panose="02010609060101010101" pitchFamily="49" charset="-122"/>
                <a:ea typeface="楷体" panose="02010609060101010101" pitchFamily="49" charset="-122"/>
              </a:rPr>
              <a:t>，大小为</a:t>
            </a:r>
            <a:r>
              <a:rPr kumimoji="1" lang="en-US" altLang="zh-CN" sz="2000" dirty="0">
                <a:solidFill>
                  <a:srgbClr val="FF0000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30 mm×180 mm</a:t>
            </a:r>
            <a:r>
              <a:rPr kumimoji="1" lang="zh-CN" altLang="en-US" sz="2000" dirty="0">
                <a:latin typeface="楷体" panose="02010609060101010101" pitchFamily="49" charset="-122"/>
                <a:ea typeface="楷体" panose="02010609060101010101" pitchFamily="49" charset="-122"/>
              </a:rPr>
              <a:t>（高</a:t>
            </a:r>
            <a:r>
              <a:rPr kumimoji="1" lang="en-US" altLang="zh-CN" sz="2000" dirty="0">
                <a:latin typeface="楷体" panose="02010609060101010101" pitchFamily="49" charset="-122"/>
                <a:ea typeface="楷体" panose="02010609060101010101" pitchFamily="49" charset="-122"/>
              </a:rPr>
              <a:t>×</a:t>
            </a:r>
            <a:r>
              <a:rPr kumimoji="1" lang="zh-CN" altLang="en-US" sz="2000" dirty="0">
                <a:latin typeface="楷体" panose="02010609060101010101" pitchFamily="49" charset="-122"/>
                <a:ea typeface="楷体" panose="02010609060101010101" pitchFamily="49" charset="-122"/>
              </a:rPr>
              <a:t>长），主要包括单位主管、部门主管、总负责人、单项负责人、审核人、校核人、制图人以及图号等，</a:t>
            </a:r>
            <a:r>
              <a:rPr kumimoji="1" lang="zh-CN" altLang="en-US" sz="2000" dirty="0">
                <a:solidFill>
                  <a:srgbClr val="FF0000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图衔的外框必须加粗</a:t>
            </a:r>
            <a:r>
              <a:rPr kumimoji="1" lang="zh-CN" altLang="en-US" sz="2000" dirty="0">
                <a:latin typeface="楷体" panose="02010609060101010101" pitchFamily="49" charset="-122"/>
                <a:ea typeface="楷体" panose="02010609060101010101" pitchFamily="49" charset="-122"/>
              </a:rPr>
              <a:t>，其</a:t>
            </a:r>
            <a:r>
              <a:rPr kumimoji="1" lang="zh-CN" altLang="en-US" sz="2000" dirty="0">
                <a:solidFill>
                  <a:srgbClr val="FF0000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线条粗细应与整个图框相一致</a:t>
            </a:r>
            <a:r>
              <a:rPr kumimoji="1" lang="zh-CN" altLang="en-US" sz="2000" dirty="0">
                <a:latin typeface="楷体" panose="02010609060101010101" pitchFamily="49" charset="-122"/>
                <a:ea typeface="楷体" panose="02010609060101010101" pitchFamily="49" charset="-122"/>
              </a:rPr>
              <a:t>，如下图所示</a:t>
            </a:r>
            <a:r>
              <a:rPr kumimoji="1" lang="zh-CN" altLang="en-US" sz="2000" dirty="0" smtClean="0">
                <a:latin typeface="楷体" panose="02010609060101010101" pitchFamily="49" charset="-122"/>
                <a:ea typeface="楷体" panose="02010609060101010101" pitchFamily="49" charset="-122"/>
              </a:rPr>
              <a:t>。</a:t>
            </a:r>
            <a:endParaRPr kumimoji="1" lang="en-US" altLang="zh-CN" sz="2000" dirty="0" smtClean="0">
              <a:latin typeface="楷体" panose="02010609060101010101" pitchFamily="49" charset="-122"/>
              <a:ea typeface="楷体" panose="02010609060101010101" pitchFamily="49" charset="-122"/>
            </a:endParaRPr>
          </a:p>
          <a:p>
            <a:pPr indent="457200" eaLnBrk="0" hangingPunct="0">
              <a:lnSpc>
                <a:spcPct val="130000"/>
              </a:lnSpc>
              <a:buClr>
                <a:srgbClr val="00B050"/>
              </a:buClr>
            </a:pPr>
            <a:endParaRPr kumimoji="1" lang="en-US" altLang="zh-CN" sz="1600" dirty="0">
              <a:latin typeface="楷体" panose="02010609060101010101" pitchFamily="49" charset="-122"/>
              <a:ea typeface="楷体" panose="02010609060101010101" pitchFamily="49" charset="-122"/>
            </a:endParaRPr>
          </a:p>
          <a:p>
            <a:pPr indent="457200" eaLnBrk="0" hangingPunct="0">
              <a:lnSpc>
                <a:spcPct val="130000"/>
              </a:lnSpc>
              <a:buClr>
                <a:srgbClr val="00B050"/>
              </a:buClr>
            </a:pPr>
            <a:endParaRPr kumimoji="1" lang="en-US" altLang="zh-CN" sz="1600" dirty="0" smtClean="0">
              <a:latin typeface="楷体" panose="02010609060101010101" pitchFamily="49" charset="-122"/>
              <a:ea typeface="楷体" panose="02010609060101010101" pitchFamily="49" charset="-122"/>
            </a:endParaRPr>
          </a:p>
          <a:p>
            <a:pPr indent="457200" eaLnBrk="0" hangingPunct="0">
              <a:lnSpc>
                <a:spcPct val="130000"/>
              </a:lnSpc>
              <a:buClr>
                <a:srgbClr val="00B050"/>
              </a:buClr>
            </a:pPr>
            <a:endParaRPr kumimoji="1" lang="en-US" altLang="zh-CN" sz="1600" dirty="0">
              <a:latin typeface="楷体" panose="02010609060101010101" pitchFamily="49" charset="-122"/>
              <a:ea typeface="楷体" panose="02010609060101010101" pitchFamily="49" charset="-122"/>
            </a:endParaRPr>
          </a:p>
          <a:p>
            <a:pPr indent="457200" eaLnBrk="0" hangingPunct="0">
              <a:lnSpc>
                <a:spcPct val="130000"/>
              </a:lnSpc>
              <a:buClr>
                <a:srgbClr val="00B050"/>
              </a:buClr>
            </a:pPr>
            <a:endParaRPr kumimoji="1" lang="en-US" altLang="zh-CN" sz="1600" dirty="0" smtClean="0">
              <a:latin typeface="楷体" panose="02010609060101010101" pitchFamily="49" charset="-122"/>
              <a:ea typeface="楷体" panose="02010609060101010101" pitchFamily="49" charset="-122"/>
            </a:endParaRPr>
          </a:p>
          <a:p>
            <a:pPr indent="457200" eaLnBrk="0" hangingPunct="0">
              <a:lnSpc>
                <a:spcPct val="130000"/>
              </a:lnSpc>
              <a:buClr>
                <a:srgbClr val="00B050"/>
              </a:buClr>
            </a:pPr>
            <a:endParaRPr kumimoji="1" lang="en-US" altLang="zh-CN" sz="1600" dirty="0">
              <a:latin typeface="楷体" panose="02010609060101010101" pitchFamily="49" charset="-122"/>
              <a:ea typeface="楷体" panose="02010609060101010101" pitchFamily="49" charset="-122"/>
            </a:endParaRPr>
          </a:p>
          <a:p>
            <a:pPr indent="457200" eaLnBrk="0" hangingPunct="0">
              <a:lnSpc>
                <a:spcPct val="130000"/>
              </a:lnSpc>
              <a:buClr>
                <a:srgbClr val="00B050"/>
              </a:buClr>
            </a:pPr>
            <a:r>
              <a:rPr kumimoji="1" lang="zh-CN" altLang="en-US" sz="1600" dirty="0" smtClean="0">
                <a:latin typeface="楷体" panose="02010609060101010101" pitchFamily="49" charset="-122"/>
                <a:ea typeface="楷体" panose="02010609060101010101" pitchFamily="49" charset="-122"/>
              </a:rPr>
              <a:t> </a:t>
            </a:r>
            <a:endParaRPr kumimoji="1" lang="en-US" altLang="zh-CN" sz="1600" dirty="0" smtClean="0">
              <a:latin typeface="楷体" panose="02010609060101010101" pitchFamily="49" charset="-122"/>
              <a:ea typeface="楷体" panose="02010609060101010101" pitchFamily="49" charset="-122"/>
            </a:endParaRPr>
          </a:p>
          <a:p>
            <a:pPr indent="457200" eaLnBrk="0" hangingPunct="0">
              <a:lnSpc>
                <a:spcPct val="130000"/>
              </a:lnSpc>
              <a:buClr>
                <a:srgbClr val="00B050"/>
              </a:buClr>
            </a:pPr>
            <a:r>
              <a:rPr kumimoji="1" lang="zh-CN" altLang="en-US" sz="1600" dirty="0" smtClean="0">
                <a:latin typeface="楷体" panose="02010609060101010101" pitchFamily="49" charset="-122"/>
                <a:ea typeface="楷体" panose="02010609060101010101" pitchFamily="49" charset="-122"/>
              </a:rPr>
              <a:t>  </a:t>
            </a:r>
            <a:endParaRPr kumimoji="1" lang="zh-CN" altLang="en-US" sz="1600" dirty="0">
              <a:latin typeface="楷体" panose="02010609060101010101" pitchFamily="49" charset="-122"/>
              <a:ea typeface="楷体" panose="02010609060101010101" pitchFamily="49" charset="-122"/>
            </a:endParaRPr>
          </a:p>
        </p:txBody>
      </p:sp>
      <p:sp>
        <p:nvSpPr>
          <p:cNvPr id="167940" name="Rectangle 4"/>
          <p:cNvSpPr>
            <a:spLocks noChangeArrowheads="1"/>
          </p:cNvSpPr>
          <p:nvPr/>
        </p:nvSpPr>
        <p:spPr bwMode="auto">
          <a:xfrm>
            <a:off x="0" y="1840924"/>
            <a:ext cx="184731" cy="36933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/>
          <a:p>
            <a:endParaRPr lang="zh-CN" altLang="en-US"/>
          </a:p>
        </p:txBody>
      </p:sp>
      <p:sp>
        <p:nvSpPr>
          <p:cNvPr id="9" name="TextBox 6"/>
          <p:cNvSpPr txBox="1">
            <a:spLocks noChangeArrowheads="1"/>
          </p:cNvSpPr>
          <p:nvPr/>
        </p:nvSpPr>
        <p:spPr bwMode="auto">
          <a:xfrm>
            <a:off x="539750" y="123825"/>
            <a:ext cx="8604250" cy="4349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r>
              <a:rPr lang="en-US" altLang="zh-CN" sz="3200" b="1" dirty="0">
                <a:solidFill>
                  <a:schemeClr val="tx2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2</a:t>
            </a:r>
            <a:r>
              <a:rPr lang="zh-CN" altLang="en-US" sz="3200" b="1" dirty="0">
                <a:solidFill>
                  <a:schemeClr val="tx2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、通信工程制图的统一规定</a:t>
            </a:r>
            <a:endParaRPr lang="zh-CN" altLang="en-US" sz="3200" b="1" dirty="0">
              <a:solidFill>
                <a:schemeClr val="tx2"/>
              </a:solidFill>
              <a:latin typeface="华文新魏" panose="02010800040101010101" pitchFamily="2" charset="-122"/>
              <a:ea typeface="华文新魏" panose="02010800040101010101" pitchFamily="2" charset="-122"/>
            </a:endParaRPr>
          </a:p>
        </p:txBody>
      </p:sp>
      <p:pic>
        <p:nvPicPr>
          <p:cNvPr id="3" name="Picture 36"/>
          <p:cNvPicPr>
            <a:picLocks noChangeAspect="1" noChangeArrowheads="1"/>
          </p:cNvPicPr>
          <p:nvPr/>
        </p:nvPicPr>
        <p:blipFill>
          <a:blip r:embed="rId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692275" y="2931795"/>
            <a:ext cx="6678930" cy="169545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/>
    </mc:Choice>
    <mc:Fallback>
      <p:transition spd="slow"/>
    </mc:Fallback>
  </mc:AlternateContent>
  <p:timing>
    <p:tnLst>
      <p:par>
        <p:cTn id="1" dur="indefinite" restart="never" nodeType="tmRoot"/>
      </p:par>
    </p:tnLst>
  </p:timing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7938" name="Rectangle 2"/>
          <p:cNvSpPr>
            <a:spLocks noChangeArrowheads="1"/>
          </p:cNvSpPr>
          <p:nvPr/>
        </p:nvSpPr>
        <p:spPr bwMode="auto">
          <a:xfrm>
            <a:off x="417493" y="627534"/>
            <a:ext cx="2792412" cy="50436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/>
          <a:p>
            <a:pPr eaLnBrk="0" hangingPunct="0">
              <a:lnSpc>
                <a:spcPct val="130000"/>
              </a:lnSpc>
              <a:buClr>
                <a:srgbClr val="00B050"/>
              </a:buClr>
            </a:pPr>
            <a:r>
              <a:rPr kumimoji="1" lang="zh-CN" altLang="en-US" sz="2400" dirty="0">
                <a:solidFill>
                  <a:srgbClr val="0000FF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（</a:t>
            </a:r>
            <a:r>
              <a:rPr kumimoji="1" lang="en-US" altLang="zh-CN" sz="2400" dirty="0">
                <a:solidFill>
                  <a:srgbClr val="0000FF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6</a:t>
            </a:r>
            <a:r>
              <a:rPr kumimoji="1" lang="zh-CN" altLang="en-US" sz="2400" dirty="0">
                <a:solidFill>
                  <a:srgbClr val="0000FF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）图衔 </a:t>
            </a:r>
            <a:endParaRPr kumimoji="1" lang="zh-CN" altLang="en-US" sz="2400" dirty="0">
              <a:solidFill>
                <a:srgbClr val="0000FF"/>
              </a:solidFill>
              <a:latin typeface="楷体" panose="02010609060101010101" pitchFamily="49" charset="-122"/>
              <a:ea typeface="楷体" panose="02010609060101010101" pitchFamily="49" charset="-122"/>
            </a:endParaRPr>
          </a:p>
        </p:txBody>
      </p:sp>
      <p:sp>
        <p:nvSpPr>
          <p:cNvPr id="167939" name="Rectangle 3"/>
          <p:cNvSpPr>
            <a:spLocks noChangeArrowheads="1"/>
          </p:cNvSpPr>
          <p:nvPr/>
        </p:nvSpPr>
        <p:spPr bwMode="auto">
          <a:xfrm>
            <a:off x="539750" y="1028700"/>
            <a:ext cx="8351838" cy="169164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/>
          <a:p>
            <a:pPr indent="457200" eaLnBrk="0" hangingPunct="0">
              <a:lnSpc>
                <a:spcPct val="130000"/>
              </a:lnSpc>
              <a:buClr>
                <a:srgbClr val="00B050"/>
              </a:buClr>
            </a:pPr>
            <a:r>
              <a:rPr kumimoji="1" lang="zh-CN" altLang="en-US" sz="2000" dirty="0" smtClean="0">
                <a:latin typeface="楷体" panose="02010609060101010101" pitchFamily="49" charset="-122"/>
                <a:ea typeface="楷体" panose="02010609060101010101" pitchFamily="49" charset="-122"/>
              </a:rPr>
              <a:t>对于通信管道及线路工程图纸来说，当一张图不能完整画出时，可分为</a:t>
            </a:r>
            <a:r>
              <a:rPr kumimoji="1" lang="zh-CN" altLang="en-US" sz="2000" dirty="0" smtClean="0">
                <a:solidFill>
                  <a:srgbClr val="FF0000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多张图纸</a:t>
            </a:r>
            <a:r>
              <a:rPr kumimoji="1" lang="zh-CN" altLang="en-US" sz="2000" dirty="0" smtClean="0">
                <a:latin typeface="楷体" panose="02010609060101010101" pitchFamily="49" charset="-122"/>
                <a:ea typeface="楷体" panose="02010609060101010101" pitchFamily="49" charset="-122"/>
              </a:rPr>
              <a:t>进行，这时，第一张图纸使用标准图衔，其后续图纸使用简易图衔</a:t>
            </a:r>
            <a:endParaRPr kumimoji="1" lang="zh-CN" altLang="en-US" sz="2000" dirty="0" smtClean="0">
              <a:latin typeface="楷体" panose="02010609060101010101" pitchFamily="49" charset="-122"/>
              <a:ea typeface="楷体" panose="02010609060101010101" pitchFamily="49" charset="-122"/>
            </a:endParaRPr>
          </a:p>
          <a:p>
            <a:pPr indent="457200" eaLnBrk="0" hangingPunct="0">
              <a:lnSpc>
                <a:spcPct val="130000"/>
              </a:lnSpc>
              <a:buClr>
                <a:srgbClr val="00B050"/>
              </a:buClr>
            </a:pPr>
            <a:r>
              <a:rPr kumimoji="1" lang="zh-CN" altLang="en-US" sz="2000" dirty="0" smtClean="0">
                <a:latin typeface="楷体" panose="02010609060101010101" pitchFamily="49" charset="-122"/>
                <a:ea typeface="楷体" panose="02010609060101010101" pitchFamily="49" charset="-122"/>
              </a:rPr>
              <a:t>通信工程简易图衔如下图所示</a:t>
            </a:r>
            <a:r>
              <a:rPr kumimoji="1" lang="zh-CN" altLang="en-US" sz="1600" dirty="0" smtClean="0">
                <a:latin typeface="楷体" panose="02010609060101010101" pitchFamily="49" charset="-122"/>
                <a:ea typeface="楷体" panose="02010609060101010101" pitchFamily="49" charset="-122"/>
              </a:rPr>
              <a:t>  </a:t>
            </a:r>
            <a:endParaRPr kumimoji="1" lang="zh-CN" altLang="en-US" sz="1600" dirty="0">
              <a:latin typeface="楷体" panose="02010609060101010101" pitchFamily="49" charset="-122"/>
              <a:ea typeface="楷体" panose="02010609060101010101" pitchFamily="49" charset="-122"/>
            </a:endParaRPr>
          </a:p>
        </p:txBody>
      </p:sp>
      <p:sp>
        <p:nvSpPr>
          <p:cNvPr id="167940" name="Rectangle 4"/>
          <p:cNvSpPr>
            <a:spLocks noChangeArrowheads="1"/>
          </p:cNvSpPr>
          <p:nvPr/>
        </p:nvSpPr>
        <p:spPr bwMode="auto">
          <a:xfrm>
            <a:off x="0" y="1840924"/>
            <a:ext cx="184731" cy="36933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/>
          <a:p>
            <a:endParaRPr lang="zh-CN" altLang="en-US"/>
          </a:p>
        </p:txBody>
      </p:sp>
      <p:graphicFrame>
        <p:nvGraphicFramePr>
          <p:cNvPr id="2" name="对象 1"/>
          <p:cNvGraphicFramePr>
            <a:graphicFrameLocks noChangeAspect="1"/>
          </p:cNvGraphicFramePr>
          <p:nvPr/>
        </p:nvGraphicFramePr>
        <p:xfrm>
          <a:off x="1540510" y="2787650"/>
          <a:ext cx="6065520" cy="115633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4835" name="" r:id="rId1" imgW="9058275" imgH="5029200" progId="AutoCAD.Drawing.16">
                  <p:embed/>
                </p:oleObj>
              </mc:Choice>
              <mc:Fallback>
                <p:oleObj name="" r:id="rId1" imgW="9058275" imgH="5029200" progId="AutoCAD.Drawing.16">
                  <p:embed/>
                  <p:pic>
                    <p:nvPicPr>
                      <p:cNvPr id="0" name="图片 34834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 l="47305" t="64561" r="4054" b="15570"/>
                      <a:stretch>
                        <a:fillRect/>
                      </a:stretch>
                    </p:blipFill>
                    <p:spPr bwMode="auto">
                      <a:xfrm>
                        <a:off x="1540510" y="2787650"/>
                        <a:ext cx="6065520" cy="115633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sp>
        <p:nvSpPr>
          <p:cNvPr id="9" name="TextBox 6"/>
          <p:cNvSpPr txBox="1">
            <a:spLocks noChangeArrowheads="1"/>
          </p:cNvSpPr>
          <p:nvPr/>
        </p:nvSpPr>
        <p:spPr bwMode="auto">
          <a:xfrm>
            <a:off x="539750" y="123825"/>
            <a:ext cx="8604250" cy="4349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r>
              <a:rPr lang="en-US" altLang="zh-CN" sz="3200" b="1" dirty="0">
                <a:solidFill>
                  <a:schemeClr val="tx2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2</a:t>
            </a:r>
            <a:r>
              <a:rPr lang="zh-CN" altLang="en-US" sz="3200" b="1" dirty="0">
                <a:solidFill>
                  <a:schemeClr val="tx2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、通信工程制图的统一规定</a:t>
            </a:r>
            <a:endParaRPr lang="zh-CN" altLang="en-US" sz="3200" b="1" dirty="0">
              <a:solidFill>
                <a:schemeClr val="tx2"/>
              </a:solidFill>
              <a:latin typeface="华文新魏" panose="02010800040101010101" pitchFamily="2" charset="-122"/>
              <a:ea typeface="华文新魏" panose="02010800040101010101" pitchFamily="2" charset="-122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/>
    </mc:Choice>
    <mc:Fallback>
      <p:transition spd="slow"/>
    </mc:Fallback>
  </mc:AlternateContent>
  <p:timing>
    <p:tnLst>
      <p:par>
        <p:cTn id="1" dur="indefinite" restart="never" nodeType="tmRoot"/>
      </p:par>
    </p:tnLst>
  </p:timing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7938" name="Rectangle 2"/>
          <p:cNvSpPr>
            <a:spLocks noChangeArrowheads="1"/>
          </p:cNvSpPr>
          <p:nvPr/>
        </p:nvSpPr>
        <p:spPr bwMode="auto">
          <a:xfrm>
            <a:off x="417493" y="627534"/>
            <a:ext cx="2792412" cy="57086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/>
          <a:p>
            <a:pPr eaLnBrk="0" hangingPunct="0">
              <a:lnSpc>
                <a:spcPct val="130000"/>
              </a:lnSpc>
              <a:buClr>
                <a:srgbClr val="00B050"/>
              </a:buClr>
            </a:pPr>
            <a:r>
              <a:rPr kumimoji="1" lang="zh-CN" altLang="en-US" sz="2400" dirty="0">
                <a:solidFill>
                  <a:srgbClr val="0000FF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（</a:t>
            </a:r>
            <a:r>
              <a:rPr kumimoji="1" lang="en-US" altLang="zh-CN" sz="2400" dirty="0">
                <a:solidFill>
                  <a:srgbClr val="0000FF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6</a:t>
            </a:r>
            <a:r>
              <a:rPr kumimoji="1" lang="zh-CN" altLang="en-US" sz="2400" dirty="0">
                <a:solidFill>
                  <a:srgbClr val="0000FF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）图衔应用</a:t>
            </a:r>
            <a:r>
              <a:rPr kumimoji="1" lang="zh-CN" altLang="en-US" sz="2400" dirty="0">
                <a:solidFill>
                  <a:srgbClr val="0000FF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示例 </a:t>
            </a:r>
            <a:endParaRPr kumimoji="1" lang="zh-CN" altLang="en-US" sz="2400" dirty="0">
              <a:solidFill>
                <a:srgbClr val="0000FF"/>
              </a:solidFill>
              <a:latin typeface="楷体" panose="02010609060101010101" pitchFamily="49" charset="-122"/>
              <a:ea typeface="楷体" panose="02010609060101010101" pitchFamily="49" charset="-122"/>
            </a:endParaRPr>
          </a:p>
        </p:txBody>
      </p:sp>
      <p:sp>
        <p:nvSpPr>
          <p:cNvPr id="167940" name="Rectangle 4"/>
          <p:cNvSpPr>
            <a:spLocks noChangeArrowheads="1"/>
          </p:cNvSpPr>
          <p:nvPr/>
        </p:nvSpPr>
        <p:spPr bwMode="auto">
          <a:xfrm>
            <a:off x="0" y="1840924"/>
            <a:ext cx="184731" cy="36933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/>
          <a:p>
            <a:endParaRPr lang="zh-CN" altLang="en-US"/>
          </a:p>
        </p:txBody>
      </p:sp>
      <p:sp>
        <p:nvSpPr>
          <p:cNvPr id="9" name="TextBox 6"/>
          <p:cNvSpPr txBox="1">
            <a:spLocks noChangeArrowheads="1"/>
          </p:cNvSpPr>
          <p:nvPr/>
        </p:nvSpPr>
        <p:spPr bwMode="auto">
          <a:xfrm>
            <a:off x="539750" y="123825"/>
            <a:ext cx="8604250" cy="4349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r>
              <a:rPr lang="en-US" altLang="zh-CN" sz="3200" b="1" dirty="0">
                <a:solidFill>
                  <a:schemeClr val="tx2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2</a:t>
            </a:r>
            <a:r>
              <a:rPr lang="zh-CN" altLang="en-US" sz="3200" b="1" dirty="0">
                <a:solidFill>
                  <a:schemeClr val="tx2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、通信工程制图的统一规定</a:t>
            </a:r>
            <a:endParaRPr lang="zh-CN" altLang="en-US" sz="3200" b="1" dirty="0">
              <a:solidFill>
                <a:schemeClr val="tx2"/>
              </a:solidFill>
              <a:latin typeface="华文新魏" panose="02010800040101010101" pitchFamily="2" charset="-122"/>
              <a:ea typeface="华文新魏" panose="02010800040101010101" pitchFamily="2" charset="-122"/>
            </a:endParaRPr>
          </a:p>
        </p:txBody>
      </p:sp>
      <p:pic>
        <p:nvPicPr>
          <p:cNvPr id="3" name="图片 2" descr="图衔用例"/>
          <p:cNvPicPr>
            <a:picLocks noChangeAspect="1"/>
          </p:cNvPicPr>
          <p:nvPr/>
        </p:nvPicPr>
        <p:blipFill>
          <a:blip r:embed="rId1"/>
          <a:srcRect l="398" t="20407" r="-398" b="12556"/>
          <a:stretch>
            <a:fillRect/>
          </a:stretch>
        </p:blipFill>
        <p:spPr>
          <a:xfrm>
            <a:off x="1259840" y="1203325"/>
            <a:ext cx="7402830" cy="3721735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/>
    </mc:Choice>
    <mc:Fallback>
      <p:transition spd="slow"/>
    </mc:Fallback>
  </mc:AlternateContent>
  <p:timing>
    <p:tnLst>
      <p:par>
        <p:cTn id="1" dur="indefinite" restart="never" nodeType="tmRoot"/>
      </p:par>
    </p:tnLst>
  </p:timing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7938" name="Rectangle 2"/>
          <p:cNvSpPr>
            <a:spLocks noChangeArrowheads="1"/>
          </p:cNvSpPr>
          <p:nvPr/>
        </p:nvSpPr>
        <p:spPr bwMode="auto">
          <a:xfrm>
            <a:off x="417493" y="627534"/>
            <a:ext cx="2792412" cy="50436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/>
          <a:p>
            <a:pPr eaLnBrk="0" hangingPunct="0">
              <a:lnSpc>
                <a:spcPct val="130000"/>
              </a:lnSpc>
              <a:buClr>
                <a:srgbClr val="00B050"/>
              </a:buClr>
            </a:pPr>
            <a:r>
              <a:rPr kumimoji="1" lang="zh-CN" altLang="en-US" sz="2400" dirty="0">
                <a:solidFill>
                  <a:srgbClr val="0000FF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（</a:t>
            </a:r>
            <a:r>
              <a:rPr kumimoji="1" lang="en-US" altLang="zh-CN" sz="2400" dirty="0">
                <a:solidFill>
                  <a:srgbClr val="0000FF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6</a:t>
            </a:r>
            <a:r>
              <a:rPr kumimoji="1" lang="zh-CN" altLang="en-US" sz="2400" dirty="0">
                <a:solidFill>
                  <a:srgbClr val="0000FF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）图衔 </a:t>
            </a:r>
            <a:endParaRPr kumimoji="1" lang="zh-CN" altLang="en-US" sz="2400" dirty="0">
              <a:solidFill>
                <a:srgbClr val="0000FF"/>
              </a:solidFill>
              <a:latin typeface="楷体" panose="02010609060101010101" pitchFamily="49" charset="-122"/>
              <a:ea typeface="楷体" panose="02010609060101010101" pitchFamily="49" charset="-122"/>
            </a:endParaRPr>
          </a:p>
        </p:txBody>
      </p:sp>
      <p:sp>
        <p:nvSpPr>
          <p:cNvPr id="167939" name="Rectangle 3"/>
          <p:cNvSpPr>
            <a:spLocks noChangeArrowheads="1"/>
          </p:cNvSpPr>
          <p:nvPr/>
        </p:nvSpPr>
        <p:spPr bwMode="auto">
          <a:xfrm>
            <a:off x="539750" y="1028700"/>
            <a:ext cx="8351838" cy="81153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/>
          <a:p>
            <a:pPr indent="457200" eaLnBrk="0" hangingPunct="0">
              <a:lnSpc>
                <a:spcPct val="130000"/>
              </a:lnSpc>
              <a:buClr>
                <a:srgbClr val="00B050"/>
              </a:buClr>
            </a:pPr>
            <a:r>
              <a:rPr kumimoji="1" lang="zh-CN" altLang="en-US" sz="2000" dirty="0" smtClean="0">
                <a:latin typeface="楷体" panose="02010609060101010101" pitchFamily="49" charset="-122"/>
                <a:ea typeface="楷体" panose="02010609060101010101" pitchFamily="49" charset="-122"/>
              </a:rPr>
              <a:t>设计及</a:t>
            </a:r>
            <a:r>
              <a:rPr kumimoji="1" lang="zh-CN" altLang="en-US" sz="2000" dirty="0" smtClean="0">
                <a:latin typeface="楷体" panose="02010609060101010101" pitchFamily="49" charset="-122"/>
                <a:ea typeface="楷体" panose="02010609060101010101" pitchFamily="49" charset="-122"/>
              </a:rPr>
              <a:t>施工图纸编号要求</a:t>
            </a:r>
            <a:endParaRPr kumimoji="1" lang="zh-CN" altLang="en-US" sz="2000" dirty="0" smtClean="0">
              <a:latin typeface="楷体" panose="02010609060101010101" pitchFamily="49" charset="-122"/>
              <a:ea typeface="楷体" panose="02010609060101010101" pitchFamily="49" charset="-122"/>
            </a:endParaRPr>
          </a:p>
          <a:p>
            <a:pPr indent="457200" eaLnBrk="0" hangingPunct="0">
              <a:lnSpc>
                <a:spcPct val="130000"/>
              </a:lnSpc>
              <a:buClr>
                <a:srgbClr val="00B050"/>
              </a:buClr>
            </a:pPr>
            <a:endParaRPr kumimoji="1" lang="zh-CN" altLang="en-US" sz="1600" dirty="0">
              <a:latin typeface="楷体" panose="02010609060101010101" pitchFamily="49" charset="-122"/>
              <a:ea typeface="楷体" panose="02010609060101010101" pitchFamily="49" charset="-122"/>
            </a:endParaRPr>
          </a:p>
        </p:txBody>
      </p:sp>
      <p:sp>
        <p:nvSpPr>
          <p:cNvPr id="167940" name="Rectangle 4"/>
          <p:cNvSpPr>
            <a:spLocks noChangeArrowheads="1"/>
          </p:cNvSpPr>
          <p:nvPr/>
        </p:nvSpPr>
        <p:spPr bwMode="auto">
          <a:xfrm>
            <a:off x="0" y="1840924"/>
            <a:ext cx="184731" cy="36933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/>
          <a:p>
            <a:endParaRPr lang="zh-CN" altLang="en-US"/>
          </a:p>
        </p:txBody>
      </p:sp>
      <p:sp>
        <p:nvSpPr>
          <p:cNvPr id="9" name="TextBox 6"/>
          <p:cNvSpPr txBox="1">
            <a:spLocks noChangeArrowheads="1"/>
          </p:cNvSpPr>
          <p:nvPr/>
        </p:nvSpPr>
        <p:spPr bwMode="auto">
          <a:xfrm>
            <a:off x="539750" y="123825"/>
            <a:ext cx="8604250" cy="4349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r>
              <a:rPr lang="en-US" altLang="zh-CN" sz="3200" b="1" dirty="0">
                <a:solidFill>
                  <a:schemeClr val="tx2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2</a:t>
            </a:r>
            <a:r>
              <a:rPr lang="zh-CN" altLang="en-US" sz="3200" b="1" dirty="0">
                <a:solidFill>
                  <a:schemeClr val="tx2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、通信工程制图的统一规定</a:t>
            </a:r>
            <a:endParaRPr lang="zh-CN" altLang="en-US" sz="3200" b="1" dirty="0">
              <a:solidFill>
                <a:schemeClr val="tx2"/>
              </a:solidFill>
              <a:latin typeface="华文新魏" panose="02010800040101010101" pitchFamily="2" charset="-122"/>
              <a:ea typeface="华文新魏" panose="02010800040101010101" pitchFamily="2" charset="-122"/>
            </a:endParaRPr>
          </a:p>
        </p:txBody>
      </p:sp>
      <p:pic>
        <p:nvPicPr>
          <p:cNvPr id="3" name="图片 2" descr="图纸编号规则"/>
          <p:cNvPicPr>
            <a:picLocks noChangeAspect="1"/>
          </p:cNvPicPr>
          <p:nvPr/>
        </p:nvPicPr>
        <p:blipFill>
          <a:blip r:embed="rId1"/>
          <a:srcRect l="5250" t="16580" r="21074" b="19593"/>
          <a:stretch>
            <a:fillRect/>
          </a:stretch>
        </p:blipFill>
        <p:spPr>
          <a:xfrm>
            <a:off x="2195830" y="1563370"/>
            <a:ext cx="5283835" cy="3433445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/>
    </mc:Choice>
    <mc:Fallback>
      <p:transition spd="slow"/>
    </mc:Fallback>
  </mc:AlternateContent>
  <p:timing>
    <p:tnLst>
      <p:par>
        <p:cTn id="1" dur="indefinite" restart="never" nodeType="tmRoot"/>
      </p:par>
    </p:tnLst>
  </p:timing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7938" name="Rectangle 2"/>
          <p:cNvSpPr>
            <a:spLocks noChangeArrowheads="1"/>
          </p:cNvSpPr>
          <p:nvPr/>
        </p:nvSpPr>
        <p:spPr bwMode="auto">
          <a:xfrm>
            <a:off x="417493" y="627534"/>
            <a:ext cx="2792412" cy="50436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/>
          <a:p>
            <a:pPr eaLnBrk="0" hangingPunct="0">
              <a:lnSpc>
                <a:spcPct val="130000"/>
              </a:lnSpc>
              <a:buClr>
                <a:srgbClr val="00B050"/>
              </a:buClr>
            </a:pPr>
            <a:r>
              <a:rPr kumimoji="1" lang="zh-CN" altLang="en-US" sz="2400" dirty="0">
                <a:solidFill>
                  <a:srgbClr val="0000FF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（</a:t>
            </a:r>
            <a:r>
              <a:rPr kumimoji="1" lang="en-US" altLang="zh-CN" sz="2400" dirty="0">
                <a:solidFill>
                  <a:srgbClr val="0000FF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6</a:t>
            </a:r>
            <a:r>
              <a:rPr kumimoji="1" lang="zh-CN" altLang="en-US" sz="2400" dirty="0">
                <a:solidFill>
                  <a:srgbClr val="0000FF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）图衔 </a:t>
            </a:r>
            <a:endParaRPr kumimoji="1" lang="zh-CN" altLang="en-US" sz="2400" dirty="0">
              <a:solidFill>
                <a:srgbClr val="0000FF"/>
              </a:solidFill>
              <a:latin typeface="楷体" panose="02010609060101010101" pitchFamily="49" charset="-122"/>
              <a:ea typeface="楷体" panose="02010609060101010101" pitchFamily="49" charset="-122"/>
            </a:endParaRPr>
          </a:p>
        </p:txBody>
      </p:sp>
      <p:sp>
        <p:nvSpPr>
          <p:cNvPr id="167939" name="Rectangle 3"/>
          <p:cNvSpPr>
            <a:spLocks noChangeArrowheads="1"/>
          </p:cNvSpPr>
          <p:nvPr/>
        </p:nvSpPr>
        <p:spPr bwMode="auto">
          <a:xfrm>
            <a:off x="539750" y="1028700"/>
            <a:ext cx="8351838" cy="49149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/>
          <a:p>
            <a:pPr indent="457200" eaLnBrk="0" hangingPunct="0">
              <a:lnSpc>
                <a:spcPct val="130000"/>
              </a:lnSpc>
              <a:buClr>
                <a:srgbClr val="00B050"/>
              </a:buClr>
            </a:pPr>
            <a:r>
              <a:rPr kumimoji="1" lang="zh-CN" altLang="en-US" sz="2000" dirty="0">
                <a:latin typeface="楷体" panose="02010609060101010101" pitchFamily="49" charset="-122"/>
                <a:ea typeface="楷体" panose="02010609060101010101" pitchFamily="49" charset="-122"/>
              </a:rPr>
              <a:t>设计阶段的代号</a:t>
            </a:r>
            <a:endParaRPr kumimoji="1" lang="zh-CN" altLang="en-US" sz="2000" dirty="0">
              <a:latin typeface="楷体" panose="02010609060101010101" pitchFamily="49" charset="-122"/>
              <a:ea typeface="楷体" panose="02010609060101010101" pitchFamily="49" charset="-122"/>
            </a:endParaRPr>
          </a:p>
        </p:txBody>
      </p:sp>
      <p:sp>
        <p:nvSpPr>
          <p:cNvPr id="167940" name="Rectangle 4"/>
          <p:cNvSpPr>
            <a:spLocks noChangeArrowheads="1"/>
          </p:cNvSpPr>
          <p:nvPr/>
        </p:nvSpPr>
        <p:spPr bwMode="auto">
          <a:xfrm>
            <a:off x="0" y="1840924"/>
            <a:ext cx="184731" cy="36933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/>
          <a:p>
            <a:endParaRPr lang="zh-CN" altLang="en-US"/>
          </a:p>
        </p:txBody>
      </p:sp>
      <p:sp>
        <p:nvSpPr>
          <p:cNvPr id="9" name="TextBox 6"/>
          <p:cNvSpPr txBox="1">
            <a:spLocks noChangeArrowheads="1"/>
          </p:cNvSpPr>
          <p:nvPr/>
        </p:nvSpPr>
        <p:spPr bwMode="auto">
          <a:xfrm>
            <a:off x="539750" y="123825"/>
            <a:ext cx="8604250" cy="4349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r>
              <a:rPr lang="en-US" altLang="zh-CN" sz="3200" b="1" dirty="0">
                <a:solidFill>
                  <a:schemeClr val="tx2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2</a:t>
            </a:r>
            <a:r>
              <a:rPr lang="zh-CN" altLang="en-US" sz="3200" b="1" dirty="0">
                <a:solidFill>
                  <a:schemeClr val="tx2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、通信工程制图的统一规定</a:t>
            </a:r>
            <a:endParaRPr lang="zh-CN" altLang="en-US" sz="3200" b="1" dirty="0">
              <a:solidFill>
                <a:schemeClr val="tx2"/>
              </a:solidFill>
              <a:latin typeface="华文新魏" panose="02010800040101010101" pitchFamily="2" charset="-122"/>
              <a:ea typeface="华文新魏" panose="02010800040101010101" pitchFamily="2" charset="-122"/>
            </a:endParaRPr>
          </a:p>
        </p:txBody>
      </p:sp>
      <p:pic>
        <p:nvPicPr>
          <p:cNvPr id="2" name="图片 1" descr="图衔设计代号"/>
          <p:cNvPicPr>
            <a:picLocks noChangeAspect="1"/>
          </p:cNvPicPr>
          <p:nvPr/>
        </p:nvPicPr>
        <p:blipFill>
          <a:blip r:embed="rId1"/>
          <a:srcRect t="24210" b="18568"/>
          <a:stretch>
            <a:fillRect/>
          </a:stretch>
        </p:blipFill>
        <p:spPr>
          <a:xfrm>
            <a:off x="1043940" y="1491615"/>
            <a:ext cx="7675880" cy="3294380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/>
    </mc:Choice>
    <mc:Fallback>
      <p:transition spd="slow"/>
    </mc:Fallback>
  </mc:AlternateContent>
  <p:timing>
    <p:tnLst>
      <p:par>
        <p:cTn id="1" dur="indefinite" restart="never" nodeType="tmRoot"/>
      </p:par>
    </p:tnLst>
  </p:timing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7938" name="Rectangle 2"/>
          <p:cNvSpPr>
            <a:spLocks noChangeArrowheads="1"/>
          </p:cNvSpPr>
          <p:nvPr/>
        </p:nvSpPr>
        <p:spPr bwMode="auto">
          <a:xfrm>
            <a:off x="417493" y="627534"/>
            <a:ext cx="2792412" cy="50436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/>
          <a:p>
            <a:pPr eaLnBrk="0" hangingPunct="0">
              <a:lnSpc>
                <a:spcPct val="130000"/>
              </a:lnSpc>
              <a:buClr>
                <a:srgbClr val="00B050"/>
              </a:buClr>
            </a:pPr>
            <a:r>
              <a:rPr kumimoji="1" lang="zh-CN" altLang="en-US" sz="2400" dirty="0">
                <a:solidFill>
                  <a:srgbClr val="0000FF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（</a:t>
            </a:r>
            <a:r>
              <a:rPr kumimoji="1" lang="en-US" altLang="zh-CN" sz="2400" dirty="0">
                <a:solidFill>
                  <a:srgbClr val="0000FF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6</a:t>
            </a:r>
            <a:r>
              <a:rPr kumimoji="1" lang="zh-CN" altLang="en-US" sz="2400" dirty="0">
                <a:solidFill>
                  <a:srgbClr val="0000FF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）图衔 </a:t>
            </a:r>
            <a:endParaRPr kumimoji="1" lang="zh-CN" altLang="en-US" sz="2400" dirty="0">
              <a:solidFill>
                <a:srgbClr val="0000FF"/>
              </a:solidFill>
              <a:latin typeface="楷体" panose="02010609060101010101" pitchFamily="49" charset="-122"/>
              <a:ea typeface="楷体" panose="02010609060101010101" pitchFamily="49" charset="-122"/>
            </a:endParaRPr>
          </a:p>
        </p:txBody>
      </p:sp>
      <p:sp>
        <p:nvSpPr>
          <p:cNvPr id="167939" name="Rectangle 3"/>
          <p:cNvSpPr>
            <a:spLocks noChangeArrowheads="1"/>
          </p:cNvSpPr>
          <p:nvPr/>
        </p:nvSpPr>
        <p:spPr bwMode="auto">
          <a:xfrm>
            <a:off x="539750" y="1028700"/>
            <a:ext cx="8351838" cy="49149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/>
          <a:p>
            <a:pPr indent="457200" eaLnBrk="0" hangingPunct="0">
              <a:lnSpc>
                <a:spcPct val="130000"/>
              </a:lnSpc>
              <a:buClr>
                <a:srgbClr val="00B050"/>
              </a:buClr>
            </a:pPr>
            <a:r>
              <a:rPr kumimoji="1" lang="zh-CN" altLang="en-US" sz="2000" dirty="0">
                <a:latin typeface="楷体" panose="02010609060101010101" pitchFamily="49" charset="-122"/>
                <a:ea typeface="楷体" panose="02010609060101010101" pitchFamily="49" charset="-122"/>
              </a:rPr>
              <a:t>专业代号</a:t>
            </a:r>
            <a:endParaRPr kumimoji="1" lang="zh-CN" altLang="en-US" sz="2000" dirty="0">
              <a:latin typeface="楷体" panose="02010609060101010101" pitchFamily="49" charset="-122"/>
              <a:ea typeface="楷体" panose="02010609060101010101" pitchFamily="49" charset="-122"/>
            </a:endParaRPr>
          </a:p>
        </p:txBody>
      </p:sp>
      <p:sp>
        <p:nvSpPr>
          <p:cNvPr id="167940" name="Rectangle 4"/>
          <p:cNvSpPr>
            <a:spLocks noChangeArrowheads="1"/>
          </p:cNvSpPr>
          <p:nvPr/>
        </p:nvSpPr>
        <p:spPr bwMode="auto">
          <a:xfrm>
            <a:off x="0" y="1840924"/>
            <a:ext cx="184731" cy="36933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/>
          <a:p>
            <a:endParaRPr lang="zh-CN" altLang="en-US"/>
          </a:p>
        </p:txBody>
      </p:sp>
      <p:sp>
        <p:nvSpPr>
          <p:cNvPr id="9" name="TextBox 6"/>
          <p:cNvSpPr txBox="1">
            <a:spLocks noChangeArrowheads="1"/>
          </p:cNvSpPr>
          <p:nvPr/>
        </p:nvSpPr>
        <p:spPr bwMode="auto">
          <a:xfrm>
            <a:off x="539750" y="123825"/>
            <a:ext cx="8604250" cy="4349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r>
              <a:rPr lang="en-US" altLang="zh-CN" sz="3200" b="1" dirty="0">
                <a:solidFill>
                  <a:schemeClr val="tx2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2</a:t>
            </a:r>
            <a:r>
              <a:rPr lang="zh-CN" altLang="en-US" sz="3200" b="1" dirty="0">
                <a:solidFill>
                  <a:schemeClr val="tx2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、通信工程制图的统一规定</a:t>
            </a:r>
            <a:endParaRPr lang="zh-CN" altLang="en-US" sz="3200" b="1" dirty="0">
              <a:solidFill>
                <a:schemeClr val="tx2"/>
              </a:solidFill>
              <a:latin typeface="华文新魏" panose="02010800040101010101" pitchFamily="2" charset="-122"/>
              <a:ea typeface="华文新魏" panose="02010800040101010101" pitchFamily="2" charset="-122"/>
            </a:endParaRPr>
          </a:p>
        </p:txBody>
      </p:sp>
      <p:pic>
        <p:nvPicPr>
          <p:cNvPr id="2" name="图片 1" descr="图衔专业代号"/>
          <p:cNvPicPr>
            <a:picLocks noChangeAspect="1"/>
          </p:cNvPicPr>
          <p:nvPr/>
        </p:nvPicPr>
        <p:blipFill>
          <a:blip r:embed="rId1"/>
          <a:srcRect l="3722" t="17914" r="3741" b="15765"/>
          <a:stretch>
            <a:fillRect/>
          </a:stretch>
        </p:blipFill>
        <p:spPr>
          <a:xfrm>
            <a:off x="1835785" y="1419225"/>
            <a:ext cx="6670675" cy="3585845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/>
    </mc:Choice>
    <mc:Fallback>
      <p:transition spd="slow"/>
    </mc:Fallback>
  </mc:AlternateContent>
  <p:timing>
    <p:tnLst>
      <p:par>
        <p:cTn id="1" dur="indefinite" restart="never" nodeType="tmRoot"/>
      </p:par>
    </p:tnLst>
  </p:timing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7938" name="Rectangle 2"/>
          <p:cNvSpPr>
            <a:spLocks noChangeArrowheads="1"/>
          </p:cNvSpPr>
          <p:nvPr/>
        </p:nvSpPr>
        <p:spPr bwMode="auto">
          <a:xfrm>
            <a:off x="417493" y="627534"/>
            <a:ext cx="2792412" cy="57086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/>
          <a:p>
            <a:pPr eaLnBrk="0" hangingPunct="0">
              <a:lnSpc>
                <a:spcPct val="130000"/>
              </a:lnSpc>
              <a:buClr>
                <a:srgbClr val="00B050"/>
              </a:buClr>
            </a:pPr>
            <a:r>
              <a:rPr kumimoji="1" lang="zh-CN" altLang="en-US" sz="2400" dirty="0">
                <a:solidFill>
                  <a:srgbClr val="0000FF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（</a:t>
            </a:r>
            <a:r>
              <a:rPr kumimoji="1" lang="en-US" altLang="zh-CN" sz="2400" dirty="0">
                <a:solidFill>
                  <a:srgbClr val="0000FF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6</a:t>
            </a:r>
            <a:r>
              <a:rPr kumimoji="1" lang="zh-CN" altLang="en-US" sz="2400" dirty="0">
                <a:solidFill>
                  <a:srgbClr val="0000FF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）图衔</a:t>
            </a:r>
            <a:r>
              <a:rPr kumimoji="1" lang="zh-CN" altLang="en-US" sz="2400" dirty="0">
                <a:solidFill>
                  <a:srgbClr val="0000FF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小结 </a:t>
            </a:r>
            <a:endParaRPr kumimoji="1" lang="zh-CN" altLang="en-US" sz="2400" dirty="0">
              <a:solidFill>
                <a:srgbClr val="0000FF"/>
              </a:solidFill>
              <a:latin typeface="楷体" panose="02010609060101010101" pitchFamily="49" charset="-122"/>
              <a:ea typeface="楷体" panose="02010609060101010101" pitchFamily="49" charset="-122"/>
            </a:endParaRPr>
          </a:p>
        </p:txBody>
      </p:sp>
      <p:sp>
        <p:nvSpPr>
          <p:cNvPr id="167940" name="Rectangle 4"/>
          <p:cNvSpPr>
            <a:spLocks noChangeArrowheads="1"/>
          </p:cNvSpPr>
          <p:nvPr/>
        </p:nvSpPr>
        <p:spPr bwMode="auto">
          <a:xfrm>
            <a:off x="0" y="1840924"/>
            <a:ext cx="184731" cy="36933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/>
          <a:p>
            <a:endParaRPr lang="zh-CN" altLang="en-US"/>
          </a:p>
        </p:txBody>
      </p:sp>
      <p:sp>
        <p:nvSpPr>
          <p:cNvPr id="9" name="TextBox 6"/>
          <p:cNvSpPr txBox="1">
            <a:spLocks noChangeArrowheads="1"/>
          </p:cNvSpPr>
          <p:nvPr/>
        </p:nvSpPr>
        <p:spPr bwMode="auto">
          <a:xfrm>
            <a:off x="539750" y="123825"/>
            <a:ext cx="8604250" cy="4349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r>
              <a:rPr lang="en-US" altLang="zh-CN" sz="3200" b="1" dirty="0">
                <a:solidFill>
                  <a:schemeClr val="tx2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2</a:t>
            </a:r>
            <a:r>
              <a:rPr lang="zh-CN" altLang="en-US" sz="3200" b="1" dirty="0">
                <a:solidFill>
                  <a:schemeClr val="tx2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、通信工程制图的统一规定</a:t>
            </a:r>
            <a:endParaRPr lang="zh-CN" altLang="en-US" sz="3200" b="1" dirty="0">
              <a:solidFill>
                <a:schemeClr val="tx2"/>
              </a:solidFill>
              <a:latin typeface="华文新魏" panose="02010800040101010101" pitchFamily="2" charset="-122"/>
              <a:ea typeface="华文新魏" panose="02010800040101010101" pitchFamily="2" charset="-122"/>
            </a:endParaRPr>
          </a:p>
        </p:txBody>
      </p:sp>
      <p:pic>
        <p:nvPicPr>
          <p:cNvPr id="2" name="图片 1" descr="图衔小结"/>
          <p:cNvPicPr>
            <a:picLocks noChangeAspect="1"/>
          </p:cNvPicPr>
          <p:nvPr/>
        </p:nvPicPr>
        <p:blipFill>
          <a:blip r:embed="rId1"/>
          <a:srcRect l="398" t="28802" r="40426" b="33160"/>
          <a:stretch>
            <a:fillRect/>
          </a:stretch>
        </p:blipFill>
        <p:spPr>
          <a:xfrm>
            <a:off x="1908175" y="1356360"/>
            <a:ext cx="5041900" cy="2430780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/>
    </mc:Choice>
    <mc:Fallback>
      <p:transition spd="slow"/>
    </mc:Fallback>
  </mc:AlternateContent>
  <p:timing>
    <p:tnLst>
      <p:par>
        <p:cTn id="1" dur="indefinite" restart="never" nodeType="tmRoot"/>
      </p:par>
    </p:tnLst>
  </p:timing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6917" name="Rectangle 5"/>
          <p:cNvSpPr>
            <a:spLocks noChangeArrowheads="1"/>
          </p:cNvSpPr>
          <p:nvPr/>
        </p:nvSpPr>
        <p:spPr bwMode="auto">
          <a:xfrm>
            <a:off x="123106" y="685800"/>
            <a:ext cx="4552950" cy="50436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/>
          <a:p>
            <a:pPr eaLnBrk="0" hangingPunct="0">
              <a:lnSpc>
                <a:spcPct val="130000"/>
              </a:lnSpc>
              <a:buClr>
                <a:srgbClr val="00B050"/>
              </a:buClr>
            </a:pPr>
            <a:r>
              <a:rPr kumimoji="1" lang="zh-CN" altLang="en-US" sz="2400" dirty="0">
                <a:solidFill>
                  <a:srgbClr val="0000FF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（</a:t>
            </a:r>
            <a:r>
              <a:rPr kumimoji="1" lang="en-US" altLang="zh-CN" sz="2400" dirty="0">
                <a:solidFill>
                  <a:srgbClr val="0000FF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7</a:t>
            </a:r>
            <a:r>
              <a:rPr kumimoji="1" lang="zh-CN" altLang="en-US" sz="2400" dirty="0">
                <a:solidFill>
                  <a:srgbClr val="0000FF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）注释、标志和技术数据 </a:t>
            </a:r>
            <a:endParaRPr kumimoji="1" lang="zh-CN" altLang="en-US" sz="2400" dirty="0">
              <a:solidFill>
                <a:srgbClr val="0000FF"/>
              </a:solidFill>
              <a:latin typeface="楷体" panose="02010609060101010101" pitchFamily="49" charset="-122"/>
              <a:ea typeface="楷体" panose="02010609060101010101" pitchFamily="49" charset="-122"/>
            </a:endParaRPr>
          </a:p>
        </p:txBody>
      </p:sp>
      <p:sp>
        <p:nvSpPr>
          <p:cNvPr id="166918" name="Rectangle 6"/>
          <p:cNvSpPr>
            <a:spLocks noChangeArrowheads="1"/>
          </p:cNvSpPr>
          <p:nvPr/>
        </p:nvSpPr>
        <p:spPr bwMode="auto">
          <a:xfrm>
            <a:off x="304800" y="1138624"/>
            <a:ext cx="8208962" cy="169164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/>
          <a:p>
            <a:pPr indent="457200" eaLnBrk="0" hangingPunct="0">
              <a:lnSpc>
                <a:spcPct val="130000"/>
              </a:lnSpc>
              <a:buClr>
                <a:srgbClr val="00B050"/>
              </a:buClr>
            </a:pPr>
            <a:r>
              <a:rPr kumimoji="1" lang="zh-CN" altLang="en-US" sz="2000" dirty="0" smtClean="0">
                <a:latin typeface="楷体" panose="02010609060101010101" pitchFamily="49" charset="-122"/>
                <a:ea typeface="楷体" panose="02010609060101010101" pitchFamily="49" charset="-122"/>
              </a:rPr>
              <a:t>① </a:t>
            </a:r>
            <a:r>
              <a:rPr kumimoji="1" lang="zh-CN" altLang="en-US" sz="2000" dirty="0">
                <a:latin typeface="楷体" panose="02010609060101010101" pitchFamily="49" charset="-122"/>
                <a:ea typeface="楷体" panose="02010609060101010101" pitchFamily="49" charset="-122"/>
              </a:rPr>
              <a:t>当含义</a:t>
            </a:r>
            <a:r>
              <a:rPr kumimoji="1" lang="zh-CN" altLang="en-US" sz="2000" dirty="0">
                <a:solidFill>
                  <a:srgbClr val="FF0000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不便于用图示方法表达</a:t>
            </a:r>
            <a:r>
              <a:rPr kumimoji="1" lang="zh-CN" altLang="en-US" sz="2000" dirty="0">
                <a:latin typeface="楷体" panose="02010609060101010101" pitchFamily="49" charset="-122"/>
                <a:ea typeface="楷体" panose="02010609060101010101" pitchFamily="49" charset="-122"/>
              </a:rPr>
              <a:t>时，可以采用注释。当图中出现</a:t>
            </a:r>
            <a:r>
              <a:rPr kumimoji="1" lang="zh-CN" altLang="en-US" sz="2000" dirty="0">
                <a:solidFill>
                  <a:srgbClr val="FF0000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多个注释或大段说明性注释</a:t>
            </a:r>
            <a:r>
              <a:rPr kumimoji="1" lang="zh-CN" altLang="en-US" sz="2000" dirty="0">
                <a:latin typeface="楷体" panose="02010609060101010101" pitchFamily="49" charset="-122"/>
                <a:ea typeface="楷体" panose="02010609060101010101" pitchFamily="49" charset="-122"/>
              </a:rPr>
              <a:t>时，应把注释按顺序放在</a:t>
            </a:r>
            <a:r>
              <a:rPr kumimoji="1" lang="zh-CN" altLang="en-US" sz="2000" dirty="0">
                <a:solidFill>
                  <a:srgbClr val="FF0000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边框附近</a:t>
            </a:r>
            <a:r>
              <a:rPr kumimoji="1" lang="zh-CN" altLang="en-US" sz="2000" dirty="0">
                <a:latin typeface="楷体" panose="02010609060101010101" pitchFamily="49" charset="-122"/>
                <a:ea typeface="楷体" panose="02010609060101010101" pitchFamily="49" charset="-122"/>
              </a:rPr>
              <a:t>。有些注释可放在需要说明的对象附近，当注释</a:t>
            </a:r>
            <a:r>
              <a:rPr kumimoji="1" lang="zh-CN" altLang="en-US" sz="2000" dirty="0">
                <a:solidFill>
                  <a:srgbClr val="FF0000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不在需要说明的对象附近时</a:t>
            </a:r>
            <a:r>
              <a:rPr kumimoji="1" lang="zh-CN" altLang="en-US" sz="2000" dirty="0">
                <a:latin typeface="楷体" panose="02010609060101010101" pitchFamily="49" charset="-122"/>
                <a:ea typeface="楷体" panose="02010609060101010101" pitchFamily="49" charset="-122"/>
              </a:rPr>
              <a:t>，应采用</a:t>
            </a:r>
            <a:r>
              <a:rPr kumimoji="1" lang="zh-CN" altLang="en-US" sz="2000" dirty="0">
                <a:solidFill>
                  <a:srgbClr val="FF0000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指引线（细实线）</a:t>
            </a:r>
            <a:r>
              <a:rPr kumimoji="1" lang="zh-CN" altLang="en-US" sz="2000" dirty="0">
                <a:latin typeface="楷体" panose="02010609060101010101" pitchFamily="49" charset="-122"/>
                <a:ea typeface="楷体" panose="02010609060101010101" pitchFamily="49" charset="-122"/>
              </a:rPr>
              <a:t>指向所要说明的对象。</a:t>
            </a:r>
            <a:endParaRPr kumimoji="1" lang="zh-CN" altLang="en-US" sz="2000" dirty="0">
              <a:latin typeface="楷体" panose="02010609060101010101" pitchFamily="49" charset="-122"/>
              <a:ea typeface="楷体" panose="02010609060101010101" pitchFamily="49" charset="-122"/>
            </a:endParaRPr>
          </a:p>
        </p:txBody>
      </p:sp>
      <p:pic>
        <p:nvPicPr>
          <p:cNvPr id="97318" name="Picture 38"/>
          <p:cNvPicPr>
            <a:picLocks noChangeAspect="1" noChangeArrowheads="1"/>
          </p:cNvPicPr>
          <p:nvPr/>
        </p:nvPicPr>
        <p:blipFill>
          <a:blip r:embed="rId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692275" y="3075682"/>
            <a:ext cx="6400800" cy="183594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6" name="TextBox 6"/>
          <p:cNvSpPr txBox="1">
            <a:spLocks noChangeArrowheads="1"/>
          </p:cNvSpPr>
          <p:nvPr/>
        </p:nvSpPr>
        <p:spPr bwMode="auto">
          <a:xfrm>
            <a:off x="539750" y="123825"/>
            <a:ext cx="8604250" cy="4349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r>
              <a:rPr lang="en-US" altLang="zh-CN" sz="3200" b="1" dirty="0">
                <a:solidFill>
                  <a:schemeClr val="tx2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2</a:t>
            </a:r>
            <a:r>
              <a:rPr lang="zh-CN" altLang="en-US" sz="3200" b="1" dirty="0">
                <a:solidFill>
                  <a:schemeClr val="tx2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、通信工程制图的统一规定</a:t>
            </a:r>
            <a:endParaRPr lang="zh-CN" altLang="en-US" sz="3200" b="1" dirty="0">
              <a:solidFill>
                <a:schemeClr val="tx2"/>
              </a:solidFill>
              <a:latin typeface="华文新魏" panose="02010800040101010101" pitchFamily="2" charset="-122"/>
              <a:ea typeface="华文新魏" panose="02010800040101010101" pitchFamily="2" charset="-122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/>
    </mc:Choice>
    <mc:Fallback>
      <p:transition spd="slow"/>
    </mc:Fallback>
  </mc:AlternateContent>
  <p:timing>
    <p:tnLst>
      <p:par>
        <p:cTn id="1" dur="indefinite" restart="never" nodeType="tmRoot"/>
      </p:par>
    </p:tnLst>
  </p:timing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5890" name="Rectangle 2"/>
          <p:cNvSpPr>
            <a:spLocks noChangeArrowheads="1"/>
          </p:cNvSpPr>
          <p:nvPr/>
        </p:nvSpPr>
        <p:spPr bwMode="auto">
          <a:xfrm>
            <a:off x="539750" y="1123168"/>
            <a:ext cx="8280400" cy="169164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/>
          <a:p>
            <a:pPr indent="457200" eaLnBrk="0" hangingPunct="0">
              <a:lnSpc>
                <a:spcPct val="130000"/>
              </a:lnSpc>
              <a:buClr>
                <a:srgbClr val="00B050"/>
              </a:buClr>
            </a:pPr>
            <a:r>
              <a:rPr kumimoji="1" lang="zh-CN" altLang="en-US" sz="2000" dirty="0" smtClean="0">
                <a:latin typeface="楷体" panose="02010609060101010101" pitchFamily="49" charset="-122"/>
                <a:ea typeface="楷体" panose="02010609060101010101" pitchFamily="49" charset="-122"/>
              </a:rPr>
              <a:t>② </a:t>
            </a:r>
            <a:r>
              <a:rPr kumimoji="1" lang="zh-CN" altLang="en-US" sz="2000" dirty="0">
                <a:latin typeface="楷体" panose="02010609060101010101" pitchFamily="49" charset="-122"/>
                <a:ea typeface="楷体" panose="02010609060101010101" pitchFamily="49" charset="-122"/>
              </a:rPr>
              <a:t>标志和技术数据应该放在</a:t>
            </a:r>
            <a:r>
              <a:rPr kumimoji="1" lang="zh-CN" altLang="en-US" sz="2000" dirty="0">
                <a:solidFill>
                  <a:srgbClr val="FF0000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图形符号的旁</a:t>
            </a:r>
            <a:r>
              <a:rPr kumimoji="1" lang="zh-CN" altLang="en-US" sz="2000" dirty="0">
                <a:latin typeface="楷体" panose="02010609060101010101" pitchFamily="49" charset="-122"/>
                <a:ea typeface="楷体" panose="02010609060101010101" pitchFamily="49" charset="-122"/>
              </a:rPr>
              <a:t>边。当数据很少时，技术数据也可以放在</a:t>
            </a:r>
            <a:r>
              <a:rPr kumimoji="1" lang="zh-CN" altLang="en-US" sz="2000" dirty="0">
                <a:solidFill>
                  <a:srgbClr val="FF0000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图形符号的方框内</a:t>
            </a:r>
            <a:r>
              <a:rPr kumimoji="1" lang="zh-CN" altLang="en-US" sz="2000" dirty="0">
                <a:latin typeface="楷体" panose="02010609060101010101" pitchFamily="49" charset="-122"/>
                <a:ea typeface="楷体" panose="02010609060101010101" pitchFamily="49" charset="-122"/>
              </a:rPr>
              <a:t>（例如，继电器的电阻值等）；当数据多时，可以用分式表示，也可以用表格形式列出。</a:t>
            </a:r>
            <a:endParaRPr kumimoji="1" lang="zh-CN" altLang="en-US" sz="2000" dirty="0">
              <a:latin typeface="楷体" panose="02010609060101010101" pitchFamily="49" charset="-122"/>
              <a:ea typeface="楷体" panose="02010609060101010101" pitchFamily="49" charset="-122"/>
            </a:endParaRPr>
          </a:p>
          <a:p>
            <a:pPr indent="457200" eaLnBrk="0" hangingPunct="0">
              <a:lnSpc>
                <a:spcPct val="130000"/>
              </a:lnSpc>
              <a:buClr>
                <a:srgbClr val="00B050"/>
              </a:buClr>
            </a:pPr>
            <a:r>
              <a:rPr kumimoji="1" lang="zh-CN" altLang="en-US" sz="2000" dirty="0" smtClean="0">
                <a:latin typeface="楷体" panose="02010609060101010101" pitchFamily="49" charset="-122"/>
                <a:ea typeface="楷体" panose="02010609060101010101" pitchFamily="49" charset="-122"/>
              </a:rPr>
              <a:t>当</a:t>
            </a:r>
            <a:r>
              <a:rPr kumimoji="1" lang="zh-CN" altLang="en-US" sz="2000" dirty="0">
                <a:latin typeface="楷体" panose="02010609060101010101" pitchFamily="49" charset="-122"/>
                <a:ea typeface="楷体" panose="02010609060101010101" pitchFamily="49" charset="-122"/>
              </a:rPr>
              <a:t>用分式表示时，可采用以下模式：</a:t>
            </a:r>
            <a:endParaRPr kumimoji="1" lang="zh-CN" altLang="en-US" sz="2000" dirty="0">
              <a:latin typeface="楷体" panose="02010609060101010101" pitchFamily="49" charset="-122"/>
              <a:ea typeface="楷体" panose="02010609060101010101" pitchFamily="49" charset="-122"/>
            </a:endParaRPr>
          </a:p>
        </p:txBody>
      </p:sp>
      <p:sp>
        <p:nvSpPr>
          <p:cNvPr id="165891" name="Rectangle 3"/>
          <p:cNvSpPr>
            <a:spLocks noChangeArrowheads="1"/>
          </p:cNvSpPr>
          <p:nvPr/>
        </p:nvSpPr>
        <p:spPr bwMode="auto">
          <a:xfrm>
            <a:off x="0" y="2599424"/>
            <a:ext cx="184731" cy="36933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/>
          <a:p>
            <a:endParaRPr lang="zh-CN" altLang="en-US"/>
          </a:p>
        </p:txBody>
      </p:sp>
      <p:graphicFrame>
        <p:nvGraphicFramePr>
          <p:cNvPr id="165892" name="Object 4"/>
          <p:cNvGraphicFramePr>
            <a:graphicFrameLocks noChangeAspect="1"/>
          </p:cNvGraphicFramePr>
          <p:nvPr/>
        </p:nvGraphicFramePr>
        <p:xfrm>
          <a:off x="3276600" y="2732213"/>
          <a:ext cx="1439863" cy="606029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5859" name="公式" r:id="rId1" imgW="698500" imgH="393700" progId="Equation.3">
                  <p:embed/>
                </p:oleObj>
              </mc:Choice>
              <mc:Fallback>
                <p:oleObj name="公式" r:id="rId1" imgW="698500" imgH="393700" progId="Equation.3">
                  <p:embed/>
                  <p:pic>
                    <p:nvPicPr>
                      <p:cNvPr id="0" name="图片 35858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276600" y="2732213"/>
                        <a:ext cx="1439863" cy="606029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165893" name="Rectangle 5"/>
          <p:cNvSpPr>
            <a:spLocks noChangeArrowheads="1"/>
          </p:cNvSpPr>
          <p:nvPr/>
        </p:nvSpPr>
        <p:spPr bwMode="auto">
          <a:xfrm>
            <a:off x="539749" y="3245271"/>
            <a:ext cx="8316119" cy="169164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/>
          <a:p>
            <a:pPr indent="457200" eaLnBrk="0" hangingPunct="0">
              <a:lnSpc>
                <a:spcPct val="130000"/>
              </a:lnSpc>
              <a:buClr>
                <a:srgbClr val="00B050"/>
              </a:buClr>
            </a:pPr>
            <a:r>
              <a:rPr kumimoji="1" lang="zh-CN" altLang="en-US" sz="2000" dirty="0" smtClean="0">
                <a:latin typeface="楷体" panose="02010609060101010101" pitchFamily="49" charset="-122"/>
                <a:ea typeface="楷体" panose="02010609060101010101" pitchFamily="49" charset="-122"/>
              </a:rPr>
              <a:t>其中</a:t>
            </a:r>
            <a:r>
              <a:rPr kumimoji="1" lang="zh-CN" altLang="en-US" sz="2000" dirty="0">
                <a:latin typeface="楷体" panose="02010609060101010101" pitchFamily="49" charset="-122"/>
                <a:ea typeface="楷体" panose="02010609060101010101" pitchFamily="49" charset="-122"/>
              </a:rPr>
              <a:t>：</a:t>
            </a:r>
            <a:r>
              <a:rPr kumimoji="1" lang="en-US" altLang="zh-CN" sz="2000" dirty="0">
                <a:solidFill>
                  <a:srgbClr val="FF0000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N</a:t>
            </a:r>
            <a:r>
              <a:rPr kumimoji="1" lang="zh-CN" altLang="en-US" sz="2000" dirty="0">
                <a:solidFill>
                  <a:srgbClr val="FF0000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为设备编号</a:t>
            </a:r>
            <a:r>
              <a:rPr kumimoji="1" lang="zh-CN" altLang="en-US" sz="2000" dirty="0">
                <a:latin typeface="楷体" panose="02010609060101010101" pitchFamily="49" charset="-122"/>
                <a:ea typeface="楷体" panose="02010609060101010101" pitchFamily="49" charset="-122"/>
              </a:rPr>
              <a:t>，一般靠前或靠上放；</a:t>
            </a:r>
            <a:r>
              <a:rPr kumimoji="1" lang="en-US" altLang="zh-CN" sz="2000" dirty="0">
                <a:latin typeface="楷体" panose="02010609060101010101" pitchFamily="49" charset="-122"/>
                <a:ea typeface="楷体" panose="02010609060101010101" pitchFamily="49" charset="-122"/>
              </a:rPr>
              <a:t>A</a:t>
            </a:r>
            <a:r>
              <a:rPr kumimoji="1" lang="zh-CN" altLang="en-US" sz="2000" dirty="0">
                <a:latin typeface="楷体" panose="02010609060101010101" pitchFamily="49" charset="-122"/>
                <a:ea typeface="楷体" panose="02010609060101010101" pitchFamily="49" charset="-122"/>
              </a:rPr>
              <a:t>、</a:t>
            </a:r>
            <a:r>
              <a:rPr kumimoji="1" lang="en-US" altLang="zh-CN" sz="2000" dirty="0">
                <a:latin typeface="楷体" panose="02010609060101010101" pitchFamily="49" charset="-122"/>
                <a:ea typeface="楷体" panose="02010609060101010101" pitchFamily="49" charset="-122"/>
              </a:rPr>
              <a:t>B</a:t>
            </a:r>
            <a:r>
              <a:rPr kumimoji="1" lang="zh-CN" altLang="en-US" sz="2000" dirty="0">
                <a:latin typeface="楷体" panose="02010609060101010101" pitchFamily="49" charset="-122"/>
                <a:ea typeface="楷体" panose="02010609060101010101" pitchFamily="49" charset="-122"/>
              </a:rPr>
              <a:t>、</a:t>
            </a:r>
            <a:r>
              <a:rPr kumimoji="1" lang="en-US" altLang="zh-CN" sz="2000" dirty="0">
                <a:latin typeface="楷体" panose="02010609060101010101" pitchFamily="49" charset="-122"/>
                <a:ea typeface="楷体" panose="02010609060101010101" pitchFamily="49" charset="-122"/>
              </a:rPr>
              <a:t>C</a:t>
            </a:r>
            <a:r>
              <a:rPr kumimoji="1" lang="zh-CN" altLang="en-US" sz="2000" dirty="0">
                <a:latin typeface="楷体" panose="02010609060101010101" pitchFamily="49" charset="-122"/>
                <a:ea typeface="楷体" panose="02010609060101010101" pitchFamily="49" charset="-122"/>
              </a:rPr>
              <a:t>、</a:t>
            </a:r>
            <a:r>
              <a:rPr kumimoji="1" lang="en-US" altLang="zh-CN" sz="2000" dirty="0">
                <a:latin typeface="楷体" panose="02010609060101010101" pitchFamily="49" charset="-122"/>
                <a:ea typeface="楷体" panose="02010609060101010101" pitchFamily="49" charset="-122"/>
              </a:rPr>
              <a:t>D</a:t>
            </a:r>
            <a:r>
              <a:rPr kumimoji="1" lang="zh-CN" altLang="en-US" sz="2000" dirty="0">
                <a:latin typeface="楷体" panose="02010609060101010101" pitchFamily="49" charset="-122"/>
                <a:ea typeface="楷体" panose="02010609060101010101" pitchFamily="49" charset="-122"/>
              </a:rPr>
              <a:t>为不同的标注内容，可增可减； </a:t>
            </a:r>
            <a:r>
              <a:rPr kumimoji="1" lang="en-US" altLang="zh-CN" sz="2000" dirty="0">
                <a:solidFill>
                  <a:srgbClr val="FF0000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F</a:t>
            </a:r>
            <a:r>
              <a:rPr kumimoji="1" lang="zh-CN" altLang="en-US" sz="2000" dirty="0">
                <a:solidFill>
                  <a:srgbClr val="FF0000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为敷设方式</a:t>
            </a:r>
            <a:r>
              <a:rPr kumimoji="1" lang="zh-CN" altLang="en-US" sz="2000" dirty="0">
                <a:latin typeface="楷体" panose="02010609060101010101" pitchFamily="49" charset="-122"/>
                <a:ea typeface="楷体" panose="02010609060101010101" pitchFamily="49" charset="-122"/>
              </a:rPr>
              <a:t>，一般靠后放；当</a:t>
            </a:r>
            <a:r>
              <a:rPr kumimoji="1" lang="zh-CN" altLang="en-US" sz="2000" dirty="0">
                <a:solidFill>
                  <a:srgbClr val="FF0000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设计中需表示本工程前后有变化</a:t>
            </a:r>
            <a:r>
              <a:rPr kumimoji="1" lang="zh-CN" altLang="en-US" sz="2000" dirty="0">
                <a:latin typeface="楷体" panose="02010609060101010101" pitchFamily="49" charset="-122"/>
                <a:ea typeface="楷体" panose="02010609060101010101" pitchFamily="49" charset="-122"/>
              </a:rPr>
              <a:t>时，可采用斜杠方式：</a:t>
            </a:r>
            <a:r>
              <a:rPr kumimoji="1" lang="zh-CN" altLang="en-US" sz="2000" dirty="0">
                <a:solidFill>
                  <a:srgbClr val="FF0000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（原有数）</a:t>
            </a:r>
            <a:r>
              <a:rPr kumimoji="1" lang="en-US" altLang="zh-CN" sz="2000" dirty="0">
                <a:solidFill>
                  <a:srgbClr val="FF0000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/</a:t>
            </a:r>
            <a:r>
              <a:rPr kumimoji="1" lang="zh-CN" altLang="en-US" sz="2000" dirty="0">
                <a:solidFill>
                  <a:srgbClr val="FF0000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（设计数）</a:t>
            </a:r>
            <a:r>
              <a:rPr kumimoji="1" lang="zh-CN" altLang="en-US" sz="2000" dirty="0">
                <a:latin typeface="楷体" panose="02010609060101010101" pitchFamily="49" charset="-122"/>
                <a:ea typeface="楷体" panose="02010609060101010101" pitchFamily="49" charset="-122"/>
              </a:rPr>
              <a:t>；当设计中需表示</a:t>
            </a:r>
            <a:r>
              <a:rPr kumimoji="1" lang="zh-CN" altLang="en-US" sz="2000" dirty="0">
                <a:solidFill>
                  <a:srgbClr val="FF0000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本工程前后有增加</a:t>
            </a:r>
            <a:r>
              <a:rPr kumimoji="1" lang="zh-CN" altLang="en-US" sz="2000" dirty="0">
                <a:latin typeface="楷体" panose="02010609060101010101" pitchFamily="49" charset="-122"/>
                <a:ea typeface="楷体" panose="02010609060101010101" pitchFamily="49" charset="-122"/>
              </a:rPr>
              <a:t>时，可采用加号方式：</a:t>
            </a:r>
            <a:r>
              <a:rPr kumimoji="1" lang="zh-CN" altLang="en-US" sz="2000" dirty="0">
                <a:solidFill>
                  <a:srgbClr val="FF0000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（原有数）</a:t>
            </a:r>
            <a:r>
              <a:rPr kumimoji="1" lang="en-US" altLang="zh-CN" sz="2000" dirty="0">
                <a:solidFill>
                  <a:srgbClr val="FF0000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+</a:t>
            </a:r>
            <a:r>
              <a:rPr kumimoji="1" lang="zh-CN" altLang="en-US" sz="2000" dirty="0">
                <a:solidFill>
                  <a:srgbClr val="FF0000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（增加数）</a:t>
            </a:r>
            <a:r>
              <a:rPr kumimoji="1" lang="zh-CN" altLang="en-US" sz="2000" dirty="0">
                <a:latin typeface="楷体" panose="02010609060101010101" pitchFamily="49" charset="-122"/>
                <a:ea typeface="楷体" panose="02010609060101010101" pitchFamily="49" charset="-122"/>
              </a:rPr>
              <a:t>。 </a:t>
            </a:r>
            <a:endParaRPr kumimoji="1" lang="zh-CN" altLang="en-US" sz="2000" dirty="0">
              <a:latin typeface="楷体" panose="02010609060101010101" pitchFamily="49" charset="-122"/>
              <a:ea typeface="楷体" panose="02010609060101010101" pitchFamily="49" charset="-122"/>
            </a:endParaRPr>
          </a:p>
        </p:txBody>
      </p:sp>
      <p:sp>
        <p:nvSpPr>
          <p:cNvPr id="7" name="Rectangle 5"/>
          <p:cNvSpPr>
            <a:spLocks noChangeArrowheads="1"/>
          </p:cNvSpPr>
          <p:nvPr/>
        </p:nvSpPr>
        <p:spPr bwMode="auto">
          <a:xfrm>
            <a:off x="280024" y="677537"/>
            <a:ext cx="4552950" cy="50436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/>
          <a:p>
            <a:pPr eaLnBrk="0" hangingPunct="0">
              <a:lnSpc>
                <a:spcPct val="130000"/>
              </a:lnSpc>
              <a:buClr>
                <a:srgbClr val="00B050"/>
              </a:buClr>
            </a:pPr>
            <a:r>
              <a:rPr kumimoji="1" lang="zh-CN" altLang="en-US" sz="2400" dirty="0">
                <a:solidFill>
                  <a:srgbClr val="0000FF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（</a:t>
            </a:r>
            <a:r>
              <a:rPr kumimoji="1" lang="en-US" altLang="zh-CN" sz="2400" dirty="0">
                <a:solidFill>
                  <a:srgbClr val="0000FF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7</a:t>
            </a:r>
            <a:r>
              <a:rPr kumimoji="1" lang="zh-CN" altLang="en-US" sz="2400" dirty="0">
                <a:solidFill>
                  <a:srgbClr val="0000FF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）注释、标志和技术数据 </a:t>
            </a:r>
            <a:endParaRPr kumimoji="1" lang="zh-CN" altLang="en-US" sz="2400" dirty="0">
              <a:solidFill>
                <a:srgbClr val="0000FF"/>
              </a:solidFill>
              <a:latin typeface="楷体" panose="02010609060101010101" pitchFamily="49" charset="-122"/>
              <a:ea typeface="楷体" panose="02010609060101010101" pitchFamily="49" charset="-122"/>
            </a:endParaRPr>
          </a:p>
        </p:txBody>
      </p:sp>
      <p:sp>
        <p:nvSpPr>
          <p:cNvPr id="8" name="TextBox 6"/>
          <p:cNvSpPr txBox="1">
            <a:spLocks noChangeArrowheads="1"/>
          </p:cNvSpPr>
          <p:nvPr/>
        </p:nvSpPr>
        <p:spPr bwMode="auto">
          <a:xfrm>
            <a:off x="539750" y="123825"/>
            <a:ext cx="8604250" cy="5537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r>
              <a:rPr lang="en-US" altLang="zh-CN" sz="3200" b="1" dirty="0">
                <a:solidFill>
                  <a:schemeClr val="tx2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2</a:t>
            </a:r>
            <a:r>
              <a:rPr lang="zh-CN" altLang="en-US" sz="3200" b="1" dirty="0">
                <a:solidFill>
                  <a:schemeClr val="tx2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、通信工程制图的统一规定</a:t>
            </a:r>
            <a:endParaRPr lang="zh-CN" altLang="en-US" sz="3200" b="1" dirty="0">
              <a:solidFill>
                <a:schemeClr val="tx2"/>
              </a:solidFill>
              <a:latin typeface="华文新魏" panose="02010800040101010101" pitchFamily="2" charset="-122"/>
              <a:ea typeface="华文新魏" panose="02010800040101010101" pitchFamily="2" charset="-122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/>
    </mc:Choice>
    <mc:Fallback>
      <p:transition spd="slow"/>
    </mc:Fallback>
  </mc:AlternateContent>
  <p:timing>
    <p:tnLst>
      <p:par>
        <p:cTn id="1" dur="indefinite" restart="never" nodeType="tmRoot"/>
      </p:par>
    </p:tnLst>
  </p:timing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5890" name="Rectangle 2"/>
          <p:cNvSpPr>
            <a:spLocks noChangeArrowheads="1"/>
          </p:cNvSpPr>
          <p:nvPr/>
        </p:nvSpPr>
        <p:spPr bwMode="auto">
          <a:xfrm>
            <a:off x="539750" y="1123168"/>
            <a:ext cx="8280400" cy="49149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/>
          <a:p>
            <a:pPr indent="457200" eaLnBrk="0" hangingPunct="0">
              <a:lnSpc>
                <a:spcPct val="130000"/>
              </a:lnSpc>
              <a:buClr>
                <a:srgbClr val="00B050"/>
              </a:buClr>
            </a:pPr>
            <a:r>
              <a:rPr kumimoji="1" lang="zh-CN" altLang="en-US" sz="2000" dirty="0">
                <a:latin typeface="楷体" panose="02010609060101010101" pitchFamily="49" charset="-122"/>
                <a:ea typeface="楷体" panose="02010609060101010101" pitchFamily="49" charset="-122"/>
              </a:rPr>
              <a:t>安装方式</a:t>
            </a:r>
            <a:r>
              <a:rPr kumimoji="1" lang="zh-CN" altLang="en-US" sz="2000" dirty="0">
                <a:latin typeface="楷体" panose="02010609060101010101" pitchFamily="49" charset="-122"/>
                <a:ea typeface="楷体" panose="02010609060101010101" pitchFamily="49" charset="-122"/>
              </a:rPr>
              <a:t>的标注</a:t>
            </a:r>
            <a:endParaRPr kumimoji="1" lang="zh-CN" altLang="en-US" sz="2000" dirty="0">
              <a:latin typeface="楷体" panose="02010609060101010101" pitchFamily="49" charset="-122"/>
              <a:ea typeface="楷体" panose="02010609060101010101" pitchFamily="49" charset="-122"/>
            </a:endParaRPr>
          </a:p>
        </p:txBody>
      </p:sp>
      <p:sp>
        <p:nvSpPr>
          <p:cNvPr id="165891" name="Rectangle 3"/>
          <p:cNvSpPr>
            <a:spLocks noChangeArrowheads="1"/>
          </p:cNvSpPr>
          <p:nvPr/>
        </p:nvSpPr>
        <p:spPr bwMode="auto">
          <a:xfrm>
            <a:off x="0" y="2599424"/>
            <a:ext cx="184731" cy="36933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/>
          <a:p>
            <a:endParaRPr lang="zh-CN" altLang="en-US"/>
          </a:p>
        </p:txBody>
      </p:sp>
      <p:sp>
        <p:nvSpPr>
          <p:cNvPr id="7" name="Rectangle 5"/>
          <p:cNvSpPr>
            <a:spLocks noChangeArrowheads="1"/>
          </p:cNvSpPr>
          <p:nvPr/>
        </p:nvSpPr>
        <p:spPr bwMode="auto">
          <a:xfrm>
            <a:off x="280024" y="677537"/>
            <a:ext cx="4552950" cy="50436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/>
          <a:p>
            <a:pPr eaLnBrk="0" hangingPunct="0">
              <a:lnSpc>
                <a:spcPct val="130000"/>
              </a:lnSpc>
              <a:buClr>
                <a:srgbClr val="00B050"/>
              </a:buClr>
            </a:pPr>
            <a:r>
              <a:rPr kumimoji="1" lang="zh-CN" altLang="en-US" sz="2400" dirty="0">
                <a:solidFill>
                  <a:srgbClr val="0000FF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（</a:t>
            </a:r>
            <a:r>
              <a:rPr kumimoji="1" lang="en-US" altLang="zh-CN" sz="2400" dirty="0">
                <a:solidFill>
                  <a:srgbClr val="0000FF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7</a:t>
            </a:r>
            <a:r>
              <a:rPr kumimoji="1" lang="zh-CN" altLang="en-US" sz="2400" dirty="0">
                <a:solidFill>
                  <a:srgbClr val="0000FF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）注释、标志和技术数据 </a:t>
            </a:r>
            <a:endParaRPr kumimoji="1" lang="zh-CN" altLang="en-US" sz="2400" dirty="0">
              <a:solidFill>
                <a:srgbClr val="0000FF"/>
              </a:solidFill>
              <a:latin typeface="楷体" panose="02010609060101010101" pitchFamily="49" charset="-122"/>
              <a:ea typeface="楷体" panose="02010609060101010101" pitchFamily="49" charset="-122"/>
            </a:endParaRPr>
          </a:p>
        </p:txBody>
      </p:sp>
      <p:sp>
        <p:nvSpPr>
          <p:cNvPr id="8" name="TextBox 6"/>
          <p:cNvSpPr txBox="1">
            <a:spLocks noChangeArrowheads="1"/>
          </p:cNvSpPr>
          <p:nvPr/>
        </p:nvSpPr>
        <p:spPr bwMode="auto">
          <a:xfrm>
            <a:off x="539750" y="123825"/>
            <a:ext cx="8604250" cy="5537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r>
              <a:rPr lang="en-US" altLang="zh-CN" sz="3200" b="1" dirty="0">
                <a:solidFill>
                  <a:schemeClr val="tx2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2</a:t>
            </a:r>
            <a:r>
              <a:rPr lang="zh-CN" altLang="en-US" sz="3200" b="1" dirty="0">
                <a:solidFill>
                  <a:schemeClr val="tx2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、通信工程制图的统一规定</a:t>
            </a:r>
            <a:endParaRPr lang="zh-CN" altLang="en-US" sz="3200" b="1" dirty="0">
              <a:solidFill>
                <a:schemeClr val="tx2"/>
              </a:solidFill>
              <a:latin typeface="华文新魏" panose="02010800040101010101" pitchFamily="2" charset="-122"/>
              <a:ea typeface="华文新魏" panose="02010800040101010101" pitchFamily="2" charset="-122"/>
            </a:endParaRPr>
          </a:p>
        </p:txBody>
      </p:sp>
      <p:pic>
        <p:nvPicPr>
          <p:cNvPr id="2" name="图片 1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513840" y="1851660"/>
            <a:ext cx="6656705" cy="1973580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/>
    </mc:Choice>
    <mc:Fallback>
      <p:transition spd="slow"/>
    </mc:Fallback>
  </mc:AlternateContent>
  <p:timing>
    <p:tnLst>
      <p:par>
        <p:cTn id="1" dur="indefinite" restart="never" nodeType="tmRoot"/>
      </p:par>
    </p:tnLst>
  </p:timing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5890" name="Rectangle 2"/>
          <p:cNvSpPr>
            <a:spLocks noChangeArrowheads="1"/>
          </p:cNvSpPr>
          <p:nvPr/>
        </p:nvSpPr>
        <p:spPr bwMode="auto">
          <a:xfrm>
            <a:off x="539750" y="1123168"/>
            <a:ext cx="8280400" cy="49149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/>
          <a:p>
            <a:pPr indent="457200" eaLnBrk="0" hangingPunct="0">
              <a:lnSpc>
                <a:spcPct val="130000"/>
              </a:lnSpc>
              <a:buClr>
                <a:srgbClr val="00B050"/>
              </a:buClr>
            </a:pPr>
            <a:r>
              <a:rPr kumimoji="1" lang="zh-CN" altLang="en-US" sz="2000" dirty="0">
                <a:latin typeface="楷体" panose="02010609060101010101" pitchFamily="49" charset="-122"/>
                <a:ea typeface="楷体" panose="02010609060101010101" pitchFamily="49" charset="-122"/>
              </a:rPr>
              <a:t>敷设部位的标注</a:t>
            </a:r>
            <a:endParaRPr kumimoji="1" lang="zh-CN" altLang="en-US" sz="2000" dirty="0">
              <a:latin typeface="楷体" panose="02010609060101010101" pitchFamily="49" charset="-122"/>
              <a:ea typeface="楷体" panose="02010609060101010101" pitchFamily="49" charset="-122"/>
            </a:endParaRPr>
          </a:p>
        </p:txBody>
      </p:sp>
      <p:sp>
        <p:nvSpPr>
          <p:cNvPr id="165891" name="Rectangle 3"/>
          <p:cNvSpPr>
            <a:spLocks noChangeArrowheads="1"/>
          </p:cNvSpPr>
          <p:nvPr/>
        </p:nvSpPr>
        <p:spPr bwMode="auto">
          <a:xfrm>
            <a:off x="0" y="2599424"/>
            <a:ext cx="184731" cy="36933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/>
          <a:p>
            <a:endParaRPr lang="zh-CN" altLang="en-US"/>
          </a:p>
        </p:txBody>
      </p:sp>
      <p:sp>
        <p:nvSpPr>
          <p:cNvPr id="7" name="Rectangle 5"/>
          <p:cNvSpPr>
            <a:spLocks noChangeArrowheads="1"/>
          </p:cNvSpPr>
          <p:nvPr/>
        </p:nvSpPr>
        <p:spPr bwMode="auto">
          <a:xfrm>
            <a:off x="280024" y="677537"/>
            <a:ext cx="4552950" cy="50436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/>
          <a:p>
            <a:pPr eaLnBrk="0" hangingPunct="0">
              <a:lnSpc>
                <a:spcPct val="130000"/>
              </a:lnSpc>
              <a:buClr>
                <a:srgbClr val="00B050"/>
              </a:buClr>
            </a:pPr>
            <a:r>
              <a:rPr kumimoji="1" lang="zh-CN" altLang="en-US" sz="2400" dirty="0">
                <a:solidFill>
                  <a:srgbClr val="0000FF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（</a:t>
            </a:r>
            <a:r>
              <a:rPr kumimoji="1" lang="en-US" altLang="zh-CN" sz="2400" dirty="0">
                <a:solidFill>
                  <a:srgbClr val="0000FF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7</a:t>
            </a:r>
            <a:r>
              <a:rPr kumimoji="1" lang="zh-CN" altLang="en-US" sz="2400" dirty="0">
                <a:solidFill>
                  <a:srgbClr val="0000FF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）注释、标志和技术数据 </a:t>
            </a:r>
            <a:endParaRPr kumimoji="1" lang="zh-CN" altLang="en-US" sz="2400" dirty="0">
              <a:solidFill>
                <a:srgbClr val="0000FF"/>
              </a:solidFill>
              <a:latin typeface="楷体" panose="02010609060101010101" pitchFamily="49" charset="-122"/>
              <a:ea typeface="楷体" panose="02010609060101010101" pitchFamily="49" charset="-122"/>
            </a:endParaRPr>
          </a:p>
        </p:txBody>
      </p:sp>
      <p:sp>
        <p:nvSpPr>
          <p:cNvPr id="8" name="TextBox 6"/>
          <p:cNvSpPr txBox="1">
            <a:spLocks noChangeArrowheads="1"/>
          </p:cNvSpPr>
          <p:nvPr/>
        </p:nvSpPr>
        <p:spPr bwMode="auto">
          <a:xfrm>
            <a:off x="539750" y="123825"/>
            <a:ext cx="8604250" cy="5537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r>
              <a:rPr lang="en-US" altLang="zh-CN" sz="3200" b="1" dirty="0">
                <a:solidFill>
                  <a:schemeClr val="tx2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2</a:t>
            </a:r>
            <a:r>
              <a:rPr lang="zh-CN" altLang="en-US" sz="3200" b="1" dirty="0">
                <a:solidFill>
                  <a:schemeClr val="tx2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、通信工程制图的统一规定</a:t>
            </a:r>
            <a:endParaRPr lang="zh-CN" altLang="en-US" sz="3200" b="1" dirty="0">
              <a:solidFill>
                <a:schemeClr val="tx2"/>
              </a:solidFill>
              <a:latin typeface="华文新魏" panose="02010800040101010101" pitchFamily="2" charset="-122"/>
              <a:ea typeface="华文新魏" panose="02010800040101010101" pitchFamily="2" charset="-122"/>
            </a:endParaRPr>
          </a:p>
        </p:txBody>
      </p:sp>
      <p:pic>
        <p:nvPicPr>
          <p:cNvPr id="3" name="图片 2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547495" y="1614805"/>
            <a:ext cx="6435090" cy="3462020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/>
    </mc:Choice>
    <mc:Fallback>
      <p:transition spd="slow"/>
    </mc:Fallback>
  </mc:AlternateContent>
  <p:timing>
    <p:tnLst>
      <p:par>
        <p:cTn id="1" dur="indefinite" restart="never" nodeType="tmRoot"/>
      </p:par>
    </p:tnLst>
  </p:timing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6917" name="Rectangle 5"/>
          <p:cNvSpPr>
            <a:spLocks noChangeArrowheads="1"/>
          </p:cNvSpPr>
          <p:nvPr/>
        </p:nvSpPr>
        <p:spPr bwMode="auto">
          <a:xfrm>
            <a:off x="123190" y="685800"/>
            <a:ext cx="6085840" cy="57086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/>
          <a:p>
            <a:pPr eaLnBrk="0" hangingPunct="0">
              <a:lnSpc>
                <a:spcPct val="130000"/>
              </a:lnSpc>
              <a:buClr>
                <a:srgbClr val="00B050"/>
              </a:buClr>
            </a:pPr>
            <a:r>
              <a:rPr kumimoji="1" lang="zh-CN" altLang="en-US" sz="2400" dirty="0">
                <a:solidFill>
                  <a:srgbClr val="0000FF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（</a:t>
            </a:r>
            <a:r>
              <a:rPr kumimoji="1" lang="en-US" altLang="zh-CN" sz="2400" dirty="0">
                <a:solidFill>
                  <a:srgbClr val="0000FF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7</a:t>
            </a:r>
            <a:r>
              <a:rPr kumimoji="1" lang="zh-CN" altLang="en-US" sz="2400" dirty="0">
                <a:solidFill>
                  <a:srgbClr val="0000FF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）注释、标志和技术数据小结</a:t>
            </a:r>
            <a:endParaRPr kumimoji="1" lang="zh-CN" altLang="en-US" sz="2400" dirty="0">
              <a:solidFill>
                <a:srgbClr val="0000FF"/>
              </a:solidFill>
              <a:latin typeface="楷体" panose="02010609060101010101" pitchFamily="49" charset="-122"/>
              <a:ea typeface="楷体" panose="02010609060101010101" pitchFamily="49" charset="-122"/>
            </a:endParaRPr>
          </a:p>
        </p:txBody>
      </p:sp>
      <p:sp>
        <p:nvSpPr>
          <p:cNvPr id="6" name="TextBox 6"/>
          <p:cNvSpPr txBox="1">
            <a:spLocks noChangeArrowheads="1"/>
          </p:cNvSpPr>
          <p:nvPr/>
        </p:nvSpPr>
        <p:spPr bwMode="auto">
          <a:xfrm>
            <a:off x="539750" y="123825"/>
            <a:ext cx="8604250" cy="4349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r>
              <a:rPr lang="en-US" altLang="zh-CN" sz="3200" b="1" dirty="0">
                <a:solidFill>
                  <a:schemeClr val="tx2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2</a:t>
            </a:r>
            <a:r>
              <a:rPr lang="zh-CN" altLang="en-US" sz="3200" b="1" dirty="0">
                <a:solidFill>
                  <a:schemeClr val="tx2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、通信工程制图的统一规定</a:t>
            </a:r>
            <a:endParaRPr lang="zh-CN" altLang="en-US" sz="3200" b="1" dirty="0">
              <a:solidFill>
                <a:schemeClr val="tx2"/>
              </a:solidFill>
              <a:latin typeface="华文新魏" panose="02010800040101010101" pitchFamily="2" charset="-122"/>
              <a:ea typeface="华文新魏" panose="02010800040101010101" pitchFamily="2" charset="-122"/>
            </a:endParaRPr>
          </a:p>
        </p:txBody>
      </p:sp>
      <p:pic>
        <p:nvPicPr>
          <p:cNvPr id="2" name="图片 1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691640" y="1348105"/>
            <a:ext cx="5448300" cy="3017520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/>
    </mc:Choice>
    <mc:Fallback>
      <p:transition spd="slow"/>
    </mc:Fallback>
  </mc:AlternateContent>
  <p:timing>
    <p:tnLst>
      <p:par>
        <p:cTn id="1" dur="indefinite" restart="never" nodeType="tmRoot"/>
      </p:par>
    </p:tnLst>
  </p:timing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4866" name="Rectangle 2"/>
          <p:cNvSpPr>
            <a:spLocks noChangeArrowheads="1"/>
          </p:cNvSpPr>
          <p:nvPr/>
        </p:nvSpPr>
        <p:spPr bwMode="auto">
          <a:xfrm>
            <a:off x="332815" y="800100"/>
            <a:ext cx="6903481" cy="249174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/>
          <a:p>
            <a:pPr indent="457200" eaLnBrk="0" hangingPunct="0">
              <a:lnSpc>
                <a:spcPct val="130000"/>
              </a:lnSpc>
              <a:buClr>
                <a:srgbClr val="00B050"/>
              </a:buClr>
            </a:pPr>
            <a:r>
              <a:rPr kumimoji="1" lang="zh-CN" altLang="en-US" sz="2000" dirty="0" smtClean="0">
                <a:latin typeface="楷体" panose="02010609060101010101" pitchFamily="49" charset="-122"/>
                <a:ea typeface="楷体" panose="02010609060101010101" pitchFamily="49" charset="-122"/>
              </a:rPr>
              <a:t>工程</a:t>
            </a:r>
            <a:r>
              <a:rPr kumimoji="1" lang="zh-CN" altLang="en-US" sz="2000" dirty="0">
                <a:latin typeface="楷体" panose="02010609060101010101" pitchFamily="49" charset="-122"/>
                <a:ea typeface="楷体" panose="02010609060101010101" pitchFamily="49" charset="-122"/>
              </a:rPr>
              <a:t>制图规范中所给出的图例并不可能囊括了所有所需的工程图例，随着技术、产品工艺的不断更新和进步，工程设计人员会依据本公司的有关标准绘制出新的工程图例，总之，只要在设计图纸中对其以图例形式加以标明即可。参照信产部发布的</a:t>
            </a:r>
            <a:r>
              <a:rPr kumimoji="1" lang="en-US" altLang="zh-CN" sz="2000" dirty="0">
                <a:latin typeface="楷体" panose="02010609060101010101" pitchFamily="49" charset="-122"/>
                <a:ea typeface="楷体" panose="02010609060101010101" pitchFamily="49" charset="-122"/>
              </a:rPr>
              <a:t>《</a:t>
            </a:r>
            <a:r>
              <a:rPr kumimoji="1" lang="zh-CN" altLang="en-US" sz="2000" dirty="0">
                <a:latin typeface="楷体" panose="02010609060101010101" pitchFamily="49" charset="-122"/>
                <a:ea typeface="楷体" panose="02010609060101010101" pitchFamily="49" charset="-122"/>
              </a:rPr>
              <a:t>通信工程制图与图形符号规定</a:t>
            </a:r>
            <a:r>
              <a:rPr kumimoji="1" lang="en-US" altLang="zh-CN" sz="2000" dirty="0">
                <a:latin typeface="楷体" panose="02010609060101010101" pitchFamily="49" charset="-122"/>
                <a:ea typeface="楷体" panose="02010609060101010101" pitchFamily="49" charset="-122"/>
              </a:rPr>
              <a:t>》</a:t>
            </a:r>
            <a:r>
              <a:rPr kumimoji="1" lang="zh-CN" altLang="en-US" sz="2000" dirty="0">
                <a:latin typeface="楷体" panose="02010609060101010101" pitchFamily="49" charset="-122"/>
                <a:ea typeface="楷体" panose="02010609060101010101" pitchFamily="49" charset="-122"/>
              </a:rPr>
              <a:t>（</a:t>
            </a:r>
            <a:r>
              <a:rPr kumimoji="1" lang="en-US" altLang="zh-CN" sz="2000" dirty="0">
                <a:latin typeface="楷体" panose="02010609060101010101" pitchFamily="49" charset="-122"/>
                <a:ea typeface="楷体" panose="02010609060101010101" pitchFamily="49" charset="-122"/>
              </a:rPr>
              <a:t>YDT </a:t>
            </a:r>
            <a:r>
              <a:rPr kumimoji="1" lang="en-US" altLang="zh-CN" sz="2000" dirty="0" smtClean="0">
                <a:latin typeface="楷体" panose="02010609060101010101" pitchFamily="49" charset="-122"/>
                <a:ea typeface="楷体" panose="02010609060101010101" pitchFamily="49" charset="-122"/>
              </a:rPr>
              <a:t>5015-2015</a:t>
            </a:r>
            <a:r>
              <a:rPr kumimoji="1" lang="zh-CN" altLang="en-US" sz="2000" dirty="0" smtClean="0">
                <a:latin typeface="楷体" panose="02010609060101010101" pitchFamily="49" charset="-122"/>
                <a:ea typeface="楷体" panose="02010609060101010101" pitchFamily="49" charset="-122"/>
              </a:rPr>
              <a:t>）</a:t>
            </a:r>
            <a:r>
              <a:rPr kumimoji="1" lang="zh-CN" altLang="en-US" sz="2000" dirty="0">
                <a:latin typeface="楷体" panose="02010609060101010101" pitchFamily="49" charset="-122"/>
                <a:ea typeface="楷体" panose="02010609060101010101" pitchFamily="49" charset="-122"/>
              </a:rPr>
              <a:t>文件，图例见附录</a:t>
            </a:r>
            <a:r>
              <a:rPr kumimoji="1" lang="en-US" altLang="zh-CN" sz="2000" dirty="0">
                <a:latin typeface="楷体" panose="02010609060101010101" pitchFamily="49" charset="-122"/>
                <a:ea typeface="楷体" panose="02010609060101010101" pitchFamily="49" charset="-122"/>
              </a:rPr>
              <a:t>A</a:t>
            </a:r>
            <a:r>
              <a:rPr kumimoji="1" lang="zh-CN" altLang="en-US" sz="2000" dirty="0">
                <a:latin typeface="楷体" panose="02010609060101010101" pitchFamily="49" charset="-122"/>
                <a:ea typeface="楷体" panose="02010609060101010101" pitchFamily="49" charset="-122"/>
              </a:rPr>
              <a:t>，详细信息如下表所示。 </a:t>
            </a:r>
            <a:endParaRPr kumimoji="1" lang="zh-CN" altLang="en-US" sz="2000" dirty="0">
              <a:latin typeface="楷体" panose="02010609060101010101" pitchFamily="49" charset="-122"/>
              <a:ea typeface="楷体" panose="02010609060101010101" pitchFamily="49" charset="-122"/>
            </a:endParaRPr>
          </a:p>
        </p:txBody>
      </p:sp>
      <p:pic>
        <p:nvPicPr>
          <p:cNvPr id="100354" name="Picture 2"/>
          <p:cNvPicPr>
            <a:picLocks noChangeAspect="1" noChangeArrowheads="1"/>
          </p:cNvPicPr>
          <p:nvPr/>
        </p:nvPicPr>
        <p:blipFill>
          <a:blip r:embed="rId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524328" y="1026548"/>
            <a:ext cx="1094470" cy="250816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100355" name="Picture 3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195736" y="3435846"/>
            <a:ext cx="3490342" cy="14573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7" name="标题 1"/>
          <p:cNvSpPr>
            <a:spLocks noGrp="1"/>
          </p:cNvSpPr>
          <p:nvPr>
            <p:ph type="title"/>
          </p:nvPr>
        </p:nvSpPr>
        <p:spPr>
          <a:xfrm>
            <a:off x="499332" y="123478"/>
            <a:ext cx="8229600" cy="695325"/>
          </a:xfrm>
          <a:noFill/>
          <a:ln>
            <a:noFill/>
          </a:ln>
        </p:spPr>
        <p:txBody>
          <a:bodyPr/>
          <a:lstStyle/>
          <a:p>
            <a:pPr eaLnBrk="1" hangingPunct="1"/>
            <a:r>
              <a:rPr lang="en-US" altLang="zh-CN" sz="3200" kern="1200" dirty="0">
                <a:latin typeface="华文新魏" panose="02010800040101010101" pitchFamily="2" charset="-122"/>
                <a:ea typeface="华文新魏" panose="02010800040101010101" pitchFamily="2" charset="-122"/>
                <a:cs typeface="+mn-cs"/>
              </a:rPr>
              <a:t>3</a:t>
            </a:r>
            <a:r>
              <a:rPr lang="zh-CN" altLang="en-US" sz="3200" kern="1200" dirty="0">
                <a:latin typeface="华文新魏" panose="02010800040101010101" pitchFamily="2" charset="-122"/>
                <a:ea typeface="华文新魏" panose="02010800040101010101" pitchFamily="2" charset="-122"/>
                <a:cs typeface="+mn-cs"/>
              </a:rPr>
              <a:t>、常用图形符号（图例）</a:t>
            </a:r>
            <a:endParaRPr lang="zh-CN" altLang="en-US" sz="3200" kern="1200" dirty="0">
              <a:latin typeface="华文新魏" panose="02010800040101010101" pitchFamily="2" charset="-122"/>
              <a:ea typeface="华文新魏" panose="02010800040101010101" pitchFamily="2" charset="-122"/>
              <a:cs typeface="+mn-cs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/>
    </mc:Choice>
    <mc:Fallback>
      <p:transition spd="slow"/>
    </mc:Fallback>
  </mc:AlternateContent>
  <p:timing>
    <p:tnLst>
      <p:par>
        <p:cTn id="1" dur="indefinite" restart="never" nodeType="tmRoot"/>
      </p:par>
    </p:tnLst>
  </p:timing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99332" y="123478"/>
            <a:ext cx="8229600" cy="695325"/>
          </a:xfrm>
          <a:noFill/>
          <a:ln>
            <a:noFill/>
          </a:ln>
        </p:spPr>
        <p:txBody>
          <a:bodyPr/>
          <a:lstStyle/>
          <a:p>
            <a:pPr eaLnBrk="1" hangingPunct="1"/>
            <a:r>
              <a:rPr lang="en-US" altLang="zh-CN" sz="3200" kern="1200" dirty="0">
                <a:latin typeface="华文新魏" panose="02010800040101010101" pitchFamily="2" charset="-122"/>
                <a:ea typeface="华文新魏" panose="02010800040101010101" pitchFamily="2" charset="-122"/>
                <a:cs typeface="+mn-cs"/>
              </a:rPr>
              <a:t>3</a:t>
            </a:r>
            <a:r>
              <a:rPr lang="zh-CN" altLang="en-US" sz="3200" kern="1200" dirty="0">
                <a:latin typeface="华文新魏" panose="02010800040101010101" pitchFamily="2" charset="-122"/>
                <a:ea typeface="华文新魏" panose="02010800040101010101" pitchFamily="2" charset="-122"/>
                <a:cs typeface="+mn-cs"/>
              </a:rPr>
              <a:t>、常用图形符号（图例）</a:t>
            </a:r>
            <a:endParaRPr lang="zh-CN" altLang="en-US" sz="3200" kern="1200" dirty="0">
              <a:latin typeface="华文新魏" panose="02010800040101010101" pitchFamily="2" charset="-122"/>
              <a:ea typeface="华文新魏" panose="02010800040101010101" pitchFamily="2" charset="-122"/>
              <a:cs typeface="+mn-cs"/>
            </a:endParaRP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519113" y="915566"/>
            <a:ext cx="8229600" cy="3348990"/>
          </a:xfrm>
          <a:noFill/>
          <a:ln>
            <a:noFill/>
          </a:ln>
        </p:spPr>
        <p:txBody>
          <a:bodyPr lIns="68580" tIns="34290" rIns="68580" bIns="34290">
            <a:spAutoFit/>
          </a:bodyPr>
          <a:lstStyle/>
          <a:p>
            <a:pPr indent="0" defTabSz="685800">
              <a:lnSpc>
                <a:spcPct val="130000"/>
              </a:lnSpc>
              <a:spcBef>
                <a:spcPct val="0"/>
              </a:spcBef>
              <a:buClr>
                <a:srgbClr val="00B050"/>
              </a:buClr>
              <a:buNone/>
            </a:pPr>
            <a:r>
              <a:rPr kumimoji="1" lang="zh-CN" altLang="en-US" sz="2400" b="1" kern="1200" dirty="0" smtClean="0">
                <a:solidFill>
                  <a:srgbClr val="000000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图形符号</a:t>
            </a:r>
            <a:r>
              <a:rPr kumimoji="1" lang="zh-CN" altLang="en-US" sz="2400" b="1" kern="1200" dirty="0">
                <a:solidFill>
                  <a:srgbClr val="000000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的使用</a:t>
            </a:r>
            <a:r>
              <a:rPr kumimoji="1" lang="zh-CN" altLang="en-US" sz="2400" b="1" kern="1200" dirty="0" smtClean="0">
                <a:solidFill>
                  <a:srgbClr val="000000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规则：</a:t>
            </a:r>
            <a:endParaRPr kumimoji="1" lang="zh-CN" altLang="en-US" sz="2400" b="1" kern="1200" dirty="0">
              <a:solidFill>
                <a:srgbClr val="000000"/>
              </a:solidFill>
              <a:latin typeface="楷体" panose="02010609060101010101" pitchFamily="49" charset="-122"/>
              <a:ea typeface="楷体" panose="02010609060101010101" pitchFamily="49" charset="-122"/>
            </a:endParaRPr>
          </a:p>
          <a:p>
            <a:pPr indent="0" defTabSz="685800">
              <a:lnSpc>
                <a:spcPct val="130000"/>
              </a:lnSpc>
              <a:spcBef>
                <a:spcPct val="0"/>
              </a:spcBef>
              <a:buClr>
                <a:srgbClr val="00B050"/>
              </a:buClr>
              <a:buNone/>
            </a:pPr>
            <a:r>
              <a:rPr kumimoji="1" lang="zh-CN" altLang="en-US" sz="2000" dirty="0" smtClean="0">
                <a:solidFill>
                  <a:srgbClr val="000000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① </a:t>
            </a:r>
            <a:r>
              <a:rPr kumimoji="1" lang="zh-CN" altLang="en-US" sz="2000" kern="1200" dirty="0" smtClean="0">
                <a:solidFill>
                  <a:srgbClr val="000000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本规定对同一项目给出几种形式时，选用应遵守以下规则：</a:t>
            </a:r>
            <a:endParaRPr kumimoji="1" lang="zh-CN" altLang="en-US" sz="2000" kern="1200" dirty="0">
              <a:solidFill>
                <a:srgbClr val="000000"/>
              </a:solidFill>
              <a:latin typeface="楷体" panose="02010609060101010101" pitchFamily="49" charset="-122"/>
              <a:ea typeface="楷体" panose="02010609060101010101" pitchFamily="49" charset="-122"/>
            </a:endParaRPr>
          </a:p>
          <a:p>
            <a:pPr marL="628650" indent="-285750" defTabSz="685800">
              <a:lnSpc>
                <a:spcPct val="130000"/>
              </a:lnSpc>
              <a:spcBef>
                <a:spcPct val="0"/>
              </a:spcBef>
              <a:buClr>
                <a:srgbClr val="00B050"/>
              </a:buClr>
              <a:buFont typeface="Wingdings" panose="05000000000000000000" pitchFamily="2" charset="2"/>
              <a:buChar char="u"/>
            </a:pPr>
            <a:r>
              <a:rPr kumimoji="1" lang="zh-CN" altLang="en-US" sz="2000" kern="1200" dirty="0" smtClean="0">
                <a:solidFill>
                  <a:srgbClr val="000000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优先</a:t>
            </a:r>
            <a:r>
              <a:rPr kumimoji="1" lang="zh-CN" altLang="en-US" sz="2000" kern="1200" dirty="0">
                <a:solidFill>
                  <a:srgbClr val="000000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使用“</a:t>
            </a:r>
            <a:r>
              <a:rPr kumimoji="1" lang="zh-CN" altLang="en-US" sz="2000" kern="1200" dirty="0">
                <a:solidFill>
                  <a:srgbClr val="FF0000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优选形式</a:t>
            </a:r>
            <a:r>
              <a:rPr kumimoji="1" lang="zh-CN" altLang="en-US" sz="2000" kern="1200" dirty="0">
                <a:solidFill>
                  <a:srgbClr val="000000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”</a:t>
            </a:r>
            <a:r>
              <a:rPr kumimoji="1" lang="en-US" altLang="zh-CN" sz="2000" kern="1200" dirty="0">
                <a:solidFill>
                  <a:srgbClr val="000000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;</a:t>
            </a:r>
            <a:endParaRPr kumimoji="1" lang="en-US" altLang="zh-CN" sz="2000" kern="1200" dirty="0">
              <a:solidFill>
                <a:srgbClr val="000000"/>
              </a:solidFill>
              <a:latin typeface="楷体" panose="02010609060101010101" pitchFamily="49" charset="-122"/>
              <a:ea typeface="楷体" panose="02010609060101010101" pitchFamily="49" charset="-122"/>
            </a:endParaRPr>
          </a:p>
          <a:p>
            <a:pPr marL="628650" indent="-285750" defTabSz="685800">
              <a:lnSpc>
                <a:spcPct val="130000"/>
              </a:lnSpc>
              <a:spcBef>
                <a:spcPct val="0"/>
              </a:spcBef>
              <a:buClr>
                <a:srgbClr val="00B050"/>
              </a:buClr>
              <a:buFont typeface="Wingdings" panose="05000000000000000000" pitchFamily="2" charset="2"/>
              <a:buChar char="u"/>
            </a:pPr>
            <a:r>
              <a:rPr kumimoji="1" lang="zh-CN" altLang="en-US" sz="2000" kern="1200" dirty="0">
                <a:solidFill>
                  <a:srgbClr val="000000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在满足需要的前提下，宜选用</a:t>
            </a:r>
            <a:r>
              <a:rPr kumimoji="1" lang="zh-CN" altLang="en-US" sz="2000" kern="1200" dirty="0">
                <a:solidFill>
                  <a:srgbClr val="FF0000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最简单的形式 </a:t>
            </a:r>
            <a:r>
              <a:rPr kumimoji="1" lang="en-US" altLang="zh-CN" sz="2000" kern="1200" dirty="0">
                <a:solidFill>
                  <a:srgbClr val="000000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(</a:t>
            </a:r>
            <a:r>
              <a:rPr kumimoji="1" lang="zh-CN" altLang="en-US" sz="2000" kern="1200" dirty="0">
                <a:solidFill>
                  <a:srgbClr val="000000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例如“一般符号”</a:t>
            </a:r>
            <a:r>
              <a:rPr kumimoji="1" lang="en-US" altLang="zh-CN" sz="2000" kern="1200" dirty="0">
                <a:solidFill>
                  <a:srgbClr val="000000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);</a:t>
            </a:r>
            <a:endParaRPr kumimoji="1" lang="en-US" altLang="zh-CN" sz="2000" kern="1200" dirty="0">
              <a:solidFill>
                <a:srgbClr val="000000"/>
              </a:solidFill>
              <a:latin typeface="楷体" panose="02010609060101010101" pitchFamily="49" charset="-122"/>
              <a:ea typeface="楷体" panose="02010609060101010101" pitchFamily="49" charset="-122"/>
            </a:endParaRPr>
          </a:p>
          <a:p>
            <a:pPr indent="0" defTabSz="685800">
              <a:lnSpc>
                <a:spcPct val="130000"/>
              </a:lnSpc>
              <a:spcBef>
                <a:spcPct val="0"/>
              </a:spcBef>
              <a:buClr>
                <a:srgbClr val="00B050"/>
              </a:buClr>
              <a:buNone/>
            </a:pPr>
            <a:r>
              <a:rPr kumimoji="1" lang="zh-CN" altLang="en-US" sz="2000" dirty="0" smtClean="0">
                <a:solidFill>
                  <a:srgbClr val="000000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② </a:t>
            </a:r>
            <a:r>
              <a:rPr kumimoji="1" lang="zh-CN" altLang="en-US" sz="2000" kern="1200" dirty="0" smtClean="0">
                <a:solidFill>
                  <a:srgbClr val="000000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在</a:t>
            </a:r>
            <a:r>
              <a:rPr kumimoji="1" lang="zh-CN" altLang="en-US" sz="2000" kern="1200" dirty="0">
                <a:solidFill>
                  <a:srgbClr val="000000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同一</a:t>
            </a:r>
            <a:r>
              <a:rPr kumimoji="1" lang="zh-CN" altLang="en-US" sz="2000" kern="1200" dirty="0" smtClean="0">
                <a:solidFill>
                  <a:srgbClr val="000000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种图纸</a:t>
            </a:r>
            <a:r>
              <a:rPr kumimoji="1" lang="zh-CN" altLang="en-US" sz="2000" kern="1200" dirty="0">
                <a:solidFill>
                  <a:srgbClr val="000000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上应</a:t>
            </a:r>
            <a:r>
              <a:rPr kumimoji="1" lang="zh-CN" altLang="en-US" sz="2000" kern="1200" dirty="0" smtClean="0">
                <a:solidFill>
                  <a:srgbClr val="000000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使用</a:t>
            </a:r>
            <a:r>
              <a:rPr kumimoji="1" lang="zh-CN" altLang="en-US" sz="2000" kern="1200" dirty="0" smtClean="0">
                <a:solidFill>
                  <a:srgbClr val="FF0000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同</a:t>
            </a:r>
            <a:r>
              <a:rPr kumimoji="1" lang="zh-CN" altLang="en-US" sz="2000" kern="1200" dirty="0">
                <a:solidFill>
                  <a:srgbClr val="FF0000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一种形式</a:t>
            </a:r>
            <a:r>
              <a:rPr kumimoji="1" lang="zh-CN" altLang="en-US" sz="2000" kern="1200" dirty="0" smtClean="0">
                <a:solidFill>
                  <a:srgbClr val="000000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。对同</a:t>
            </a:r>
            <a:r>
              <a:rPr kumimoji="1" lang="zh-CN" altLang="en-US" sz="2000" kern="1200" dirty="0">
                <a:solidFill>
                  <a:srgbClr val="000000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一</a:t>
            </a:r>
            <a:r>
              <a:rPr kumimoji="1" lang="zh-CN" altLang="en-US" sz="2000" kern="1200" dirty="0" smtClean="0">
                <a:solidFill>
                  <a:srgbClr val="000000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项目</a:t>
            </a:r>
            <a:r>
              <a:rPr kumimoji="1" lang="zh-CN" altLang="en-US" sz="2000" kern="1200" dirty="0">
                <a:solidFill>
                  <a:srgbClr val="000000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宜</a:t>
            </a:r>
            <a:r>
              <a:rPr kumimoji="1" lang="zh-CN" altLang="en-US" sz="2000" kern="1200" dirty="0" smtClean="0">
                <a:solidFill>
                  <a:srgbClr val="000000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采用</a:t>
            </a:r>
            <a:r>
              <a:rPr kumimoji="1" lang="zh-CN" altLang="en-US" sz="2000" kern="1200" dirty="0" smtClean="0">
                <a:solidFill>
                  <a:srgbClr val="FF0000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同样大小</a:t>
            </a:r>
            <a:r>
              <a:rPr kumimoji="1" lang="zh-CN" altLang="en-US" sz="2000" kern="1200" dirty="0" smtClean="0">
                <a:solidFill>
                  <a:srgbClr val="000000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的图形符号</a:t>
            </a:r>
            <a:r>
              <a:rPr kumimoji="1" lang="en-US" altLang="zh-CN" sz="2000" kern="1200" dirty="0" smtClean="0">
                <a:solidFill>
                  <a:srgbClr val="000000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;</a:t>
            </a:r>
            <a:r>
              <a:rPr kumimoji="1" lang="zh-CN" altLang="en-US" sz="2000" kern="1200" dirty="0">
                <a:solidFill>
                  <a:srgbClr val="FF0000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特殊情况</a:t>
            </a:r>
            <a:r>
              <a:rPr kumimoji="1" lang="zh-CN" altLang="en-US" sz="2000" kern="1200" dirty="0" smtClean="0">
                <a:solidFill>
                  <a:srgbClr val="FF0000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下</a:t>
            </a:r>
            <a:r>
              <a:rPr kumimoji="1" lang="zh-CN" altLang="en-US" sz="2000" kern="1200" dirty="0" smtClean="0">
                <a:solidFill>
                  <a:srgbClr val="000000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，为了</a:t>
            </a:r>
            <a:r>
              <a:rPr kumimoji="1" lang="zh-CN" altLang="en-US" sz="2000" kern="1200" dirty="0">
                <a:solidFill>
                  <a:srgbClr val="000000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强调某方面或</a:t>
            </a:r>
            <a:r>
              <a:rPr kumimoji="1" lang="zh-CN" altLang="en-US" sz="2000" kern="1200" dirty="0" smtClean="0">
                <a:solidFill>
                  <a:srgbClr val="000000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便于</a:t>
            </a:r>
            <a:r>
              <a:rPr kumimoji="1" lang="zh-CN" altLang="en-US" sz="2000" kern="1200" dirty="0">
                <a:solidFill>
                  <a:srgbClr val="000000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补充</a:t>
            </a:r>
            <a:r>
              <a:rPr kumimoji="1" lang="zh-CN" altLang="en-US" sz="2000" kern="1200" dirty="0" smtClean="0">
                <a:solidFill>
                  <a:srgbClr val="000000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信息</a:t>
            </a:r>
            <a:r>
              <a:rPr kumimoji="1" lang="zh-CN" altLang="en-US" sz="2000" kern="1200" dirty="0">
                <a:solidFill>
                  <a:srgbClr val="000000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，可使用</a:t>
            </a:r>
            <a:r>
              <a:rPr kumimoji="1" lang="zh-CN" altLang="en-US" sz="2000" kern="1200" dirty="0" smtClean="0">
                <a:solidFill>
                  <a:srgbClr val="FF0000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不同</a:t>
            </a:r>
            <a:r>
              <a:rPr kumimoji="1" lang="zh-CN" altLang="en-US" sz="2000" kern="1200" dirty="0">
                <a:solidFill>
                  <a:srgbClr val="FF0000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大小的符号和不同</a:t>
            </a:r>
            <a:r>
              <a:rPr kumimoji="1" lang="zh-CN" altLang="en-US" sz="2000" kern="1200" dirty="0" smtClean="0">
                <a:solidFill>
                  <a:srgbClr val="FF0000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粗细的线条</a:t>
            </a:r>
            <a:r>
              <a:rPr kumimoji="1" lang="zh-CN" altLang="en-US" sz="2000" kern="1200" dirty="0" smtClean="0">
                <a:solidFill>
                  <a:srgbClr val="000000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。</a:t>
            </a:r>
            <a:endParaRPr kumimoji="1" lang="zh-CN" altLang="en-US" sz="2000" kern="1200" dirty="0">
              <a:solidFill>
                <a:srgbClr val="000000"/>
              </a:solidFill>
              <a:latin typeface="楷体" panose="02010609060101010101" pitchFamily="49" charset="-122"/>
              <a:ea typeface="楷体" panose="02010609060101010101" pitchFamily="49" charset="-122"/>
            </a:endParaRPr>
          </a:p>
          <a:p>
            <a:pPr indent="0" defTabSz="685800">
              <a:lnSpc>
                <a:spcPct val="130000"/>
              </a:lnSpc>
              <a:spcBef>
                <a:spcPct val="0"/>
              </a:spcBef>
              <a:buClr>
                <a:srgbClr val="00B050"/>
              </a:buClr>
              <a:buNone/>
            </a:pPr>
            <a:endParaRPr kumimoji="1" lang="zh-CN" altLang="en-US" sz="2000" kern="1200" dirty="0">
              <a:solidFill>
                <a:srgbClr val="000000"/>
              </a:solidFill>
              <a:latin typeface="楷体" panose="02010609060101010101" pitchFamily="49" charset="-122"/>
              <a:ea typeface="楷体" panose="02010609060101010101" pitchFamily="49" charset="-122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99332" y="123478"/>
            <a:ext cx="8229600" cy="695325"/>
          </a:xfrm>
          <a:noFill/>
          <a:ln>
            <a:noFill/>
          </a:ln>
        </p:spPr>
        <p:txBody>
          <a:bodyPr/>
          <a:lstStyle/>
          <a:p>
            <a:pPr eaLnBrk="1" hangingPunct="1"/>
            <a:r>
              <a:rPr lang="en-US" altLang="zh-CN" sz="3200" kern="1200" dirty="0">
                <a:latin typeface="华文新魏" panose="02010800040101010101" pitchFamily="2" charset="-122"/>
                <a:ea typeface="华文新魏" panose="02010800040101010101" pitchFamily="2" charset="-122"/>
                <a:cs typeface="+mn-cs"/>
              </a:rPr>
              <a:t>3</a:t>
            </a:r>
            <a:r>
              <a:rPr lang="zh-CN" altLang="en-US" sz="3200" kern="1200" dirty="0">
                <a:latin typeface="华文新魏" panose="02010800040101010101" pitchFamily="2" charset="-122"/>
                <a:ea typeface="华文新魏" panose="02010800040101010101" pitchFamily="2" charset="-122"/>
                <a:cs typeface="+mn-cs"/>
              </a:rPr>
              <a:t>、常用图形符号（图例）</a:t>
            </a:r>
            <a:endParaRPr lang="zh-CN" altLang="en-US" sz="3200" kern="1200" dirty="0">
              <a:latin typeface="华文新魏" panose="02010800040101010101" pitchFamily="2" charset="-122"/>
              <a:ea typeface="华文新魏" panose="02010800040101010101" pitchFamily="2" charset="-122"/>
              <a:cs typeface="+mn-cs"/>
            </a:endParaRP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519113" y="915566"/>
            <a:ext cx="8229600" cy="3348990"/>
          </a:xfrm>
          <a:noFill/>
          <a:ln>
            <a:noFill/>
          </a:ln>
        </p:spPr>
        <p:txBody>
          <a:bodyPr lIns="68580" tIns="34290" rIns="68580" bIns="34290">
            <a:spAutoFit/>
          </a:bodyPr>
          <a:lstStyle/>
          <a:p>
            <a:pPr indent="0" defTabSz="685800">
              <a:lnSpc>
                <a:spcPct val="130000"/>
              </a:lnSpc>
              <a:spcBef>
                <a:spcPct val="0"/>
              </a:spcBef>
              <a:buClr>
                <a:srgbClr val="00B050"/>
              </a:buClr>
              <a:buNone/>
            </a:pPr>
            <a:r>
              <a:rPr kumimoji="1" lang="zh-CN" altLang="en-US" sz="2400" b="1" kern="1200" dirty="0" smtClean="0">
                <a:solidFill>
                  <a:srgbClr val="000000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图形符号</a:t>
            </a:r>
            <a:r>
              <a:rPr kumimoji="1" lang="zh-CN" altLang="en-US" sz="2400" b="1" kern="1200" dirty="0">
                <a:solidFill>
                  <a:srgbClr val="000000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的使用</a:t>
            </a:r>
            <a:r>
              <a:rPr kumimoji="1" lang="zh-CN" altLang="en-US" sz="2400" b="1" kern="1200" dirty="0" smtClean="0">
                <a:solidFill>
                  <a:srgbClr val="000000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规则：</a:t>
            </a:r>
            <a:endParaRPr kumimoji="1" lang="zh-CN" altLang="en-US" sz="2400" b="1" kern="1200" dirty="0">
              <a:solidFill>
                <a:srgbClr val="000000"/>
              </a:solidFill>
              <a:latin typeface="楷体" panose="02010609060101010101" pitchFamily="49" charset="-122"/>
              <a:ea typeface="楷体" panose="02010609060101010101" pitchFamily="49" charset="-122"/>
            </a:endParaRPr>
          </a:p>
          <a:p>
            <a:pPr indent="0" defTabSz="685800">
              <a:lnSpc>
                <a:spcPct val="130000"/>
              </a:lnSpc>
              <a:spcBef>
                <a:spcPct val="0"/>
              </a:spcBef>
              <a:buClr>
                <a:srgbClr val="00B050"/>
              </a:buClr>
              <a:buNone/>
            </a:pPr>
            <a:r>
              <a:rPr kumimoji="1" lang="en-US" altLang="zh-CN" sz="2000" dirty="0" smtClean="0">
                <a:solidFill>
                  <a:srgbClr val="000000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③ </a:t>
            </a:r>
            <a:r>
              <a:rPr kumimoji="1" lang="zh-CN" altLang="en-US" sz="2000" kern="1200" dirty="0" smtClean="0">
                <a:solidFill>
                  <a:srgbClr val="000000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绝大多数</a:t>
            </a:r>
            <a:r>
              <a:rPr kumimoji="1" lang="zh-CN" altLang="en-US" sz="2000" kern="1200" dirty="0">
                <a:solidFill>
                  <a:srgbClr val="000000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图形符号的</a:t>
            </a:r>
            <a:r>
              <a:rPr kumimoji="1" lang="zh-CN" altLang="en-US" sz="2000" kern="1200" dirty="0" smtClean="0">
                <a:solidFill>
                  <a:srgbClr val="FF0000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取向</a:t>
            </a:r>
            <a:r>
              <a:rPr kumimoji="1" lang="zh-CN" altLang="en-US" sz="2000" kern="1200" dirty="0">
                <a:solidFill>
                  <a:srgbClr val="FF0000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是任意</a:t>
            </a:r>
            <a:r>
              <a:rPr kumimoji="1" lang="zh-CN" altLang="en-US" sz="2000" kern="1200" dirty="0">
                <a:solidFill>
                  <a:srgbClr val="000000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的，为了避免</a:t>
            </a:r>
            <a:r>
              <a:rPr kumimoji="1" lang="zh-CN" altLang="en-US" sz="2000" kern="1200" dirty="0" smtClean="0">
                <a:solidFill>
                  <a:srgbClr val="000000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导线的</a:t>
            </a:r>
            <a:r>
              <a:rPr kumimoji="1" lang="zh-CN" altLang="en-US" sz="2000" kern="1200" dirty="0">
                <a:solidFill>
                  <a:srgbClr val="000000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弯</a:t>
            </a:r>
            <a:r>
              <a:rPr kumimoji="1" lang="zh-CN" altLang="en-US" sz="2000" kern="1200" dirty="0" smtClean="0">
                <a:solidFill>
                  <a:srgbClr val="000000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折或</a:t>
            </a:r>
            <a:r>
              <a:rPr kumimoji="1" lang="zh-CN" altLang="en-US" sz="2000" kern="1200" dirty="0">
                <a:solidFill>
                  <a:srgbClr val="000000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交叉，在</a:t>
            </a:r>
            <a:r>
              <a:rPr kumimoji="1" lang="zh-CN" altLang="en-US" sz="2000" kern="1200" dirty="0" smtClean="0">
                <a:solidFill>
                  <a:srgbClr val="000000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不引起</a:t>
            </a:r>
            <a:r>
              <a:rPr kumimoji="1" lang="zh-CN" altLang="en-US" sz="2000" kern="1200" dirty="0">
                <a:solidFill>
                  <a:srgbClr val="000000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错误</a:t>
            </a:r>
            <a:r>
              <a:rPr kumimoji="1" lang="zh-CN" altLang="en-US" sz="2000" kern="1200" dirty="0" smtClean="0">
                <a:solidFill>
                  <a:srgbClr val="000000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理解的</a:t>
            </a:r>
            <a:r>
              <a:rPr kumimoji="1" lang="zh-CN" altLang="en-US" sz="2000" kern="1200" dirty="0">
                <a:solidFill>
                  <a:srgbClr val="000000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前提</a:t>
            </a:r>
            <a:r>
              <a:rPr kumimoji="1" lang="zh-CN" altLang="en-US" sz="2000" kern="1200" dirty="0" smtClean="0">
                <a:solidFill>
                  <a:srgbClr val="000000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下，</a:t>
            </a:r>
            <a:r>
              <a:rPr kumimoji="1" lang="zh-CN" altLang="en-US" sz="2000" kern="1200" dirty="0">
                <a:solidFill>
                  <a:srgbClr val="000000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可将符号</a:t>
            </a:r>
            <a:r>
              <a:rPr kumimoji="1" lang="zh-CN" altLang="en-US" sz="2000" kern="1200" dirty="0" smtClean="0">
                <a:solidFill>
                  <a:srgbClr val="FF0000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旋转或取镜像</a:t>
            </a:r>
            <a:r>
              <a:rPr kumimoji="1" lang="zh-CN" altLang="en-US" sz="2000" kern="1200" dirty="0" smtClean="0">
                <a:solidFill>
                  <a:srgbClr val="000000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形态，</a:t>
            </a:r>
            <a:r>
              <a:rPr kumimoji="1" lang="zh-CN" altLang="en-US" sz="2000" kern="1200" dirty="0">
                <a:solidFill>
                  <a:srgbClr val="FF0000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但文字和指示方向不得倒置</a:t>
            </a:r>
            <a:r>
              <a:rPr kumimoji="1" lang="zh-CN" altLang="en-US" sz="2000" kern="1200" dirty="0">
                <a:solidFill>
                  <a:srgbClr val="000000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。</a:t>
            </a:r>
            <a:endParaRPr kumimoji="1" lang="zh-CN" altLang="en-US" sz="2000" kern="1200" dirty="0">
              <a:solidFill>
                <a:srgbClr val="000000"/>
              </a:solidFill>
              <a:latin typeface="楷体" panose="02010609060101010101" pitchFamily="49" charset="-122"/>
              <a:ea typeface="楷体" panose="02010609060101010101" pitchFamily="49" charset="-122"/>
            </a:endParaRPr>
          </a:p>
          <a:p>
            <a:pPr indent="0" defTabSz="685800">
              <a:lnSpc>
                <a:spcPct val="130000"/>
              </a:lnSpc>
              <a:spcBef>
                <a:spcPct val="0"/>
              </a:spcBef>
              <a:buClr>
                <a:srgbClr val="00B050"/>
              </a:buClr>
              <a:buNone/>
            </a:pPr>
            <a:r>
              <a:rPr kumimoji="1" lang="zh-CN" altLang="en-US" sz="2000" dirty="0" smtClean="0">
                <a:solidFill>
                  <a:srgbClr val="000000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④ </a:t>
            </a:r>
            <a:r>
              <a:rPr kumimoji="1" lang="zh-CN" altLang="en-US" sz="2000" kern="1200" dirty="0" smtClean="0">
                <a:solidFill>
                  <a:srgbClr val="000000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本</a:t>
            </a:r>
            <a:r>
              <a:rPr kumimoji="1" lang="zh-CN" altLang="en-US" sz="2000" kern="1200" dirty="0">
                <a:solidFill>
                  <a:srgbClr val="000000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规定中</a:t>
            </a:r>
            <a:r>
              <a:rPr kumimoji="1" lang="zh-CN" altLang="en-US" sz="2000" kern="1200" dirty="0" smtClean="0">
                <a:solidFill>
                  <a:srgbClr val="000000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图形符号的</a:t>
            </a:r>
            <a:r>
              <a:rPr kumimoji="1" lang="zh-CN" altLang="en-US" sz="2000" kern="1200" dirty="0">
                <a:solidFill>
                  <a:srgbClr val="000000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引线是作为示例绘制的，在不改变</a:t>
            </a:r>
            <a:r>
              <a:rPr kumimoji="1" lang="zh-CN" altLang="en-US" sz="2000" kern="1200" dirty="0" smtClean="0">
                <a:solidFill>
                  <a:srgbClr val="000000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符号</a:t>
            </a:r>
            <a:r>
              <a:rPr kumimoji="1" lang="zh-CN" altLang="en-US" sz="2000" kern="1200" dirty="0">
                <a:solidFill>
                  <a:srgbClr val="000000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含义的前提</a:t>
            </a:r>
            <a:r>
              <a:rPr kumimoji="1" lang="zh-CN" altLang="en-US" sz="2000" kern="1200" dirty="0" smtClean="0">
                <a:solidFill>
                  <a:srgbClr val="000000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下，</a:t>
            </a:r>
            <a:r>
              <a:rPr kumimoji="1" lang="zh-CN" altLang="en-US" sz="2000" kern="1200" dirty="0">
                <a:solidFill>
                  <a:srgbClr val="FF0000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引线可取不同的</a:t>
            </a:r>
            <a:r>
              <a:rPr kumimoji="1" lang="zh-CN" altLang="en-US" sz="2000" kern="1200" dirty="0" smtClean="0">
                <a:solidFill>
                  <a:srgbClr val="FF0000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方向</a:t>
            </a:r>
            <a:r>
              <a:rPr kumimoji="1" lang="zh-CN" altLang="en-US" sz="2000" kern="1200" dirty="0">
                <a:solidFill>
                  <a:srgbClr val="000000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。</a:t>
            </a:r>
            <a:endParaRPr kumimoji="1" lang="zh-CN" altLang="en-US" sz="2000" kern="1200" dirty="0">
              <a:solidFill>
                <a:srgbClr val="000000"/>
              </a:solidFill>
              <a:latin typeface="楷体" panose="02010609060101010101" pitchFamily="49" charset="-122"/>
              <a:ea typeface="楷体" panose="02010609060101010101" pitchFamily="49" charset="-122"/>
            </a:endParaRPr>
          </a:p>
          <a:p>
            <a:pPr indent="0" defTabSz="685800">
              <a:lnSpc>
                <a:spcPct val="130000"/>
              </a:lnSpc>
              <a:spcBef>
                <a:spcPct val="0"/>
              </a:spcBef>
              <a:buClr>
                <a:srgbClr val="00B050"/>
              </a:buClr>
              <a:buNone/>
            </a:pPr>
            <a:r>
              <a:rPr kumimoji="1" lang="zh-CN" altLang="en-US" sz="2000" dirty="0" smtClean="0">
                <a:solidFill>
                  <a:srgbClr val="000000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⑤ </a:t>
            </a:r>
            <a:r>
              <a:rPr kumimoji="1" lang="zh-CN" altLang="en-US" sz="2000" kern="1200" dirty="0" smtClean="0">
                <a:solidFill>
                  <a:srgbClr val="000000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为了</a:t>
            </a:r>
            <a:r>
              <a:rPr kumimoji="1" lang="zh-CN" altLang="en-US" sz="2000" kern="1200" dirty="0">
                <a:solidFill>
                  <a:srgbClr val="000000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保持图面符号的布置均匀，围框线可不规则绘制，</a:t>
            </a:r>
            <a:r>
              <a:rPr kumimoji="1" lang="zh-CN" altLang="en-US" sz="2000" kern="1200" dirty="0" smtClean="0">
                <a:solidFill>
                  <a:srgbClr val="000000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但是</a:t>
            </a:r>
            <a:r>
              <a:rPr kumimoji="1" lang="zh-CN" altLang="en-US" sz="2000" kern="1200" dirty="0">
                <a:solidFill>
                  <a:srgbClr val="FF0000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围框线不应与元器件</a:t>
            </a:r>
            <a:r>
              <a:rPr kumimoji="1" lang="zh-CN" altLang="en-US" sz="2000" kern="1200" dirty="0" smtClean="0">
                <a:solidFill>
                  <a:srgbClr val="FF0000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相交</a:t>
            </a:r>
            <a:r>
              <a:rPr kumimoji="1" lang="zh-CN" altLang="en-US" sz="2000" kern="1200" dirty="0" smtClean="0">
                <a:solidFill>
                  <a:srgbClr val="000000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。</a:t>
            </a:r>
            <a:endParaRPr kumimoji="1" lang="zh-CN" altLang="en-US" sz="2000" kern="1200" dirty="0" smtClean="0">
              <a:solidFill>
                <a:srgbClr val="000000"/>
              </a:solidFill>
              <a:latin typeface="楷体" panose="02010609060101010101" pitchFamily="49" charset="-122"/>
              <a:ea typeface="楷体" panose="02010609060101010101" pitchFamily="49" charset="-122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noFill/>
          <a:ln>
            <a:noFill/>
          </a:ln>
        </p:spPr>
        <p:txBody>
          <a:bodyPr/>
          <a:lstStyle/>
          <a:p>
            <a:pPr eaLnBrk="1" hangingPunct="1"/>
            <a:r>
              <a:rPr lang="en-US" altLang="zh-CN" sz="3200" kern="1200" dirty="0">
                <a:latin typeface="华文新魏" panose="02010800040101010101" pitchFamily="2" charset="-122"/>
                <a:ea typeface="华文新魏" panose="02010800040101010101" pitchFamily="2" charset="-122"/>
                <a:cs typeface="+mn-cs"/>
              </a:rPr>
              <a:t>3</a:t>
            </a:r>
            <a:r>
              <a:rPr lang="zh-CN" altLang="en-US" sz="3200" kern="1200" dirty="0">
                <a:latin typeface="华文新魏" panose="02010800040101010101" pitchFamily="2" charset="-122"/>
                <a:ea typeface="华文新魏" panose="02010800040101010101" pitchFamily="2" charset="-122"/>
                <a:cs typeface="+mn-cs"/>
              </a:rPr>
              <a:t>、常用图形符号（图例）</a:t>
            </a:r>
            <a:endParaRPr lang="zh-CN" altLang="en-US" sz="3200" kern="1200" dirty="0">
              <a:latin typeface="华文新魏" panose="02010800040101010101" pitchFamily="2" charset="-122"/>
              <a:ea typeface="华文新魏" panose="02010800040101010101" pitchFamily="2" charset="-122"/>
              <a:cs typeface="+mn-cs"/>
            </a:endParaRP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519113" y="915566"/>
            <a:ext cx="8229600" cy="4149090"/>
          </a:xfrm>
          <a:noFill/>
          <a:ln>
            <a:noFill/>
          </a:ln>
        </p:spPr>
        <p:txBody>
          <a:bodyPr lIns="68580" tIns="34290" rIns="68580" bIns="34290">
            <a:spAutoFit/>
          </a:bodyPr>
          <a:lstStyle/>
          <a:p>
            <a:pPr indent="0" defTabSz="685800">
              <a:lnSpc>
                <a:spcPct val="130000"/>
              </a:lnSpc>
              <a:spcBef>
                <a:spcPct val="0"/>
              </a:spcBef>
              <a:buClr>
                <a:srgbClr val="00B050"/>
              </a:buClr>
              <a:buNone/>
            </a:pPr>
            <a:r>
              <a:rPr kumimoji="1" lang="zh-CN" altLang="en-US" sz="2400" b="1" kern="1200" dirty="0" smtClean="0">
                <a:solidFill>
                  <a:srgbClr val="000000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图形符号</a:t>
            </a:r>
            <a:r>
              <a:rPr kumimoji="1" lang="zh-CN" altLang="en-US" sz="2400" b="1" kern="1200" dirty="0">
                <a:solidFill>
                  <a:srgbClr val="000000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的</a:t>
            </a:r>
            <a:r>
              <a:rPr kumimoji="1" lang="zh-CN" altLang="en-US" sz="2400" b="1" kern="1200" dirty="0" smtClean="0">
                <a:solidFill>
                  <a:srgbClr val="000000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派生：</a:t>
            </a:r>
            <a:endParaRPr kumimoji="1" lang="zh-CN" altLang="en-US" sz="2400" b="1" kern="1200" dirty="0">
              <a:solidFill>
                <a:srgbClr val="000000"/>
              </a:solidFill>
              <a:latin typeface="楷体" panose="02010609060101010101" pitchFamily="49" charset="-122"/>
              <a:ea typeface="楷体" panose="02010609060101010101" pitchFamily="49" charset="-122"/>
            </a:endParaRPr>
          </a:p>
          <a:p>
            <a:pPr indent="0" defTabSz="685800">
              <a:lnSpc>
                <a:spcPct val="130000"/>
              </a:lnSpc>
              <a:spcBef>
                <a:spcPct val="0"/>
              </a:spcBef>
              <a:buClr>
                <a:srgbClr val="00B050"/>
              </a:buClr>
              <a:buNone/>
            </a:pPr>
            <a:r>
              <a:rPr kumimoji="1" lang="zh-CN" altLang="en-US" sz="2000" kern="1200" dirty="0" smtClean="0">
                <a:solidFill>
                  <a:srgbClr val="000000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① 本</a:t>
            </a:r>
            <a:r>
              <a:rPr kumimoji="1" lang="zh-CN" altLang="en-US" sz="2000" kern="1200" dirty="0">
                <a:solidFill>
                  <a:srgbClr val="000000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规定只</a:t>
            </a:r>
            <a:r>
              <a:rPr kumimoji="1" lang="zh-CN" altLang="en-US" sz="2000" kern="1200" dirty="0" smtClean="0">
                <a:solidFill>
                  <a:srgbClr val="000000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给出</a:t>
            </a:r>
            <a:r>
              <a:rPr kumimoji="1" lang="zh-CN" altLang="en-US" sz="2000" kern="1200" dirty="0">
                <a:solidFill>
                  <a:srgbClr val="000000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了图形符号</a:t>
            </a:r>
            <a:r>
              <a:rPr kumimoji="1" lang="zh-CN" altLang="en-US" sz="2000" kern="1200" dirty="0">
                <a:solidFill>
                  <a:srgbClr val="FF0000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有限的</a:t>
            </a:r>
            <a:r>
              <a:rPr kumimoji="1" lang="zh-CN" altLang="en-US" sz="2000" kern="1200" dirty="0" smtClean="0">
                <a:solidFill>
                  <a:srgbClr val="FF0000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示例</a:t>
            </a:r>
            <a:r>
              <a:rPr kumimoji="1" lang="zh-CN" altLang="en-US" sz="2000" kern="1200" dirty="0" smtClean="0">
                <a:solidFill>
                  <a:srgbClr val="000000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，</a:t>
            </a:r>
            <a:r>
              <a:rPr kumimoji="1" lang="zh-CN" altLang="en-US" sz="2000" kern="1200" dirty="0">
                <a:solidFill>
                  <a:srgbClr val="000000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允许</a:t>
            </a:r>
            <a:r>
              <a:rPr kumimoji="1" lang="zh-CN" altLang="en-US" sz="2000" kern="1200" dirty="0" smtClean="0">
                <a:solidFill>
                  <a:srgbClr val="FF0000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根据已规定的符号组图规律进行派生</a:t>
            </a:r>
            <a:r>
              <a:rPr kumimoji="1" lang="zh-CN" altLang="en-US" sz="2000" kern="1200" dirty="0" smtClean="0">
                <a:solidFill>
                  <a:srgbClr val="000000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。</a:t>
            </a:r>
            <a:endParaRPr kumimoji="1" lang="zh-CN" altLang="en-US" sz="2000" kern="1200" dirty="0">
              <a:solidFill>
                <a:srgbClr val="000000"/>
              </a:solidFill>
              <a:latin typeface="楷体" panose="02010609060101010101" pitchFamily="49" charset="-122"/>
              <a:ea typeface="楷体" panose="02010609060101010101" pitchFamily="49" charset="-122"/>
            </a:endParaRPr>
          </a:p>
          <a:p>
            <a:pPr indent="0" defTabSz="685800">
              <a:lnSpc>
                <a:spcPct val="130000"/>
              </a:lnSpc>
              <a:spcBef>
                <a:spcPct val="0"/>
              </a:spcBef>
              <a:buClr>
                <a:srgbClr val="00B050"/>
              </a:buClr>
              <a:buNone/>
            </a:pPr>
            <a:r>
              <a:rPr kumimoji="1" lang="zh-CN" altLang="en-US" sz="2000" kern="1200" dirty="0" smtClean="0">
                <a:solidFill>
                  <a:srgbClr val="000000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② 派生图形符号，</a:t>
            </a:r>
            <a:r>
              <a:rPr kumimoji="1" lang="zh-CN" altLang="en-US" sz="2000" kern="1200" dirty="0">
                <a:solidFill>
                  <a:srgbClr val="000000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是利用原有符号加工形成</a:t>
            </a:r>
            <a:r>
              <a:rPr kumimoji="1" lang="zh-CN" altLang="en-US" sz="2000" kern="1200" dirty="0" smtClean="0">
                <a:solidFill>
                  <a:srgbClr val="000000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新的图形符号，应遵守以下规律</a:t>
            </a:r>
            <a:r>
              <a:rPr kumimoji="1" lang="en-US" altLang="zh-CN" sz="2000" kern="1200" dirty="0" smtClean="0">
                <a:solidFill>
                  <a:srgbClr val="000000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:</a:t>
            </a:r>
            <a:endParaRPr kumimoji="1" lang="en-US" altLang="zh-CN" sz="2000" kern="1200" dirty="0">
              <a:solidFill>
                <a:srgbClr val="000000"/>
              </a:solidFill>
              <a:latin typeface="楷体" panose="02010609060101010101" pitchFamily="49" charset="-122"/>
              <a:ea typeface="楷体" panose="02010609060101010101" pitchFamily="49" charset="-122"/>
            </a:endParaRPr>
          </a:p>
          <a:p>
            <a:pPr marL="628650" indent="-285750" defTabSz="685800">
              <a:lnSpc>
                <a:spcPct val="130000"/>
              </a:lnSpc>
              <a:spcBef>
                <a:spcPct val="0"/>
              </a:spcBef>
              <a:buClr>
                <a:srgbClr val="00B050"/>
              </a:buClr>
              <a:buFont typeface="Wingdings" panose="05000000000000000000" pitchFamily="2" charset="2"/>
              <a:buChar char="u"/>
            </a:pPr>
            <a:r>
              <a:rPr kumimoji="1" lang="en-US" altLang="zh-CN" sz="2000" kern="1200" dirty="0" smtClean="0">
                <a:solidFill>
                  <a:srgbClr val="000000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(</a:t>
            </a:r>
            <a:r>
              <a:rPr kumimoji="1" lang="zh-CN" altLang="en-US" sz="2000" kern="1200" dirty="0">
                <a:solidFill>
                  <a:srgbClr val="000000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符号要素</a:t>
            </a:r>
            <a:r>
              <a:rPr kumimoji="1" lang="en-US" altLang="zh-CN" sz="2000" kern="1200" dirty="0">
                <a:solidFill>
                  <a:srgbClr val="000000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)+ (</a:t>
            </a:r>
            <a:r>
              <a:rPr kumimoji="1" lang="zh-CN" altLang="en-US" sz="2000" kern="1200" dirty="0">
                <a:solidFill>
                  <a:srgbClr val="000000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限定符号</a:t>
            </a:r>
            <a:r>
              <a:rPr kumimoji="1" lang="en-US" altLang="zh-CN" sz="2000" kern="1200" dirty="0" smtClean="0">
                <a:solidFill>
                  <a:srgbClr val="000000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)</a:t>
            </a:r>
            <a:r>
              <a:rPr kumimoji="1" lang="zh-CN" altLang="en-US" sz="2000" kern="1200" dirty="0" smtClean="0">
                <a:solidFill>
                  <a:srgbClr val="000000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→</a:t>
            </a:r>
            <a:r>
              <a:rPr kumimoji="1" lang="en-US" altLang="zh-CN" sz="2000" kern="1200" dirty="0" smtClean="0">
                <a:solidFill>
                  <a:srgbClr val="000000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(</a:t>
            </a:r>
            <a:r>
              <a:rPr kumimoji="1" lang="zh-CN" altLang="en-US" sz="2000" kern="1200" dirty="0">
                <a:solidFill>
                  <a:srgbClr val="000000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设备的一般符号</a:t>
            </a:r>
            <a:r>
              <a:rPr kumimoji="1" lang="en-US" altLang="zh-CN" sz="2000" kern="1200" dirty="0">
                <a:solidFill>
                  <a:srgbClr val="000000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);</a:t>
            </a:r>
            <a:endParaRPr kumimoji="1" lang="en-US" altLang="zh-CN" sz="2000" kern="1200" dirty="0">
              <a:solidFill>
                <a:srgbClr val="000000"/>
              </a:solidFill>
              <a:latin typeface="楷体" panose="02010609060101010101" pitchFamily="49" charset="-122"/>
              <a:ea typeface="楷体" panose="02010609060101010101" pitchFamily="49" charset="-122"/>
            </a:endParaRPr>
          </a:p>
          <a:p>
            <a:pPr marL="628650" indent="-285750" defTabSz="685800">
              <a:lnSpc>
                <a:spcPct val="130000"/>
              </a:lnSpc>
              <a:spcBef>
                <a:spcPct val="0"/>
              </a:spcBef>
              <a:buClr>
                <a:srgbClr val="00B050"/>
              </a:buClr>
              <a:buFont typeface="Wingdings" panose="05000000000000000000" pitchFamily="2" charset="2"/>
              <a:buChar char="u"/>
            </a:pPr>
            <a:r>
              <a:rPr kumimoji="1" lang="en-US" altLang="zh-CN" sz="2000" kern="1200" dirty="0" smtClean="0">
                <a:solidFill>
                  <a:srgbClr val="000000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(</a:t>
            </a:r>
            <a:r>
              <a:rPr kumimoji="1" lang="zh-CN" altLang="en-US" sz="2000" kern="1200" dirty="0">
                <a:solidFill>
                  <a:srgbClr val="000000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一般符号</a:t>
            </a:r>
            <a:r>
              <a:rPr kumimoji="1" lang="en-US" altLang="zh-CN" sz="2000" kern="1200" dirty="0">
                <a:solidFill>
                  <a:srgbClr val="000000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)+ (</a:t>
            </a:r>
            <a:r>
              <a:rPr kumimoji="1" lang="zh-CN" altLang="en-US" sz="2000" kern="1200" dirty="0">
                <a:solidFill>
                  <a:srgbClr val="000000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限定符号</a:t>
            </a:r>
            <a:r>
              <a:rPr kumimoji="1" lang="en-US" altLang="zh-CN" sz="2000" kern="1200" dirty="0" smtClean="0">
                <a:solidFill>
                  <a:srgbClr val="000000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)</a:t>
            </a:r>
            <a:r>
              <a:rPr kumimoji="1" lang="zh-CN" altLang="en-US" sz="2000" kern="1200" dirty="0" smtClean="0">
                <a:solidFill>
                  <a:srgbClr val="000000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→ </a:t>
            </a:r>
            <a:r>
              <a:rPr kumimoji="1" lang="en-US" altLang="zh-CN" sz="2000" kern="1200" dirty="0">
                <a:solidFill>
                  <a:srgbClr val="000000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(</a:t>
            </a:r>
            <a:r>
              <a:rPr kumimoji="1" lang="zh-CN" altLang="en-US" sz="2000" kern="1200" dirty="0">
                <a:solidFill>
                  <a:srgbClr val="000000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特定设备的符号</a:t>
            </a:r>
            <a:r>
              <a:rPr kumimoji="1" lang="en-US" altLang="zh-CN" sz="2000" kern="1200" dirty="0">
                <a:solidFill>
                  <a:srgbClr val="000000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);</a:t>
            </a:r>
            <a:endParaRPr kumimoji="1" lang="en-US" altLang="zh-CN" sz="2000" kern="1200" dirty="0">
              <a:solidFill>
                <a:srgbClr val="000000"/>
              </a:solidFill>
              <a:latin typeface="楷体" panose="02010609060101010101" pitchFamily="49" charset="-122"/>
              <a:ea typeface="楷体" panose="02010609060101010101" pitchFamily="49" charset="-122"/>
            </a:endParaRPr>
          </a:p>
          <a:p>
            <a:pPr marL="628650" indent="-285750" defTabSz="685800">
              <a:lnSpc>
                <a:spcPct val="130000"/>
              </a:lnSpc>
              <a:spcBef>
                <a:spcPct val="0"/>
              </a:spcBef>
              <a:buClr>
                <a:srgbClr val="00B050"/>
              </a:buClr>
              <a:buFont typeface="Wingdings" panose="05000000000000000000" pitchFamily="2" charset="2"/>
              <a:buChar char="u"/>
            </a:pPr>
            <a:r>
              <a:rPr kumimoji="1" lang="zh-CN" altLang="en-US" sz="2000" kern="1200" dirty="0" smtClean="0">
                <a:solidFill>
                  <a:srgbClr val="000000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利用 </a:t>
            </a:r>
            <a:r>
              <a:rPr kumimoji="1" lang="en-US" altLang="zh-CN" sz="2000" kern="1200" dirty="0">
                <a:solidFill>
                  <a:srgbClr val="000000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2- 3 </a:t>
            </a:r>
            <a:r>
              <a:rPr kumimoji="1" lang="zh-CN" altLang="en-US" sz="2000" kern="1200" dirty="0">
                <a:solidFill>
                  <a:srgbClr val="000000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个简单</a:t>
            </a:r>
            <a:r>
              <a:rPr kumimoji="1" lang="zh-CN" altLang="en-US" sz="2000" kern="1200" dirty="0" smtClean="0">
                <a:solidFill>
                  <a:srgbClr val="000000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符号→</a:t>
            </a:r>
            <a:r>
              <a:rPr kumimoji="1" lang="en-US" altLang="zh-CN" sz="2000" kern="1200" dirty="0" smtClean="0">
                <a:solidFill>
                  <a:srgbClr val="000000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(</a:t>
            </a:r>
            <a:r>
              <a:rPr kumimoji="1" lang="zh-CN" altLang="en-US" sz="2000" kern="1200" dirty="0">
                <a:solidFill>
                  <a:srgbClr val="000000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特定设备的符号</a:t>
            </a:r>
            <a:r>
              <a:rPr kumimoji="1" lang="en-US" altLang="zh-CN" sz="2000" kern="1200" dirty="0">
                <a:solidFill>
                  <a:srgbClr val="000000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);</a:t>
            </a:r>
            <a:endParaRPr kumimoji="1" lang="en-US" altLang="zh-CN" sz="2000" kern="1200" dirty="0">
              <a:solidFill>
                <a:srgbClr val="000000"/>
              </a:solidFill>
              <a:latin typeface="楷体" panose="02010609060101010101" pitchFamily="49" charset="-122"/>
              <a:ea typeface="楷体" panose="02010609060101010101" pitchFamily="49" charset="-122"/>
            </a:endParaRPr>
          </a:p>
          <a:p>
            <a:pPr marL="628650" indent="-285750" defTabSz="685800">
              <a:lnSpc>
                <a:spcPct val="130000"/>
              </a:lnSpc>
              <a:spcBef>
                <a:spcPct val="0"/>
              </a:spcBef>
              <a:buClr>
                <a:srgbClr val="00B050"/>
              </a:buClr>
              <a:buFont typeface="Wingdings" panose="05000000000000000000" pitchFamily="2" charset="2"/>
              <a:buChar char="u"/>
            </a:pPr>
            <a:r>
              <a:rPr kumimoji="1" lang="zh-CN" altLang="en-US" sz="2000" kern="1200" dirty="0" smtClean="0">
                <a:solidFill>
                  <a:srgbClr val="000000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一般符号</a:t>
            </a:r>
            <a:r>
              <a:rPr kumimoji="1" lang="zh-CN" altLang="en-US" sz="2000" kern="1200" dirty="0">
                <a:solidFill>
                  <a:srgbClr val="000000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缩小后可作限定符号使用 。</a:t>
            </a:r>
            <a:endParaRPr kumimoji="1" lang="zh-CN" altLang="en-US" sz="2000" kern="1200" dirty="0">
              <a:solidFill>
                <a:srgbClr val="000000"/>
              </a:solidFill>
              <a:latin typeface="楷体" panose="02010609060101010101" pitchFamily="49" charset="-122"/>
              <a:ea typeface="楷体" panose="02010609060101010101" pitchFamily="49" charset="-122"/>
            </a:endParaRPr>
          </a:p>
          <a:p>
            <a:pPr indent="0" defTabSz="685800">
              <a:lnSpc>
                <a:spcPct val="130000"/>
              </a:lnSpc>
              <a:spcBef>
                <a:spcPct val="0"/>
              </a:spcBef>
              <a:buClr>
                <a:srgbClr val="00B050"/>
              </a:buClr>
              <a:buNone/>
            </a:pPr>
            <a:r>
              <a:rPr kumimoji="1" lang="zh-CN" altLang="en-US" sz="2000" kern="1200" dirty="0" smtClean="0">
                <a:solidFill>
                  <a:srgbClr val="000000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③ 对急需的</a:t>
            </a:r>
            <a:r>
              <a:rPr kumimoji="1" lang="zh-CN" altLang="en-US" sz="2000" kern="1200" dirty="0">
                <a:solidFill>
                  <a:srgbClr val="000000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个别</a:t>
            </a:r>
            <a:r>
              <a:rPr kumimoji="1" lang="zh-CN" altLang="en-US" sz="2000" kern="1200" dirty="0" smtClean="0">
                <a:solidFill>
                  <a:srgbClr val="000000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符，</a:t>
            </a:r>
            <a:r>
              <a:rPr kumimoji="1" lang="zh-CN" altLang="en-US" sz="2000" kern="1200" dirty="0">
                <a:solidFill>
                  <a:srgbClr val="000000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可暂时使用</a:t>
            </a:r>
            <a:r>
              <a:rPr kumimoji="1" lang="zh-CN" altLang="en-US" sz="2000" kern="1200" dirty="0" smtClean="0">
                <a:solidFill>
                  <a:srgbClr val="FF0000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方框中加注文字符号</a:t>
            </a:r>
            <a:r>
              <a:rPr kumimoji="1" lang="zh-CN" altLang="en-US" sz="2000" kern="1200" dirty="0" smtClean="0">
                <a:solidFill>
                  <a:srgbClr val="000000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的方式。</a:t>
            </a:r>
            <a:endParaRPr kumimoji="1" lang="zh-CN" altLang="en-US" sz="2000" kern="1200" dirty="0" smtClean="0">
              <a:solidFill>
                <a:srgbClr val="000000"/>
              </a:solidFill>
              <a:latin typeface="楷体" panose="02010609060101010101" pitchFamily="49" charset="-122"/>
              <a:ea typeface="楷体" panose="02010609060101010101" pitchFamily="49" charset="-122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5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6"/>
          <p:cNvSpPr txBox="1">
            <a:spLocks noChangeArrowheads="1"/>
          </p:cNvSpPr>
          <p:nvPr/>
        </p:nvSpPr>
        <p:spPr bwMode="auto">
          <a:xfrm>
            <a:off x="539750" y="123825"/>
            <a:ext cx="8604250" cy="4349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r>
              <a:rPr lang="en-US" altLang="zh-CN" sz="3200" b="1" dirty="0" smtClean="0">
                <a:solidFill>
                  <a:schemeClr val="tx2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3</a:t>
            </a:r>
            <a:r>
              <a:rPr lang="zh-CN" altLang="en-US" sz="3200" b="1" dirty="0">
                <a:solidFill>
                  <a:schemeClr val="tx2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、</a:t>
            </a:r>
            <a:r>
              <a:rPr lang="zh-CN" altLang="en-US" sz="3200" b="1" dirty="0" smtClean="0">
                <a:solidFill>
                  <a:schemeClr val="tx2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常用图例</a:t>
            </a:r>
            <a:endParaRPr lang="zh-CN" altLang="en-US" sz="3200" b="1" dirty="0">
              <a:solidFill>
                <a:schemeClr val="tx2"/>
              </a:solidFill>
              <a:latin typeface="华文新魏" panose="02010800040101010101" pitchFamily="2" charset="-122"/>
              <a:ea typeface="华文新魏" panose="02010800040101010101" pitchFamily="2" charset="-122"/>
            </a:endParaRPr>
          </a:p>
        </p:txBody>
      </p:sp>
      <p:pic>
        <p:nvPicPr>
          <p:cNvPr id="35844" name="Picture 4"/>
          <p:cNvPicPr>
            <a:picLocks noChangeAspect="1" noChangeArrowheads="1"/>
          </p:cNvPicPr>
          <p:nvPr/>
        </p:nvPicPr>
        <p:blipFill>
          <a:blip r:embed="rId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331595" y="988060"/>
            <a:ext cx="5941060" cy="3759200"/>
          </a:xfrm>
          <a:prstGeom prst="rect">
            <a:avLst/>
          </a:prstGeom>
          <a:solidFill>
            <a:srgbClr val="FFFFFF">
              <a:shade val="85000"/>
            </a:srgbClr>
          </a:solidFill>
          <a:ln w="88900" cap="sq">
            <a:solidFill>
              <a:srgbClr val="FFFFFF"/>
            </a:solidFill>
            <a:miter lim="800000"/>
            <a:headEnd/>
            <a:tailEnd/>
          </a:ln>
          <a:effectLst>
            <a:outerShdw blurRad="55000" dist="18000" dir="5400000" algn="tl" rotWithShape="0">
              <a:srgbClr val="000000">
                <a:alpha val="40000"/>
              </a:srgbClr>
            </a:outerShdw>
          </a:effectLst>
          <a:scene3d>
            <a:camera prst="orthographicFront"/>
            <a:lightRig rig="twoPt" dir="t">
              <a:rot lat="0" lon="0" rev="7200000"/>
            </a:lightRig>
          </a:scene3d>
          <a:sp3d>
            <a:bevelT w="25400" h="19050"/>
            <a:contourClr>
              <a:srgbClr val="FFFFFF"/>
            </a:contourClr>
          </a:sp3d>
        </p:spPr>
      </p:pic>
    </p:spTree>
  </p:cSld>
  <p:clrMapOvr>
    <a:masterClrMapping/>
  </p:clrMapOvr>
  <p:transition spd="slow"/>
  <p:timing>
    <p:tnLst>
      <p:par>
        <p:cTn id="1" dur="indefinite" restart="never" nodeType="tmRoot"/>
      </p:par>
    </p:tnLst>
  </p:timing>
</p:sld>
</file>

<file path=ppt/slides/slide5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6"/>
          <p:cNvSpPr txBox="1">
            <a:spLocks noChangeArrowheads="1"/>
          </p:cNvSpPr>
          <p:nvPr/>
        </p:nvSpPr>
        <p:spPr bwMode="auto">
          <a:xfrm>
            <a:off x="539750" y="123825"/>
            <a:ext cx="8604250" cy="4349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r>
              <a:rPr lang="en-US" altLang="zh-CN" sz="3200" b="1" dirty="0" smtClean="0">
                <a:solidFill>
                  <a:schemeClr val="tx2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3</a:t>
            </a:r>
            <a:r>
              <a:rPr lang="zh-CN" altLang="en-US" sz="3200" b="1" dirty="0">
                <a:solidFill>
                  <a:schemeClr val="tx2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、</a:t>
            </a:r>
            <a:r>
              <a:rPr lang="zh-CN" altLang="en-US" sz="3200" b="1" dirty="0" smtClean="0">
                <a:solidFill>
                  <a:schemeClr val="tx2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常用图例</a:t>
            </a:r>
            <a:endParaRPr lang="zh-CN" altLang="en-US" sz="3200" b="1" dirty="0">
              <a:solidFill>
                <a:schemeClr val="tx2"/>
              </a:solidFill>
              <a:latin typeface="华文新魏" panose="02010800040101010101" pitchFamily="2" charset="-122"/>
              <a:ea typeface="华文新魏" panose="02010800040101010101" pitchFamily="2" charset="-122"/>
            </a:endParaRPr>
          </a:p>
        </p:txBody>
      </p:sp>
      <p:sp>
        <p:nvSpPr>
          <p:cNvPr id="3" name="Rectangle 5"/>
          <p:cNvSpPr>
            <a:spLocks noChangeArrowheads="1"/>
          </p:cNvSpPr>
          <p:nvPr/>
        </p:nvSpPr>
        <p:spPr bwMode="auto">
          <a:xfrm>
            <a:off x="3255033" y="744985"/>
            <a:ext cx="3024336" cy="400110"/>
          </a:xfrm>
          <a:prstGeom prst="rect">
            <a:avLst/>
          </a:prstGeom>
          <a:noFill/>
          <a:ln>
            <a:noFill/>
          </a:ln>
          <a:effectLst>
            <a:prstShdw prst="shdw13" dist="53882" dir="13500000">
              <a:schemeClr val="accent1">
                <a:gamma/>
                <a:shade val="60000"/>
                <a:invGamma/>
                <a:alpha val="50000"/>
              </a:schemeClr>
            </a:prstShdw>
          </a:effectLst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ctr" anchorCtr="0" compatLnSpc="1">
            <a:spAutoFit/>
          </a:bodyPr>
          <a:lstStyle/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r>
              <a:rPr kumimoji="0" lang="zh-CN" altLang="en-US" sz="20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华文楷体" panose="02010600040101010101" pitchFamily="2" charset="-122"/>
                <a:ea typeface="华文楷体" panose="02010600040101010101" pitchFamily="2" charset="-122"/>
                <a:cs typeface="Times New Roman" panose="02020603050405020304" pitchFamily="18" charset="0"/>
              </a:rPr>
              <a:t>通信工程图形符号</a:t>
            </a:r>
            <a:endParaRPr kumimoji="0" lang="zh-CN" altLang="en-US" sz="2000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华文楷体" panose="02010600040101010101" pitchFamily="2" charset="-122"/>
              <a:ea typeface="华文楷体" panose="02010600040101010101" pitchFamily="2" charset="-122"/>
            </a:endParaRPr>
          </a:p>
        </p:txBody>
      </p:sp>
      <p:graphicFrame>
        <p:nvGraphicFramePr>
          <p:cNvPr id="2" name="表格 1"/>
          <p:cNvGraphicFramePr>
            <a:graphicFrameLocks noGrp="1"/>
          </p:cNvGraphicFramePr>
          <p:nvPr>
            <p:custDataLst>
              <p:tags r:id="rId1"/>
            </p:custDataLst>
          </p:nvPr>
        </p:nvGraphicFramePr>
        <p:xfrm>
          <a:off x="1985783" y="1323384"/>
          <a:ext cx="5040810" cy="2973245"/>
        </p:xfrm>
        <a:graphic>
          <a:graphicData uri="http://schemas.openxmlformats.org/drawingml/2006/table">
            <a:tbl>
              <a:tblPr firstRow="1" firstCol="1" bandRow="1">
                <a:tableStyleId>{912C8C85-51F0-491E-9774-3900AFEF0FD7}</a:tableStyleId>
              </a:tblPr>
              <a:tblGrid>
                <a:gridCol w="1039446"/>
                <a:gridCol w="976779"/>
                <a:gridCol w="2016224"/>
                <a:gridCol w="1008361"/>
              </a:tblGrid>
              <a:tr h="369476"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  <a:spcAft>
                          <a:spcPts val="0"/>
                        </a:spcAft>
                      </a:pPr>
                      <a:r>
                        <a:rPr lang="zh-CN" sz="1600" b="0" kern="100" dirty="0">
                          <a:effectLst/>
                          <a:latin typeface="华文楷体" panose="02010600040101010101" pitchFamily="2" charset="-122"/>
                          <a:ea typeface="华文楷体" panose="02010600040101010101" pitchFamily="2" charset="-122"/>
                        </a:rPr>
                        <a:t>符号名称</a:t>
                      </a:r>
                      <a:endParaRPr lang="zh-CN" sz="1600" b="0" kern="100" dirty="0">
                        <a:effectLst/>
                        <a:latin typeface="华文楷体" panose="02010600040101010101" pitchFamily="2" charset="-122"/>
                        <a:ea typeface="华文楷体" panose="02010600040101010101" pitchFamily="2" charset="-122"/>
                      </a:endParaRPr>
                    </a:p>
                  </a:txBody>
                  <a:tcPr marL="68580" marR="68580" marT="0" marB="0">
                    <a:cell3D prstMaterial="dkEdge">
                      <a:bevel/>
                      <a:lightRig rig="flood" dir="t"/>
                    </a:cell3D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  <a:spcAft>
                          <a:spcPts val="0"/>
                        </a:spcAft>
                      </a:pPr>
                      <a:r>
                        <a:rPr lang="zh-CN" sz="1600" b="0" kern="100">
                          <a:effectLst/>
                          <a:latin typeface="华文楷体" panose="02010600040101010101" pitchFamily="2" charset="-122"/>
                          <a:ea typeface="华文楷体" panose="02010600040101010101" pitchFamily="2" charset="-122"/>
                        </a:rPr>
                        <a:t>标准代码</a:t>
                      </a:r>
                      <a:endParaRPr lang="zh-CN" sz="1600" b="0" kern="100">
                        <a:effectLst/>
                        <a:latin typeface="华文楷体" panose="02010600040101010101" pitchFamily="2" charset="-122"/>
                        <a:ea typeface="华文楷体" panose="02010600040101010101" pitchFamily="2" charset="-122"/>
                      </a:endParaRPr>
                    </a:p>
                  </a:txBody>
                  <a:tcPr marL="68580" marR="68580" marT="0" marB="0">
                    <a:cell3D prstMaterial="dkEdge">
                      <a:bevel/>
                      <a:lightRig rig="flood" dir="t"/>
                    </a:cell3D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  <a:spcAft>
                          <a:spcPts val="0"/>
                        </a:spcAft>
                      </a:pPr>
                      <a:r>
                        <a:rPr lang="zh-CN" sz="1600" b="0" kern="100" dirty="0">
                          <a:effectLst/>
                          <a:latin typeface="华文楷体" panose="02010600040101010101" pitchFamily="2" charset="-122"/>
                          <a:ea typeface="华文楷体" panose="02010600040101010101" pitchFamily="2" charset="-122"/>
                        </a:rPr>
                        <a:t>符号名称</a:t>
                      </a:r>
                      <a:endParaRPr lang="zh-CN" sz="1600" b="0" kern="100" dirty="0">
                        <a:effectLst/>
                        <a:latin typeface="华文楷体" panose="02010600040101010101" pitchFamily="2" charset="-122"/>
                        <a:ea typeface="华文楷体" panose="02010600040101010101" pitchFamily="2" charset="-122"/>
                      </a:endParaRPr>
                    </a:p>
                  </a:txBody>
                  <a:tcPr marL="68580" marR="68580" marT="0" marB="0">
                    <a:cell3D prstMaterial="dkEdge">
                      <a:bevel/>
                      <a:lightRig rig="flood" dir="t"/>
                    </a:cell3D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  <a:spcAft>
                          <a:spcPts val="0"/>
                        </a:spcAft>
                      </a:pPr>
                      <a:r>
                        <a:rPr lang="zh-CN" sz="1600" b="0" kern="100">
                          <a:effectLst/>
                          <a:latin typeface="华文楷体" panose="02010600040101010101" pitchFamily="2" charset="-122"/>
                          <a:ea typeface="华文楷体" panose="02010600040101010101" pitchFamily="2" charset="-122"/>
                        </a:rPr>
                        <a:t>标准代码</a:t>
                      </a:r>
                      <a:endParaRPr lang="zh-CN" sz="1600" b="0" kern="100">
                        <a:effectLst/>
                        <a:latin typeface="华文楷体" panose="02010600040101010101" pitchFamily="2" charset="-122"/>
                        <a:ea typeface="华文楷体" panose="02010600040101010101" pitchFamily="2" charset="-122"/>
                      </a:endParaRPr>
                    </a:p>
                  </a:txBody>
                  <a:tcPr marL="68580" marR="68580" marT="0" marB="0">
                    <a:cell3D prstMaterial="dkEdge">
                      <a:bevel/>
                      <a:lightRig rig="flood" dir="t"/>
                    </a:cell3D>
                  </a:tcPr>
                </a:tc>
              </a:tr>
              <a:tr h="372049"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  <a:spcAft>
                          <a:spcPts val="0"/>
                        </a:spcAft>
                      </a:pPr>
                      <a:r>
                        <a:rPr lang="zh-CN" sz="1600" b="0" kern="100" dirty="0">
                          <a:effectLst/>
                          <a:latin typeface="华文楷体" panose="02010600040101010101" pitchFamily="2" charset="-122"/>
                          <a:ea typeface="华文楷体" panose="02010600040101010101" pitchFamily="2" charset="-122"/>
                        </a:rPr>
                        <a:t>符号要素</a:t>
                      </a:r>
                      <a:endParaRPr lang="zh-CN" sz="1600" b="0" kern="100" dirty="0">
                        <a:effectLst/>
                        <a:latin typeface="华文楷体" panose="02010600040101010101" pitchFamily="2" charset="-122"/>
                        <a:ea typeface="华文楷体" panose="02010600040101010101" pitchFamily="2" charset="-122"/>
                      </a:endParaRPr>
                    </a:p>
                  </a:txBody>
                  <a:tcPr marL="68580" marR="68580" marT="0" marB="0">
                    <a:cell3D prstMaterial="dkEdge">
                      <a:bevel/>
                      <a:lightRig rig="flood" dir="t"/>
                    </a:cell3D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  <a:spcAft>
                          <a:spcPts val="0"/>
                        </a:spcAft>
                      </a:pPr>
                      <a:r>
                        <a:rPr lang="en-US" sz="1600" b="0" kern="100" dirty="0">
                          <a:effectLst/>
                          <a:latin typeface="华文楷体" panose="02010600040101010101" pitchFamily="2" charset="-122"/>
                          <a:ea typeface="华文楷体" panose="02010600040101010101" pitchFamily="2" charset="-122"/>
                        </a:rPr>
                        <a:t>5.1</a:t>
                      </a:r>
                      <a:endParaRPr lang="zh-CN" sz="1600" b="0" kern="100" dirty="0">
                        <a:effectLst/>
                        <a:latin typeface="华文楷体" panose="02010600040101010101" pitchFamily="2" charset="-122"/>
                        <a:ea typeface="华文楷体" panose="02010600040101010101" pitchFamily="2" charset="-122"/>
                      </a:endParaRPr>
                    </a:p>
                  </a:txBody>
                  <a:tcPr marL="68580" marR="68580" marT="0" marB="0">
                    <a:cell3D prstMaterial="dkEdge">
                      <a:bevel/>
                      <a:lightRig rig="flood" dir="t"/>
                    </a:cell3D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  <a:spcAft>
                          <a:spcPts val="0"/>
                        </a:spcAft>
                      </a:pPr>
                      <a:r>
                        <a:rPr lang="zh-CN" sz="1600" b="0" kern="100" dirty="0">
                          <a:effectLst/>
                          <a:latin typeface="华文楷体" panose="02010600040101010101" pitchFamily="2" charset="-122"/>
                          <a:ea typeface="华文楷体" panose="02010600040101010101" pitchFamily="2" charset="-122"/>
                        </a:rPr>
                        <a:t>核心网</a:t>
                      </a:r>
                      <a:endParaRPr lang="zh-CN" sz="1600" b="0" kern="100" dirty="0">
                        <a:effectLst/>
                        <a:latin typeface="华文楷体" panose="02010600040101010101" pitchFamily="2" charset="-122"/>
                        <a:ea typeface="华文楷体" panose="02010600040101010101" pitchFamily="2" charset="-122"/>
                      </a:endParaRPr>
                    </a:p>
                  </a:txBody>
                  <a:tcPr marL="68580" marR="68580" marT="0" marB="0">
                    <a:cell3D prstMaterial="dkEdge">
                      <a:bevel/>
                      <a:lightRig rig="flood" dir="t"/>
                    </a:cell3D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  <a:spcAft>
                          <a:spcPts val="0"/>
                        </a:spcAft>
                      </a:pPr>
                      <a:r>
                        <a:rPr lang="en-US" sz="1600" b="0" kern="100">
                          <a:effectLst/>
                          <a:latin typeface="华文楷体" panose="02010600040101010101" pitchFamily="2" charset="-122"/>
                          <a:ea typeface="华文楷体" panose="02010600040101010101" pitchFamily="2" charset="-122"/>
                        </a:rPr>
                        <a:t>5.8</a:t>
                      </a:r>
                      <a:endParaRPr lang="zh-CN" sz="1600" b="0" kern="100">
                        <a:effectLst/>
                        <a:latin typeface="华文楷体" panose="02010600040101010101" pitchFamily="2" charset="-122"/>
                        <a:ea typeface="华文楷体" panose="02010600040101010101" pitchFamily="2" charset="-122"/>
                      </a:endParaRPr>
                    </a:p>
                  </a:txBody>
                  <a:tcPr marL="68580" marR="68580" marT="0" marB="0">
                    <a:cell3D prstMaterial="dkEdge">
                      <a:bevel/>
                      <a:lightRig rig="flood" dir="t"/>
                    </a:cell3D>
                  </a:tcPr>
                </a:tc>
              </a:tr>
              <a:tr h="372049"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  <a:spcAft>
                          <a:spcPts val="0"/>
                        </a:spcAft>
                      </a:pPr>
                      <a:r>
                        <a:rPr lang="zh-CN" sz="1600" b="0" kern="100">
                          <a:effectLst/>
                          <a:latin typeface="华文楷体" panose="02010600040101010101" pitchFamily="2" charset="-122"/>
                          <a:ea typeface="华文楷体" panose="02010600040101010101" pitchFamily="2" charset="-122"/>
                        </a:rPr>
                        <a:t>限定符号</a:t>
                      </a:r>
                      <a:endParaRPr lang="zh-CN" sz="1600" b="0" kern="100">
                        <a:effectLst/>
                        <a:latin typeface="华文楷体" panose="02010600040101010101" pitchFamily="2" charset="-122"/>
                        <a:ea typeface="华文楷体" panose="02010600040101010101" pitchFamily="2" charset="-122"/>
                      </a:endParaRPr>
                    </a:p>
                  </a:txBody>
                  <a:tcPr marL="68580" marR="68580" marT="0" marB="0">
                    <a:cell3D prstMaterial="dkEdge">
                      <a:bevel/>
                      <a:lightRig rig="flood" dir="t"/>
                    </a:cell3D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  <a:spcAft>
                          <a:spcPts val="0"/>
                        </a:spcAft>
                      </a:pPr>
                      <a:r>
                        <a:rPr lang="en-US" sz="1600" b="0" kern="100" dirty="0">
                          <a:effectLst/>
                          <a:latin typeface="华文楷体" panose="02010600040101010101" pitchFamily="2" charset="-122"/>
                          <a:ea typeface="华文楷体" panose="02010600040101010101" pitchFamily="2" charset="-122"/>
                        </a:rPr>
                        <a:t>5.2</a:t>
                      </a:r>
                      <a:endParaRPr lang="zh-CN" sz="1600" b="0" kern="100" dirty="0">
                        <a:effectLst/>
                        <a:latin typeface="华文楷体" panose="02010600040101010101" pitchFamily="2" charset="-122"/>
                        <a:ea typeface="华文楷体" panose="02010600040101010101" pitchFamily="2" charset="-122"/>
                      </a:endParaRPr>
                    </a:p>
                  </a:txBody>
                  <a:tcPr marL="68580" marR="68580" marT="0" marB="0">
                    <a:cell3D prstMaterial="dkEdge">
                      <a:bevel/>
                      <a:lightRig rig="flood" dir="t"/>
                    </a:cell3D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  <a:spcAft>
                          <a:spcPts val="0"/>
                        </a:spcAft>
                      </a:pPr>
                      <a:r>
                        <a:rPr lang="zh-CN" sz="1600" b="0" kern="100">
                          <a:effectLst/>
                          <a:latin typeface="华文楷体" panose="02010600040101010101" pitchFamily="2" charset="-122"/>
                          <a:ea typeface="华文楷体" panose="02010600040101010101" pitchFamily="2" charset="-122"/>
                        </a:rPr>
                        <a:t>数据网络</a:t>
                      </a:r>
                      <a:endParaRPr lang="zh-CN" sz="1600" b="0" kern="100">
                        <a:effectLst/>
                        <a:latin typeface="华文楷体" panose="02010600040101010101" pitchFamily="2" charset="-122"/>
                        <a:ea typeface="华文楷体" panose="02010600040101010101" pitchFamily="2" charset="-122"/>
                      </a:endParaRPr>
                    </a:p>
                  </a:txBody>
                  <a:tcPr marL="68580" marR="68580" marT="0" marB="0">
                    <a:cell3D prstMaterial="dkEdge">
                      <a:bevel/>
                      <a:lightRig rig="flood" dir="t"/>
                    </a:cell3D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  <a:spcAft>
                          <a:spcPts val="0"/>
                        </a:spcAft>
                      </a:pPr>
                      <a:r>
                        <a:rPr lang="en-US" sz="1600" b="0" kern="100">
                          <a:effectLst/>
                          <a:latin typeface="华文楷体" panose="02010600040101010101" pitchFamily="2" charset="-122"/>
                          <a:ea typeface="华文楷体" panose="02010600040101010101" pitchFamily="2" charset="-122"/>
                        </a:rPr>
                        <a:t>5.9</a:t>
                      </a:r>
                      <a:endParaRPr lang="zh-CN" sz="1600" b="0" kern="100">
                        <a:effectLst/>
                        <a:latin typeface="华文楷体" panose="02010600040101010101" pitchFamily="2" charset="-122"/>
                        <a:ea typeface="华文楷体" panose="02010600040101010101" pitchFamily="2" charset="-122"/>
                      </a:endParaRPr>
                    </a:p>
                  </a:txBody>
                  <a:tcPr marL="68580" marR="68580" marT="0" marB="0">
                    <a:cell3D prstMaterial="dkEdge">
                      <a:bevel/>
                      <a:lightRig rig="flood" dir="t"/>
                    </a:cell3D>
                  </a:tcPr>
                </a:tc>
              </a:tr>
              <a:tr h="372049"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  <a:spcAft>
                          <a:spcPts val="0"/>
                        </a:spcAft>
                      </a:pPr>
                      <a:r>
                        <a:rPr lang="zh-CN" sz="1600" b="0" kern="100" dirty="0">
                          <a:effectLst/>
                          <a:latin typeface="华文楷体" panose="02010600040101010101" pitchFamily="2" charset="-122"/>
                          <a:ea typeface="华文楷体" panose="02010600040101010101" pitchFamily="2" charset="-122"/>
                        </a:rPr>
                        <a:t>连接符号</a:t>
                      </a:r>
                      <a:endParaRPr lang="zh-CN" sz="1600" b="0" kern="100" dirty="0">
                        <a:effectLst/>
                        <a:latin typeface="华文楷体" panose="02010600040101010101" pitchFamily="2" charset="-122"/>
                        <a:ea typeface="华文楷体" panose="02010600040101010101" pitchFamily="2" charset="-122"/>
                      </a:endParaRPr>
                    </a:p>
                  </a:txBody>
                  <a:tcPr marL="68580" marR="68580" marT="0" marB="0">
                    <a:cell3D prstMaterial="dkEdge">
                      <a:bevel/>
                      <a:lightRig rig="flood" dir="t"/>
                    </a:cell3D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  <a:spcAft>
                          <a:spcPts val="0"/>
                        </a:spcAft>
                      </a:pPr>
                      <a:r>
                        <a:rPr lang="en-US" sz="1600" b="0" kern="100" dirty="0">
                          <a:effectLst/>
                          <a:latin typeface="华文楷体" panose="02010600040101010101" pitchFamily="2" charset="-122"/>
                          <a:ea typeface="华文楷体" panose="02010600040101010101" pitchFamily="2" charset="-122"/>
                        </a:rPr>
                        <a:t>5.3</a:t>
                      </a:r>
                      <a:endParaRPr lang="zh-CN" sz="1600" b="0" kern="100" dirty="0">
                        <a:effectLst/>
                        <a:latin typeface="华文楷体" panose="02010600040101010101" pitchFamily="2" charset="-122"/>
                        <a:ea typeface="华文楷体" panose="02010600040101010101" pitchFamily="2" charset="-122"/>
                      </a:endParaRPr>
                    </a:p>
                  </a:txBody>
                  <a:tcPr marL="68580" marR="68580" marT="0" marB="0">
                    <a:cell3D prstMaterial="dkEdge">
                      <a:bevel/>
                      <a:lightRig rig="flood" dir="t"/>
                    </a:cell3D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  <a:spcAft>
                          <a:spcPts val="0"/>
                        </a:spcAft>
                      </a:pPr>
                      <a:r>
                        <a:rPr lang="zh-CN" sz="1600" b="0" kern="100" dirty="0">
                          <a:effectLst/>
                          <a:latin typeface="华文楷体" panose="02010600040101010101" pitchFamily="2" charset="-122"/>
                          <a:ea typeface="华文楷体" panose="02010600040101010101" pitchFamily="2" charset="-122"/>
                        </a:rPr>
                        <a:t>业务网、信息化系统</a:t>
                      </a:r>
                      <a:endParaRPr lang="zh-CN" sz="1600" b="0" kern="100" dirty="0">
                        <a:effectLst/>
                        <a:latin typeface="华文楷体" panose="02010600040101010101" pitchFamily="2" charset="-122"/>
                        <a:ea typeface="华文楷体" panose="02010600040101010101" pitchFamily="2" charset="-122"/>
                      </a:endParaRPr>
                    </a:p>
                  </a:txBody>
                  <a:tcPr marL="68580" marR="68580" marT="0" marB="0">
                    <a:cell3D prstMaterial="dkEdge">
                      <a:bevel/>
                      <a:lightRig rig="flood" dir="t"/>
                    </a:cell3D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  <a:spcAft>
                          <a:spcPts val="0"/>
                        </a:spcAft>
                      </a:pPr>
                      <a:r>
                        <a:rPr lang="en-US" sz="1600" b="0" kern="100">
                          <a:effectLst/>
                          <a:latin typeface="华文楷体" panose="02010600040101010101" pitchFamily="2" charset="-122"/>
                          <a:ea typeface="华文楷体" panose="02010600040101010101" pitchFamily="2" charset="-122"/>
                        </a:rPr>
                        <a:t>5.10</a:t>
                      </a:r>
                      <a:endParaRPr lang="zh-CN" sz="1600" b="0" kern="100">
                        <a:effectLst/>
                        <a:latin typeface="华文楷体" panose="02010600040101010101" pitchFamily="2" charset="-122"/>
                        <a:ea typeface="华文楷体" panose="02010600040101010101" pitchFamily="2" charset="-122"/>
                      </a:endParaRPr>
                    </a:p>
                  </a:txBody>
                  <a:tcPr marL="68580" marR="68580" marT="0" marB="0">
                    <a:cell3D prstMaterial="dkEdge">
                      <a:bevel/>
                      <a:lightRig rig="flood" dir="t"/>
                    </a:cell3D>
                  </a:tcPr>
                </a:tc>
              </a:tr>
              <a:tr h="371475"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  <a:spcAft>
                          <a:spcPts val="0"/>
                        </a:spcAft>
                      </a:pPr>
                      <a:r>
                        <a:rPr lang="zh-CN" sz="1600" b="0" kern="100">
                          <a:effectLst/>
                          <a:latin typeface="华文楷体" panose="02010600040101010101" pitchFamily="2" charset="-122"/>
                          <a:ea typeface="华文楷体" panose="02010600040101010101" pitchFamily="2" charset="-122"/>
                        </a:rPr>
                        <a:t>传输系统</a:t>
                      </a:r>
                      <a:endParaRPr lang="zh-CN" sz="1600" b="0" kern="100">
                        <a:effectLst/>
                        <a:latin typeface="华文楷体" panose="02010600040101010101" pitchFamily="2" charset="-122"/>
                        <a:ea typeface="华文楷体" panose="02010600040101010101" pitchFamily="2" charset="-122"/>
                      </a:endParaRPr>
                    </a:p>
                  </a:txBody>
                  <a:tcPr marL="68580" marR="68580" marT="0" marB="0">
                    <a:cell3D prstMaterial="dkEdge">
                      <a:bevel/>
                      <a:lightRig rig="flood" dir="t"/>
                    </a:cell3D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  <a:spcAft>
                          <a:spcPts val="0"/>
                        </a:spcAft>
                      </a:pPr>
                      <a:r>
                        <a:rPr lang="en-US" sz="1600" b="0" kern="100">
                          <a:effectLst/>
                          <a:latin typeface="华文楷体" panose="02010600040101010101" pitchFamily="2" charset="-122"/>
                          <a:ea typeface="华文楷体" panose="02010600040101010101" pitchFamily="2" charset="-122"/>
                        </a:rPr>
                        <a:t>5.4</a:t>
                      </a:r>
                      <a:endParaRPr lang="zh-CN" sz="1600" b="0" kern="100">
                        <a:effectLst/>
                        <a:latin typeface="华文楷体" panose="02010600040101010101" pitchFamily="2" charset="-122"/>
                        <a:ea typeface="华文楷体" panose="02010600040101010101" pitchFamily="2" charset="-122"/>
                      </a:endParaRPr>
                    </a:p>
                  </a:txBody>
                  <a:tcPr marL="68580" marR="68580" marT="0" marB="0">
                    <a:cell3D prstMaterial="dkEdge">
                      <a:bevel/>
                      <a:lightRig rig="flood" dir="t"/>
                    </a:cell3D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  <a:spcAft>
                          <a:spcPts val="0"/>
                        </a:spcAft>
                      </a:pPr>
                      <a:r>
                        <a:rPr lang="zh-CN" sz="1600" b="0" kern="100" dirty="0">
                          <a:effectLst/>
                          <a:latin typeface="华文楷体" panose="02010600040101010101" pitchFamily="2" charset="-122"/>
                          <a:ea typeface="华文楷体" panose="02010600040101010101" pitchFamily="2" charset="-122"/>
                        </a:rPr>
                        <a:t>通信电源</a:t>
                      </a:r>
                      <a:endParaRPr lang="zh-CN" sz="1600" b="0" kern="100" dirty="0">
                        <a:effectLst/>
                        <a:latin typeface="华文楷体" panose="02010600040101010101" pitchFamily="2" charset="-122"/>
                        <a:ea typeface="华文楷体" panose="02010600040101010101" pitchFamily="2" charset="-122"/>
                      </a:endParaRPr>
                    </a:p>
                  </a:txBody>
                  <a:tcPr marL="68580" marR="68580" marT="0" marB="0">
                    <a:cell3D prstMaterial="dkEdge">
                      <a:bevel/>
                      <a:lightRig rig="flood" dir="t"/>
                    </a:cell3D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  <a:spcAft>
                          <a:spcPts val="0"/>
                        </a:spcAft>
                      </a:pPr>
                      <a:r>
                        <a:rPr lang="en-US" sz="1600" b="0" kern="100">
                          <a:effectLst/>
                          <a:latin typeface="华文楷体" panose="02010600040101010101" pitchFamily="2" charset="-122"/>
                          <a:ea typeface="华文楷体" panose="02010600040101010101" pitchFamily="2" charset="-122"/>
                        </a:rPr>
                        <a:t>5.11</a:t>
                      </a:r>
                      <a:endParaRPr lang="zh-CN" sz="1600" b="0" kern="100">
                        <a:effectLst/>
                        <a:latin typeface="华文楷体" panose="02010600040101010101" pitchFamily="2" charset="-122"/>
                        <a:ea typeface="华文楷体" panose="02010600040101010101" pitchFamily="2" charset="-122"/>
                      </a:endParaRPr>
                    </a:p>
                  </a:txBody>
                  <a:tcPr marL="68580" marR="68580" marT="0" marB="0">
                    <a:cell3D prstMaterial="dkEdge">
                      <a:bevel/>
                      <a:lightRig rig="flood" dir="t"/>
                    </a:cell3D>
                  </a:tcPr>
                </a:tc>
              </a:tr>
              <a:tr h="372049"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  <a:spcAft>
                          <a:spcPts val="0"/>
                        </a:spcAft>
                      </a:pPr>
                      <a:r>
                        <a:rPr lang="zh-CN" sz="1600" b="0" kern="100" dirty="0">
                          <a:solidFill>
                            <a:srgbClr val="FF0000"/>
                          </a:solidFill>
                          <a:effectLst/>
                          <a:latin typeface="华文楷体" panose="02010600040101010101" pitchFamily="2" charset="-122"/>
                          <a:ea typeface="华文楷体" panose="02010600040101010101" pitchFamily="2" charset="-122"/>
                        </a:rPr>
                        <a:t>通信线路</a:t>
                      </a:r>
                      <a:endParaRPr lang="zh-CN" sz="1600" b="0" kern="100" dirty="0">
                        <a:solidFill>
                          <a:srgbClr val="FF0000"/>
                        </a:solidFill>
                        <a:effectLst/>
                        <a:latin typeface="华文楷体" panose="02010600040101010101" pitchFamily="2" charset="-122"/>
                        <a:ea typeface="华文楷体" panose="02010600040101010101" pitchFamily="2" charset="-122"/>
                      </a:endParaRPr>
                    </a:p>
                  </a:txBody>
                  <a:tcPr marL="68580" marR="68580" marT="0" marB="0">
                    <a:cell3D prstMaterial="dkEdge">
                      <a:bevel/>
                      <a:lightRig rig="flood" dir="t"/>
                    </a:cell3D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  <a:spcAft>
                          <a:spcPts val="0"/>
                        </a:spcAft>
                      </a:pPr>
                      <a:r>
                        <a:rPr lang="en-US" sz="1600" b="0" kern="100" dirty="0">
                          <a:solidFill>
                            <a:srgbClr val="FF0000"/>
                          </a:solidFill>
                          <a:effectLst/>
                          <a:latin typeface="华文楷体" panose="02010600040101010101" pitchFamily="2" charset="-122"/>
                          <a:ea typeface="华文楷体" panose="02010600040101010101" pitchFamily="2" charset="-122"/>
                        </a:rPr>
                        <a:t>5.5</a:t>
                      </a:r>
                      <a:endParaRPr lang="zh-CN" sz="1600" b="0" kern="100" dirty="0">
                        <a:solidFill>
                          <a:srgbClr val="FF0000"/>
                        </a:solidFill>
                        <a:effectLst/>
                        <a:latin typeface="华文楷体" panose="02010600040101010101" pitchFamily="2" charset="-122"/>
                        <a:ea typeface="华文楷体" panose="02010600040101010101" pitchFamily="2" charset="-122"/>
                      </a:endParaRPr>
                    </a:p>
                  </a:txBody>
                  <a:tcPr marL="68580" marR="68580" marT="0" marB="0">
                    <a:cell3D prstMaterial="dkEdge">
                      <a:bevel/>
                      <a:lightRig rig="flood" dir="t"/>
                    </a:cell3D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  <a:spcAft>
                          <a:spcPts val="0"/>
                        </a:spcAft>
                      </a:pPr>
                      <a:r>
                        <a:rPr lang="zh-CN" sz="1600" b="0" kern="100" dirty="0">
                          <a:effectLst/>
                          <a:latin typeface="华文楷体" panose="02010600040101010101" pitchFamily="2" charset="-122"/>
                          <a:ea typeface="华文楷体" panose="02010600040101010101" pitchFamily="2" charset="-122"/>
                        </a:rPr>
                        <a:t>机房建筑及设施</a:t>
                      </a:r>
                      <a:endParaRPr lang="zh-CN" sz="1600" b="0" kern="100" dirty="0">
                        <a:effectLst/>
                        <a:latin typeface="华文楷体" panose="02010600040101010101" pitchFamily="2" charset="-122"/>
                        <a:ea typeface="华文楷体" panose="02010600040101010101" pitchFamily="2" charset="-122"/>
                      </a:endParaRPr>
                    </a:p>
                  </a:txBody>
                  <a:tcPr marL="68580" marR="68580" marT="0" marB="0">
                    <a:cell3D prstMaterial="dkEdge">
                      <a:bevel/>
                      <a:lightRig rig="flood" dir="t"/>
                    </a:cell3D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  <a:spcAft>
                          <a:spcPts val="0"/>
                        </a:spcAft>
                      </a:pPr>
                      <a:r>
                        <a:rPr lang="en-US" sz="1600" b="0" kern="100" dirty="0">
                          <a:effectLst/>
                          <a:latin typeface="华文楷体" panose="02010600040101010101" pitchFamily="2" charset="-122"/>
                          <a:ea typeface="华文楷体" panose="02010600040101010101" pitchFamily="2" charset="-122"/>
                        </a:rPr>
                        <a:t>5.12</a:t>
                      </a:r>
                      <a:endParaRPr lang="zh-CN" sz="1600" b="0" kern="100" dirty="0">
                        <a:effectLst/>
                        <a:latin typeface="华文楷体" panose="02010600040101010101" pitchFamily="2" charset="-122"/>
                        <a:ea typeface="华文楷体" panose="02010600040101010101" pitchFamily="2" charset="-122"/>
                      </a:endParaRPr>
                    </a:p>
                  </a:txBody>
                  <a:tcPr marL="68580" marR="68580" marT="0" marB="0">
                    <a:cell3D prstMaterial="dkEdge">
                      <a:bevel/>
                      <a:lightRig rig="flood" dir="t"/>
                    </a:cell3D>
                  </a:tcPr>
                </a:tc>
              </a:tr>
              <a:tr h="372049"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  <a:spcAft>
                          <a:spcPts val="0"/>
                        </a:spcAft>
                      </a:pPr>
                      <a:r>
                        <a:rPr lang="zh-CN" sz="1600" b="0" kern="100">
                          <a:effectLst/>
                          <a:latin typeface="华文楷体" panose="02010600040101010101" pitchFamily="2" charset="-122"/>
                          <a:ea typeface="华文楷体" panose="02010600040101010101" pitchFamily="2" charset="-122"/>
                        </a:rPr>
                        <a:t>通信管道</a:t>
                      </a:r>
                      <a:endParaRPr lang="zh-CN" sz="1600" b="0" kern="100">
                        <a:effectLst/>
                        <a:latin typeface="华文楷体" panose="02010600040101010101" pitchFamily="2" charset="-122"/>
                        <a:ea typeface="华文楷体" panose="02010600040101010101" pitchFamily="2" charset="-122"/>
                      </a:endParaRPr>
                    </a:p>
                  </a:txBody>
                  <a:tcPr marL="68580" marR="68580" marT="0" marB="0">
                    <a:cell3D prstMaterial="dkEdge">
                      <a:bevel/>
                      <a:lightRig rig="flood" dir="t"/>
                    </a:cell3D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  <a:spcAft>
                          <a:spcPts val="0"/>
                        </a:spcAft>
                      </a:pPr>
                      <a:r>
                        <a:rPr lang="en-US" sz="1600" b="0" kern="100">
                          <a:effectLst/>
                          <a:latin typeface="华文楷体" panose="02010600040101010101" pitchFamily="2" charset="-122"/>
                          <a:ea typeface="华文楷体" panose="02010600040101010101" pitchFamily="2" charset="-122"/>
                        </a:rPr>
                        <a:t>5.6</a:t>
                      </a:r>
                      <a:endParaRPr lang="zh-CN" sz="1600" b="0" kern="100">
                        <a:effectLst/>
                        <a:latin typeface="华文楷体" panose="02010600040101010101" pitchFamily="2" charset="-122"/>
                        <a:ea typeface="华文楷体" panose="02010600040101010101" pitchFamily="2" charset="-122"/>
                      </a:endParaRPr>
                    </a:p>
                  </a:txBody>
                  <a:tcPr marL="68580" marR="68580" marT="0" marB="0">
                    <a:cell3D prstMaterial="dkEdge">
                      <a:bevel/>
                      <a:lightRig rig="flood" dir="t"/>
                    </a:cell3D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  <a:spcAft>
                          <a:spcPts val="0"/>
                        </a:spcAft>
                      </a:pPr>
                      <a:r>
                        <a:rPr lang="zh-CN" sz="1600" b="0" kern="100" dirty="0">
                          <a:effectLst/>
                          <a:latin typeface="华文楷体" panose="02010600040101010101" pitchFamily="2" charset="-122"/>
                          <a:ea typeface="华文楷体" panose="02010600040101010101" pitchFamily="2" charset="-122"/>
                        </a:rPr>
                        <a:t>地形图常用符号</a:t>
                      </a:r>
                      <a:endParaRPr lang="zh-CN" sz="1600" b="0" kern="100" dirty="0">
                        <a:effectLst/>
                        <a:latin typeface="华文楷体" panose="02010600040101010101" pitchFamily="2" charset="-122"/>
                        <a:ea typeface="华文楷体" panose="02010600040101010101" pitchFamily="2" charset="-122"/>
                      </a:endParaRPr>
                    </a:p>
                  </a:txBody>
                  <a:tcPr marL="68580" marR="68580" marT="0" marB="0">
                    <a:cell3D prstMaterial="dkEdge">
                      <a:bevel/>
                      <a:lightRig rig="flood" dir="t"/>
                    </a:cell3D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  <a:spcAft>
                          <a:spcPts val="0"/>
                        </a:spcAft>
                      </a:pPr>
                      <a:r>
                        <a:rPr lang="en-US" sz="1600" b="0" kern="100" dirty="0">
                          <a:effectLst/>
                          <a:latin typeface="华文楷体" panose="02010600040101010101" pitchFamily="2" charset="-122"/>
                          <a:ea typeface="华文楷体" panose="02010600040101010101" pitchFamily="2" charset="-122"/>
                        </a:rPr>
                        <a:t>5.13</a:t>
                      </a:r>
                      <a:endParaRPr lang="zh-CN" sz="1600" b="0" kern="100" dirty="0">
                        <a:effectLst/>
                        <a:latin typeface="华文楷体" panose="02010600040101010101" pitchFamily="2" charset="-122"/>
                        <a:ea typeface="华文楷体" panose="02010600040101010101" pitchFamily="2" charset="-122"/>
                      </a:endParaRPr>
                    </a:p>
                  </a:txBody>
                  <a:tcPr marL="68580" marR="68580" marT="0" marB="0">
                    <a:cell3D prstMaterial="dkEdge">
                      <a:bevel/>
                      <a:lightRig rig="flood" dir="t"/>
                    </a:cell3D>
                  </a:tcPr>
                </a:tc>
              </a:tr>
              <a:tr h="372049"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  <a:spcAft>
                          <a:spcPts val="0"/>
                        </a:spcAft>
                      </a:pPr>
                      <a:r>
                        <a:rPr lang="zh-CN" sz="1600" b="0" kern="100">
                          <a:effectLst/>
                          <a:latin typeface="华文楷体" panose="02010600040101010101" pitchFamily="2" charset="-122"/>
                          <a:ea typeface="华文楷体" panose="02010600040101010101" pitchFamily="2" charset="-122"/>
                        </a:rPr>
                        <a:t>无线通信</a:t>
                      </a:r>
                      <a:endParaRPr lang="zh-CN" sz="1600" b="0" kern="100">
                        <a:effectLst/>
                        <a:latin typeface="华文楷体" panose="02010600040101010101" pitchFamily="2" charset="-122"/>
                        <a:ea typeface="华文楷体" panose="02010600040101010101" pitchFamily="2" charset="-122"/>
                      </a:endParaRPr>
                    </a:p>
                  </a:txBody>
                  <a:tcPr marL="68580" marR="68580" marT="0" marB="0">
                    <a:cell3D prstMaterial="dkEdge">
                      <a:bevel/>
                      <a:lightRig rig="flood" dir="t"/>
                    </a:cell3D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  <a:spcAft>
                          <a:spcPts val="0"/>
                        </a:spcAft>
                      </a:pPr>
                      <a:r>
                        <a:rPr lang="en-US" sz="1600" b="0" kern="100" dirty="0">
                          <a:effectLst/>
                          <a:latin typeface="华文楷体" panose="02010600040101010101" pitchFamily="2" charset="-122"/>
                          <a:ea typeface="华文楷体" panose="02010600040101010101" pitchFamily="2" charset="-122"/>
                        </a:rPr>
                        <a:t>5.7</a:t>
                      </a:r>
                      <a:endParaRPr lang="zh-CN" sz="1600" b="0" kern="100" dirty="0">
                        <a:effectLst/>
                        <a:latin typeface="华文楷体" panose="02010600040101010101" pitchFamily="2" charset="-122"/>
                        <a:ea typeface="华文楷体" panose="02010600040101010101" pitchFamily="2" charset="-122"/>
                      </a:endParaRPr>
                    </a:p>
                  </a:txBody>
                  <a:tcPr marL="68580" marR="68580" marT="0" marB="0">
                    <a:cell3D prstMaterial="dkEdge">
                      <a:bevel/>
                      <a:lightRig rig="flood" dir="t"/>
                    </a:cell3D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  <a:spcAft>
                          <a:spcPts val="0"/>
                        </a:spcAft>
                      </a:pPr>
                      <a:r>
                        <a:rPr lang="en-US" sz="1600" b="0" kern="100">
                          <a:effectLst/>
                          <a:latin typeface="华文楷体" panose="02010600040101010101" pitchFamily="2" charset="-122"/>
                          <a:ea typeface="华文楷体" panose="02010600040101010101" pitchFamily="2" charset="-122"/>
                        </a:rPr>
                        <a:t> </a:t>
                      </a:r>
                      <a:endParaRPr lang="zh-CN" sz="1600" b="0" kern="100">
                        <a:effectLst/>
                        <a:latin typeface="华文楷体" panose="02010600040101010101" pitchFamily="2" charset="-122"/>
                        <a:ea typeface="华文楷体" panose="02010600040101010101" pitchFamily="2" charset="-122"/>
                      </a:endParaRPr>
                    </a:p>
                  </a:txBody>
                  <a:tcPr marL="68580" marR="68580" marT="0" marB="0">
                    <a:cell3D prstMaterial="dkEdge">
                      <a:bevel/>
                      <a:lightRig rig="flood" dir="t"/>
                    </a:cell3D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  <a:spcAft>
                          <a:spcPts val="0"/>
                        </a:spcAft>
                      </a:pPr>
                      <a:r>
                        <a:rPr lang="en-US" sz="1600" b="0" kern="100" dirty="0">
                          <a:effectLst/>
                          <a:latin typeface="华文楷体" panose="02010600040101010101" pitchFamily="2" charset="-122"/>
                          <a:ea typeface="华文楷体" panose="02010600040101010101" pitchFamily="2" charset="-122"/>
                        </a:rPr>
                        <a:t> </a:t>
                      </a:r>
                      <a:endParaRPr lang="zh-CN" sz="1600" b="0" kern="100" dirty="0">
                        <a:effectLst/>
                        <a:latin typeface="华文楷体" panose="02010600040101010101" pitchFamily="2" charset="-122"/>
                        <a:ea typeface="华文楷体" panose="02010600040101010101" pitchFamily="2" charset="-122"/>
                      </a:endParaRPr>
                    </a:p>
                  </a:txBody>
                  <a:tcPr marL="68580" marR="68580" marT="0" marB="0">
                    <a:cell3D prstMaterial="dkEdge">
                      <a:bevel/>
                      <a:lightRig rig="flood" dir="t"/>
                    </a:cell3D>
                  </a:tcPr>
                </a:tc>
              </a:tr>
            </a:tbl>
          </a:graphicData>
        </a:graphic>
      </p:graphicFrame>
    </p:spTree>
  </p:cSld>
  <p:clrMapOvr>
    <a:masterClrMapping/>
  </p:clrMapOvr>
  <p:transition spd="slow"/>
  <p:timing>
    <p:tnLst>
      <p:par>
        <p:cTn id="1" dur="indefinite" restart="never" nodeType="tmRoot"/>
      </p:par>
    </p:tnLst>
  </p:timing>
</p:sld>
</file>

<file path=ppt/slides/slide5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866" name="Rectangle 3"/>
          <p:cNvSpPr>
            <a:spLocks noChangeArrowheads="1"/>
          </p:cNvSpPr>
          <p:nvPr/>
        </p:nvSpPr>
        <p:spPr bwMode="auto">
          <a:xfrm>
            <a:off x="404711" y="742950"/>
            <a:ext cx="8462962" cy="206883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68580" tIns="34290" rIns="68580" bIns="34290">
            <a:spAutoFit/>
          </a:bodyPr>
          <a:lstStyle/>
          <a:p>
            <a:pPr indent="342900" defTabSz="685800" eaLnBrk="0" hangingPunct="0">
              <a:lnSpc>
                <a:spcPct val="130000"/>
              </a:lnSpc>
              <a:buClr>
                <a:srgbClr val="00B050"/>
              </a:buClr>
            </a:pPr>
            <a:r>
              <a:rPr kumimoji="1" lang="zh-CN" altLang="en-US" sz="2000" dirty="0">
                <a:solidFill>
                  <a:srgbClr val="000000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通信工程图纸是通过</a:t>
            </a:r>
            <a:r>
              <a:rPr kumimoji="1" lang="zh-CN" altLang="en-US" sz="2000" dirty="0">
                <a:solidFill>
                  <a:srgbClr val="FF0000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图形符号、文字符号、文字说明以及标注</a:t>
            </a:r>
            <a:r>
              <a:rPr kumimoji="1" lang="zh-CN" altLang="en-US" sz="2000" dirty="0">
                <a:solidFill>
                  <a:srgbClr val="000000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表达的。为了能够读懂图纸就必须了解和掌握图纸中各种图形符号、文字符号等所代表的含义。专业人员通过工程图纸了解</a:t>
            </a:r>
            <a:r>
              <a:rPr kumimoji="1" lang="zh-CN" altLang="en-US" sz="2000" dirty="0">
                <a:solidFill>
                  <a:srgbClr val="FF0000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工程规模、工程内容、统计出工程量、编制出工程概预算文件</a:t>
            </a:r>
            <a:r>
              <a:rPr kumimoji="1" lang="zh-CN" altLang="en-US" sz="2000" dirty="0">
                <a:solidFill>
                  <a:srgbClr val="000000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。阅读工程图纸、统计工程量的过程称为工程识图。</a:t>
            </a:r>
            <a:endParaRPr kumimoji="1" lang="zh-CN" altLang="en-US" sz="2000" dirty="0">
              <a:solidFill>
                <a:srgbClr val="000000"/>
              </a:solidFill>
              <a:latin typeface="楷体" panose="02010609060101010101" pitchFamily="49" charset="-122"/>
              <a:ea typeface="楷体" panose="02010609060101010101" pitchFamily="49" charset="-122"/>
            </a:endParaRPr>
          </a:p>
        </p:txBody>
      </p:sp>
      <p:sp>
        <p:nvSpPr>
          <p:cNvPr id="36867" name="Rectangle 4"/>
          <p:cNvSpPr>
            <a:spLocks noChangeArrowheads="1"/>
          </p:cNvSpPr>
          <p:nvPr/>
        </p:nvSpPr>
        <p:spPr bwMode="auto">
          <a:xfrm>
            <a:off x="323850" y="3003550"/>
            <a:ext cx="5584825" cy="46863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68580" tIns="34290" rIns="68580" bIns="34290">
            <a:spAutoFit/>
          </a:bodyPr>
          <a:lstStyle/>
          <a:p>
            <a:pPr indent="342900" defTabSz="685800" eaLnBrk="0" hangingPunct="0">
              <a:lnSpc>
                <a:spcPct val="130000"/>
              </a:lnSpc>
              <a:buClr>
                <a:srgbClr val="00B050"/>
              </a:buClr>
            </a:pPr>
            <a:r>
              <a:rPr kumimoji="1" lang="zh-CN" altLang="en-US" sz="2000" dirty="0" smtClean="0">
                <a:solidFill>
                  <a:srgbClr val="0000FF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基站无线工程图</a:t>
            </a:r>
            <a:r>
              <a:rPr kumimoji="1" lang="zh-CN" altLang="en-US" sz="2000" dirty="0">
                <a:solidFill>
                  <a:srgbClr val="0000FF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识读分析</a:t>
            </a:r>
            <a:endParaRPr kumimoji="1" lang="zh-CN" altLang="en-US" sz="2000" dirty="0">
              <a:solidFill>
                <a:srgbClr val="0000FF"/>
              </a:solidFill>
              <a:latin typeface="楷体" panose="02010609060101010101" pitchFamily="49" charset="-122"/>
              <a:ea typeface="楷体" panose="02010609060101010101" pitchFamily="49" charset="-122"/>
            </a:endParaRPr>
          </a:p>
        </p:txBody>
      </p:sp>
      <p:sp>
        <p:nvSpPr>
          <p:cNvPr id="7" name="TextBox 6"/>
          <p:cNvSpPr txBox="1">
            <a:spLocks noChangeArrowheads="1"/>
          </p:cNvSpPr>
          <p:nvPr/>
        </p:nvSpPr>
        <p:spPr bwMode="auto">
          <a:xfrm>
            <a:off x="539750" y="123825"/>
            <a:ext cx="8604250" cy="4349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r>
              <a:rPr lang="en-US" altLang="zh-CN" sz="3200" b="1" dirty="0" smtClean="0">
                <a:solidFill>
                  <a:schemeClr val="tx2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4</a:t>
            </a:r>
            <a:r>
              <a:rPr lang="zh-CN" altLang="en-US" sz="3200" b="1" dirty="0">
                <a:solidFill>
                  <a:schemeClr val="tx2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、通信工程图纸识读</a:t>
            </a:r>
            <a:endParaRPr lang="zh-CN" altLang="en-US" sz="3200" b="1" dirty="0">
              <a:solidFill>
                <a:schemeClr val="tx2"/>
              </a:solidFill>
              <a:latin typeface="华文新魏" panose="02010800040101010101" pitchFamily="2" charset="-122"/>
              <a:ea typeface="华文新魏" panose="02010800040101010101" pitchFamily="2" charset="-122"/>
            </a:endParaRPr>
          </a:p>
        </p:txBody>
      </p:sp>
    </p:spTree>
  </p:cSld>
  <p:clrMapOvr>
    <a:masterClrMapping/>
  </p:clrMapOvr>
  <p:transition spd="slow"/>
  <p:timing>
    <p:tnLst>
      <p:par>
        <p:cTn id="1" dur="indefinite" restart="never" nodeType="tmRoot"/>
      </p:par>
    </p:tnLst>
  </p:timing>
</p:sld>
</file>

<file path=ppt/slides/slide5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extBox 6"/>
          <p:cNvSpPr txBox="1">
            <a:spLocks noChangeArrowheads="1"/>
          </p:cNvSpPr>
          <p:nvPr/>
        </p:nvSpPr>
        <p:spPr bwMode="auto">
          <a:xfrm>
            <a:off x="539750" y="123825"/>
            <a:ext cx="8604250" cy="4349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r>
              <a:rPr lang="en-US" altLang="zh-CN" sz="3200" b="1" dirty="0" smtClean="0">
                <a:solidFill>
                  <a:schemeClr val="tx2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4</a:t>
            </a:r>
            <a:r>
              <a:rPr lang="zh-CN" altLang="en-US" sz="3200" b="1" dirty="0">
                <a:solidFill>
                  <a:schemeClr val="tx2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、通信工程图纸识读</a:t>
            </a:r>
            <a:endParaRPr lang="zh-CN" altLang="en-US" sz="3200" b="1" dirty="0">
              <a:solidFill>
                <a:schemeClr val="tx2"/>
              </a:solidFill>
              <a:latin typeface="华文新魏" panose="02010800040101010101" pitchFamily="2" charset="-122"/>
              <a:ea typeface="华文新魏" panose="02010800040101010101" pitchFamily="2" charset="-122"/>
            </a:endParaRPr>
          </a:p>
        </p:txBody>
      </p:sp>
      <p:graphicFrame>
        <p:nvGraphicFramePr>
          <p:cNvPr id="2" name="对象 -2147482624"/>
          <p:cNvGraphicFramePr>
            <a:graphicFrameLocks noChangeAspect="1"/>
          </p:cNvGraphicFramePr>
          <p:nvPr/>
        </p:nvGraphicFramePr>
        <p:xfrm>
          <a:off x="2771775" y="843915"/>
          <a:ext cx="6021070" cy="430149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076" name="" r:id="rId1" imgW="9877425" imgH="7054215" progId="Visio.Drawing.11">
                  <p:embed/>
                </p:oleObj>
              </mc:Choice>
              <mc:Fallback>
                <p:oleObj name="" r:id="rId1" imgW="9877425" imgH="7054215" progId="Visio.Drawing.11">
                  <p:embed/>
                  <p:pic>
                    <p:nvPicPr>
                      <p:cNvPr id="0" name="图片 3075"/>
                      <p:cNvPicPr/>
                      <p:nvPr/>
                    </p:nvPicPr>
                    <p:blipFill>
                      <a:blip r:embed="rId2"/>
                      <a:stretch>
                        <a:fillRect/>
                      </a:stretch>
                    </p:blipFill>
                    <p:spPr>
                      <a:xfrm>
                        <a:off x="2771775" y="843915"/>
                        <a:ext cx="6021070" cy="4301490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sp>
        <p:nvSpPr>
          <p:cNvPr id="3" name="Rectangle 3"/>
          <p:cNvSpPr>
            <a:spLocks noChangeArrowheads="1"/>
          </p:cNvSpPr>
          <p:nvPr/>
        </p:nvSpPr>
        <p:spPr bwMode="auto">
          <a:xfrm>
            <a:off x="4643755" y="411480"/>
            <a:ext cx="2571115" cy="38798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lIns="68580" tIns="34290" rIns="68580" bIns="34290">
            <a:spAutoFit/>
          </a:bodyPr>
          <a:p>
            <a:pPr indent="342900" defTabSz="685800" eaLnBrk="0" hangingPunct="0">
              <a:lnSpc>
                <a:spcPct val="130000"/>
              </a:lnSpc>
              <a:buClr>
                <a:srgbClr val="00B050"/>
              </a:buClr>
            </a:pPr>
            <a:r>
              <a:rPr kumimoji="1" lang="zh-CN" altLang="en-US" sz="1600" b="1" dirty="0">
                <a:solidFill>
                  <a:srgbClr val="000000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某移动通信机房平面图</a:t>
            </a:r>
            <a:endParaRPr kumimoji="1" lang="zh-CN" altLang="en-US" sz="1600" b="1" dirty="0">
              <a:solidFill>
                <a:srgbClr val="000000"/>
              </a:solidFill>
              <a:latin typeface="楷体" panose="02010609060101010101" pitchFamily="49" charset="-122"/>
              <a:ea typeface="楷体" panose="02010609060101010101" pitchFamily="49" charset="-122"/>
            </a:endParaRPr>
          </a:p>
        </p:txBody>
      </p:sp>
      <p:sp>
        <p:nvSpPr>
          <p:cNvPr id="5" name="文本框 4"/>
          <p:cNvSpPr txBox="1"/>
          <p:nvPr/>
        </p:nvSpPr>
        <p:spPr>
          <a:xfrm>
            <a:off x="611505" y="2067560"/>
            <a:ext cx="1811020" cy="147637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 algn="l"/>
            <a:r>
              <a:rPr kumimoji="1" lang="zh-CN" altLang="en-US" dirty="0">
                <a:solidFill>
                  <a:srgbClr val="000000"/>
                </a:solidFill>
                <a:latin typeface="楷体" panose="02010609060101010101" pitchFamily="49" charset="-122"/>
                <a:ea typeface="楷体" panose="02010609060101010101" pitchFamily="49" charset="-122"/>
                <a:sym typeface="+mn-ea"/>
              </a:rPr>
              <a:t>正确解读图1-8机房设备平面图，并为不当之处提出改正意见</a:t>
            </a:r>
            <a:endParaRPr kumimoji="1" lang="zh-CN" altLang="en-US" dirty="0">
              <a:solidFill>
                <a:srgbClr val="000000"/>
              </a:solidFill>
              <a:latin typeface="楷体" panose="02010609060101010101" pitchFamily="49" charset="-122"/>
              <a:ea typeface="楷体" panose="02010609060101010101" pitchFamily="49" charset="-122"/>
            </a:endParaRPr>
          </a:p>
          <a:p>
            <a:endParaRPr lang="zh-CN" altLang="en-US"/>
          </a:p>
        </p:txBody>
      </p:sp>
    </p:spTree>
  </p:cSld>
  <p:clrMapOvr>
    <a:masterClrMapping/>
  </p:clrMapOvr>
  <p:transition spd="slow"/>
  <p:timing>
    <p:tnLst>
      <p:par>
        <p:cTn id="1" dur="indefinite" restart="never" nodeType="tmRoot"/>
      </p:par>
    </p:tnLst>
  </p:timing>
</p:sld>
</file>

<file path=ppt/tags/tag1.xml><?xml version="1.0" encoding="utf-8"?>
<p:tagLst xmlns:p="http://schemas.openxmlformats.org/presentationml/2006/main">
  <p:tag name="KSO_WM_UNIT_PLACING_PICTURE_USER_VIEWPORT" val="{&quot;height&quot;:8100,&quot;width&quot;:10800}"/>
</p:tagLst>
</file>

<file path=ppt/tags/tag2.xml><?xml version="1.0" encoding="utf-8"?>
<p:tagLst xmlns:p="http://schemas.openxmlformats.org/presentationml/2006/main">
  <p:tag name="KSO_WM_UNIT_TABLE_BEAUTIFY" val="smartTable{17346c1a-434f-4c5e-be5a-f728be3de765}"/>
</p:tagLst>
</file>

<file path=ppt/tags/tag3.xml><?xml version="1.0" encoding="utf-8"?>
<p:tagLst xmlns:p="http://schemas.openxmlformats.org/presentationml/2006/main">
  <p:tag name="COMMONDATA" val="eyJoZGlkIjoiZGFlNWRkNmVlMTQxOWJjOTRkYjEzOTE3MmJkY2Q1MWIifQ=="/>
  <p:tag name="commondata" val="eyJoZGlkIjoiYmQ3NjQxYmZmN2ZkODIxYWNiNTEzMzQyMTZmNzQ1MmMifQ=="/>
</p:tagLst>
</file>

<file path=ppt/theme/theme1.xml><?xml version="1.0" encoding="utf-8"?>
<a:theme xmlns:a="http://schemas.openxmlformats.org/drawingml/2006/main" name="chrome">
  <a:themeElements>
    <a:clrScheme name="Default Design 1">
      <a:dk1>
        <a:srgbClr val="000000"/>
      </a:dk1>
      <a:lt1>
        <a:srgbClr val="FDF58D"/>
      </a:lt1>
      <a:dk2>
        <a:srgbClr val="CC3300"/>
      </a:dk2>
      <a:lt2>
        <a:srgbClr val="808080"/>
      </a:lt2>
      <a:accent1>
        <a:srgbClr val="FF6161"/>
      </a:accent1>
      <a:accent2>
        <a:srgbClr val="FFC319"/>
      </a:accent2>
      <a:accent3>
        <a:srgbClr val="FEF9C5"/>
      </a:accent3>
      <a:accent4>
        <a:srgbClr val="000000"/>
      </a:accent4>
      <a:accent5>
        <a:srgbClr val="FFB7B7"/>
      </a:accent5>
      <a:accent6>
        <a:srgbClr val="E7B016"/>
      </a:accent6>
      <a:hlink>
        <a:srgbClr val="A8D02A"/>
      </a:hlink>
      <a:folHlink>
        <a:srgbClr val="5CB1FE"/>
      </a:folHlink>
    </a:clrScheme>
    <a:fontScheme name="Default Design">
      <a:majorFont>
        <a:latin typeface="Arial"/>
        <a:ea typeface=""/>
        <a:cs typeface=""/>
      </a:majorFont>
      <a:minorFont>
        <a:latin typeface="Arial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</a:spPr>
      <a:bodyPr vert="horz" wrap="none" lIns="91440" tIns="45720" rIns="91440" bIns="45720" numCol="1" anchor="ctr" anchorCtr="0" compatLnSpc="1"/>
      <a:lstStyle>
        <a:defPPr marL="0" marR="0" indent="0" algn="ctr" defTabSz="914400" rtl="0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defRPr kumimoji="0" lang="en-US" sz="18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Arial" panose="020B0604020202020204" pitchFamily="34" charset="0"/>
          </a:defRPr>
        </a:defPPr>
      </a:lstStyle>
    </a:spDef>
    <a:ln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</a:spPr>
      <a:bodyPr vert="horz" wrap="none" lIns="91440" tIns="45720" rIns="91440" bIns="45720" numCol="1" anchor="ctr" anchorCtr="0" compatLnSpc="1"/>
      <a:lstStyle>
        <a:defPPr marL="0" marR="0" indent="0" algn="ctr" defTabSz="914400" rtl="0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defRPr kumimoji="0" lang="en-US" sz="18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Arial" panose="020B0604020202020204" pitchFamily="34" charset="0"/>
          </a:defRPr>
        </a:defPPr>
      </a:lstStyle>
    </a:lnDef>
  </a:objectDefaults>
  <a:extraClrSchemeLst>
    <a:extraClrScheme>
      <a:clrScheme name="Default Design 1">
        <a:dk1>
          <a:srgbClr val="000000"/>
        </a:dk1>
        <a:lt1>
          <a:srgbClr val="FDF58D"/>
        </a:lt1>
        <a:dk2>
          <a:srgbClr val="CC3300"/>
        </a:dk2>
        <a:lt2>
          <a:srgbClr val="808080"/>
        </a:lt2>
        <a:accent1>
          <a:srgbClr val="FF6161"/>
        </a:accent1>
        <a:accent2>
          <a:srgbClr val="FFC319"/>
        </a:accent2>
        <a:accent3>
          <a:srgbClr val="FEF9C5"/>
        </a:accent3>
        <a:accent4>
          <a:srgbClr val="000000"/>
        </a:accent4>
        <a:accent5>
          <a:srgbClr val="FFB7B7"/>
        </a:accent5>
        <a:accent6>
          <a:srgbClr val="E7B016"/>
        </a:accent6>
        <a:hlink>
          <a:srgbClr val="A8D02A"/>
        </a:hlink>
        <a:folHlink>
          <a:srgbClr val="5CB1FE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2">
        <a:dk1>
          <a:srgbClr val="000000"/>
        </a:dk1>
        <a:lt1>
          <a:srgbClr val="E1F4D8"/>
        </a:lt1>
        <a:dk2>
          <a:srgbClr val="003366"/>
        </a:dk2>
        <a:lt2>
          <a:srgbClr val="808080"/>
        </a:lt2>
        <a:accent1>
          <a:srgbClr val="FFC319"/>
        </a:accent1>
        <a:accent2>
          <a:srgbClr val="A8D02A"/>
        </a:accent2>
        <a:accent3>
          <a:srgbClr val="EEF8E9"/>
        </a:accent3>
        <a:accent4>
          <a:srgbClr val="000000"/>
        </a:accent4>
        <a:accent5>
          <a:srgbClr val="FFDEAB"/>
        </a:accent5>
        <a:accent6>
          <a:srgbClr val="98BC25"/>
        </a:accent6>
        <a:hlink>
          <a:srgbClr val="5CB1FE"/>
        </a:hlink>
        <a:folHlink>
          <a:srgbClr val="FF6161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3">
        <a:dk1>
          <a:srgbClr val="000000"/>
        </a:dk1>
        <a:lt1>
          <a:srgbClr val="FEE9DE"/>
        </a:lt1>
        <a:dk2>
          <a:srgbClr val="000066"/>
        </a:dk2>
        <a:lt2>
          <a:srgbClr val="808080"/>
        </a:lt2>
        <a:accent1>
          <a:srgbClr val="5CB1FE"/>
        </a:accent1>
        <a:accent2>
          <a:srgbClr val="FF7575"/>
        </a:accent2>
        <a:accent3>
          <a:srgbClr val="FEF2EC"/>
        </a:accent3>
        <a:accent4>
          <a:srgbClr val="000000"/>
        </a:accent4>
        <a:accent5>
          <a:srgbClr val="B5D5FE"/>
        </a:accent5>
        <a:accent6>
          <a:srgbClr val="E76969"/>
        </a:accent6>
        <a:hlink>
          <a:srgbClr val="FFC319"/>
        </a:hlink>
        <a:folHlink>
          <a:srgbClr val="A8D02A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主题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主题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292TGp_silent night_light</Template>
  <TotalTime>0</TotalTime>
  <Words>4886</Words>
  <Application>WPS 演示</Application>
  <PresentationFormat>全屏显示(16:9)</PresentationFormat>
  <Paragraphs>454</Paragraphs>
  <Slides>55</Slides>
  <Notes>5</Notes>
  <HiddenSlides>0</HiddenSlides>
  <MMClips>0</MMClips>
  <ScaleCrop>false</ScaleCrop>
  <HeadingPairs>
    <vt:vector size="8" baseType="variant">
      <vt:variant>
        <vt:lpstr>已用的字体</vt:lpstr>
      </vt:variant>
      <vt:variant>
        <vt:i4>12</vt:i4>
      </vt:variant>
      <vt:variant>
        <vt:lpstr>主题</vt:lpstr>
      </vt:variant>
      <vt:variant>
        <vt:i4>1</vt:i4>
      </vt:variant>
      <vt:variant>
        <vt:lpstr>嵌入 OLE 服务器</vt:lpstr>
      </vt:variant>
      <vt:variant>
        <vt:i4>3</vt:i4>
      </vt:variant>
      <vt:variant>
        <vt:lpstr>幻灯片标题</vt:lpstr>
      </vt:variant>
      <vt:variant>
        <vt:i4>55</vt:i4>
      </vt:variant>
    </vt:vector>
  </HeadingPairs>
  <TitlesOfParts>
    <vt:vector size="71" baseType="lpstr">
      <vt:lpstr>Arial</vt:lpstr>
      <vt:lpstr>宋体</vt:lpstr>
      <vt:lpstr>Wingdings</vt:lpstr>
      <vt:lpstr>Arial Black</vt:lpstr>
      <vt:lpstr>Times New Roman</vt:lpstr>
      <vt:lpstr>华文新魏</vt:lpstr>
      <vt:lpstr>楷体</vt:lpstr>
      <vt:lpstr>微软雅黑</vt:lpstr>
      <vt:lpstr>黑体</vt:lpstr>
      <vt:lpstr>Arial Unicode MS</vt:lpstr>
      <vt:lpstr>Calibri</vt:lpstr>
      <vt:lpstr>华文楷体</vt:lpstr>
      <vt:lpstr>chrome</vt:lpstr>
      <vt:lpstr>AutoCAD.Drawing.16</vt:lpstr>
      <vt:lpstr>Equation.3</vt:lpstr>
      <vt:lpstr>Visio.Drawing.11</vt:lpstr>
      <vt:lpstr>PowerPoint 演示文稿</vt:lpstr>
      <vt:lpstr>通信工程制图要求及图纸识读</vt:lpstr>
      <vt:lpstr>PowerPoint 演示文稿</vt:lpstr>
      <vt:lpstr>PowerPoint 演示文稿</vt:lpstr>
      <vt:lpstr>1、通信工程制图的总体要求</vt:lpstr>
      <vt:lpstr>1、通信工程制图的总体要求</vt:lpstr>
      <vt:lpstr>2、通信工程制图的统一规定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3、常用图形符号（图例）</vt:lpstr>
      <vt:lpstr>3、常用图形符号（图例）</vt:lpstr>
      <vt:lpstr>3、常用图形符号（图例）</vt:lpstr>
      <vt:lpstr>3、常用图形符号（图例）</vt:lpstr>
      <vt:lpstr>PowerPoint 演示文稿</vt:lpstr>
      <vt:lpstr>PowerPoint 演示文稿</vt:lpstr>
      <vt:lpstr>PowerPoint 演示文稿</vt:lpstr>
      <vt:lpstr>PowerPoint 演示文稿</vt:lpstr>
    </vt:vector>
  </TitlesOfParts>
  <Company>chances</Company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ThemeGallery  Power Template</dc:title>
  <dc:creator>j</dc:creator>
  <cp:lastModifiedBy>WPS_1756649582</cp:lastModifiedBy>
  <cp:revision>96</cp:revision>
  <dcterms:created xsi:type="dcterms:W3CDTF">2007-07-24T14:55:00Z</dcterms:created>
  <dcterms:modified xsi:type="dcterms:W3CDTF">2025-09-05T03:51:08Z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ICV">
    <vt:lpwstr>5EA6EA37E5A0431DB488453B77133D9D_13</vt:lpwstr>
  </property>
  <property fmtid="{D5CDD505-2E9C-101B-9397-08002B2CF9AE}" pid="3" name="KSOProductBuildVer">
    <vt:lpwstr>2052-12.1.0.22529</vt:lpwstr>
  </property>
</Properties>
</file>