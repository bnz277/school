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665" r:id="rId3"/>
    <p:sldId id="714" r:id="rId5"/>
    <p:sldId id="681" r:id="rId6"/>
    <p:sldId id="713" r:id="rId7"/>
    <p:sldId id="715" r:id="rId8"/>
    <p:sldId id="716" r:id="rId9"/>
    <p:sldId id="727" r:id="rId10"/>
    <p:sldId id="728" r:id="rId11"/>
    <p:sldId id="717" r:id="rId12"/>
    <p:sldId id="718" r:id="rId13"/>
    <p:sldId id="719" r:id="rId14"/>
    <p:sldId id="721" r:id="rId15"/>
    <p:sldId id="722" r:id="rId16"/>
  </p:sldIdLst>
  <p:sldSz cx="9144000" cy="5143500" type="screen16x9"/>
  <p:notesSz cx="6858000" cy="9144000"/>
  <p:custDataLst>
    <p:tags r:id="rId20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8F8"/>
    <a:srgbClr val="B2D2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89" autoAdjust="0"/>
    <p:restoredTop sz="96133" autoAdjust="0"/>
  </p:normalViewPr>
  <p:slideViewPr>
    <p:cSldViewPr showGuides="1">
      <p:cViewPr varScale="1">
        <p:scale>
          <a:sx n="86" d="100"/>
          <a:sy n="86" d="100"/>
        </p:scale>
        <p:origin x="-504" y="-372"/>
      </p:cViewPr>
      <p:guideLst>
        <p:guide orient="horz" pos="1620"/>
        <p:guide pos="340"/>
        <p:guide pos="5472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4" d="100"/>
        <a:sy n="64" d="100"/>
      </p:scale>
      <p:origin x="0" y="295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gs" Target="tags/tag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EA87550A-199E-42E0-B585-690E6C86E0DD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smtClean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 smtClean="0"/>
              <a:t>单击此处编辑母版文本样式</a:t>
            </a:r>
            <a:endParaRPr lang="zh-CN" altLang="en-US" noProof="0" smtClean="0"/>
          </a:p>
          <a:p>
            <a:pPr lvl="1"/>
            <a:r>
              <a:rPr lang="zh-CN" altLang="en-US" noProof="0" smtClean="0"/>
              <a:t>第二级</a:t>
            </a:r>
            <a:endParaRPr lang="zh-CN" altLang="en-US" noProof="0" smtClean="0"/>
          </a:p>
          <a:p>
            <a:pPr lvl="2"/>
            <a:r>
              <a:rPr lang="zh-CN" altLang="en-US" noProof="0" smtClean="0"/>
              <a:t>第三级</a:t>
            </a:r>
            <a:endParaRPr lang="zh-CN" altLang="en-US" noProof="0" smtClean="0"/>
          </a:p>
          <a:p>
            <a:pPr lvl="3"/>
            <a:r>
              <a:rPr lang="zh-CN" altLang="en-US" noProof="0" smtClean="0"/>
              <a:t>第四级</a:t>
            </a:r>
            <a:endParaRPr lang="zh-CN" altLang="en-US" noProof="0" smtClean="0"/>
          </a:p>
          <a:p>
            <a:pPr lvl="4"/>
            <a:r>
              <a:rPr lang="zh-CN" altLang="en-US" noProof="0" smtClean="0"/>
              <a:t>第五级</a:t>
            </a:r>
            <a:endParaRPr lang="zh-CN" altLang="en-US" noProof="0"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A31C1387-779F-4F38-A916-09BAC98A989E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BA1CCFC-D8A8-4C82-A7ED-6685B60DEEA3}" type="slidenum">
              <a:rPr lang="en-US" altLang="zh-CN" smtClean="0">
                <a:solidFill>
                  <a:srgbClr val="000000"/>
                </a:solidFill>
              </a:rPr>
            </a:fld>
            <a:endParaRPr lang="en-US" altLang="zh-CN" smtClean="0">
              <a:solidFill>
                <a:srgbClr val="000000"/>
              </a:solidFill>
            </a:endParaRPr>
          </a:p>
        </p:txBody>
      </p:sp>
      <p:sp>
        <p:nvSpPr>
          <p:cNvPr id="260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010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57175" indent="-257175" defTabSz="685800" eaLnBrk="0" hangingPunct="0">
              <a:lnSpc>
                <a:spcPct val="200000"/>
              </a:lnSpc>
              <a:buClr>
                <a:srgbClr val="00B050"/>
              </a:buClr>
              <a:buFont typeface="Wingdings" panose="05000000000000000000" pitchFamily="2" charset="2"/>
              <a:buChar char="u"/>
            </a:pPr>
            <a:r>
              <a:rPr kumimoji="1" lang="zh-CN" altLang="en-US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理解和掌握通信工程制图的</a:t>
            </a:r>
            <a:r>
              <a:rPr kumimoji="1" lang="zh-CN" altLang="en-US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总体要求和统一</a:t>
            </a:r>
            <a:r>
              <a:rPr kumimoji="1" lang="zh-CN" altLang="en-US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规定。</a:t>
            </a:r>
            <a:endParaRPr kumimoji="1" lang="zh-CN" altLang="en-US" dirty="0" smtClean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57175" indent="-257175" defTabSz="685800" eaLnBrk="0" hangingPunct="0">
              <a:lnSpc>
                <a:spcPct val="200000"/>
              </a:lnSpc>
              <a:buClr>
                <a:srgbClr val="00B050"/>
              </a:buClr>
              <a:buFont typeface="Wingdings" panose="05000000000000000000" pitchFamily="2" charset="2"/>
              <a:buChar char="u"/>
            </a:pPr>
            <a:r>
              <a:rPr kumimoji="1" lang="zh-CN" altLang="en-US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掌握通信工程制图中的常用</a:t>
            </a:r>
            <a:r>
              <a:rPr kumimoji="1" lang="zh-CN" altLang="en-US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图例</a:t>
            </a:r>
            <a:r>
              <a:rPr kumimoji="1" lang="zh-CN" altLang="en-US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及含义。</a:t>
            </a:r>
            <a:endParaRPr kumimoji="1" lang="zh-CN" altLang="en-US" dirty="0" smtClean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31C1387-779F-4F38-A916-09BAC98A989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0"/>
          <p:cNvSpPr/>
          <p:nvPr/>
        </p:nvSpPr>
        <p:spPr bwMode="gray">
          <a:xfrm>
            <a:off x="0" y="4537075"/>
            <a:ext cx="2762250" cy="606425"/>
          </a:xfrm>
          <a:custGeom>
            <a:avLst/>
            <a:gdLst>
              <a:gd name="T0" fmla="*/ 0 w 1740"/>
              <a:gd name="T1" fmla="*/ 0 h 510"/>
              <a:gd name="T2" fmla="*/ 0 w 1740"/>
              <a:gd name="T3" fmla="*/ 606425 h 510"/>
              <a:gd name="T4" fmla="*/ 2762250 w 1740"/>
              <a:gd name="T5" fmla="*/ 606425 h 510"/>
              <a:gd name="T6" fmla="*/ 2532063 w 1740"/>
              <a:gd name="T7" fmla="*/ 35672 h 510"/>
              <a:gd name="T8" fmla="*/ 0 w 1740"/>
              <a:gd name="T9" fmla="*/ 0 h 51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740" h="510">
                <a:moveTo>
                  <a:pt x="0" y="0"/>
                </a:moveTo>
                <a:lnTo>
                  <a:pt x="0" y="510"/>
                </a:lnTo>
                <a:cubicBezTo>
                  <a:pt x="0" y="510"/>
                  <a:pt x="870" y="510"/>
                  <a:pt x="1740" y="510"/>
                </a:cubicBezTo>
                <a:cubicBezTo>
                  <a:pt x="1650" y="258"/>
                  <a:pt x="1595" y="30"/>
                  <a:pt x="1595" y="30"/>
                </a:cubicBezTo>
                <a:cubicBezTo>
                  <a:pt x="798" y="54"/>
                  <a:pt x="0" y="0"/>
                  <a:pt x="0" y="0"/>
                </a:cubicBezTo>
                <a:close/>
              </a:path>
            </a:pathLst>
          </a:cu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Freeform 41"/>
          <p:cNvSpPr/>
          <p:nvPr/>
        </p:nvSpPr>
        <p:spPr bwMode="gray">
          <a:xfrm>
            <a:off x="2590800" y="3529013"/>
            <a:ext cx="6400800" cy="1614487"/>
          </a:xfrm>
          <a:custGeom>
            <a:avLst/>
            <a:gdLst>
              <a:gd name="T0" fmla="*/ 1771650 w 4032"/>
              <a:gd name="T1" fmla="*/ 0 h 1356"/>
              <a:gd name="T2" fmla="*/ 6096000 w 4032"/>
              <a:gd name="T3" fmla="*/ 757237 h 1356"/>
              <a:gd name="T4" fmla="*/ 6400800 w 4032"/>
              <a:gd name="T5" fmla="*/ 1614487 h 1356"/>
              <a:gd name="T6" fmla="*/ 457200 w 4032"/>
              <a:gd name="T7" fmla="*/ 1614487 h 1356"/>
              <a:gd name="T8" fmla="*/ 0 w 4032"/>
              <a:gd name="T9" fmla="*/ 985837 h 1356"/>
              <a:gd name="T10" fmla="*/ 1771650 w 4032"/>
              <a:gd name="T11" fmla="*/ 0 h 135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4032" h="1356">
                <a:moveTo>
                  <a:pt x="1116" y="0"/>
                </a:moveTo>
                <a:cubicBezTo>
                  <a:pt x="2370" y="1254"/>
                  <a:pt x="3840" y="636"/>
                  <a:pt x="3840" y="636"/>
                </a:cubicBezTo>
                <a:cubicBezTo>
                  <a:pt x="4032" y="966"/>
                  <a:pt x="4032" y="1356"/>
                  <a:pt x="4032" y="1356"/>
                </a:cubicBezTo>
                <a:cubicBezTo>
                  <a:pt x="4032" y="1356"/>
                  <a:pt x="2160" y="1356"/>
                  <a:pt x="288" y="1356"/>
                </a:cubicBezTo>
                <a:cubicBezTo>
                  <a:pt x="120" y="1140"/>
                  <a:pt x="0" y="828"/>
                  <a:pt x="0" y="828"/>
                </a:cubicBezTo>
                <a:lnTo>
                  <a:pt x="1116" y="0"/>
                </a:lnTo>
                <a:close/>
              </a:path>
            </a:pathLst>
          </a:cu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Freeform 42"/>
          <p:cNvSpPr/>
          <p:nvPr/>
        </p:nvSpPr>
        <p:spPr bwMode="gray">
          <a:xfrm>
            <a:off x="4400550" y="585788"/>
            <a:ext cx="4743450" cy="3786187"/>
          </a:xfrm>
          <a:custGeom>
            <a:avLst/>
            <a:gdLst>
              <a:gd name="T0" fmla="*/ 809625 w 2988"/>
              <a:gd name="T1" fmla="*/ 1307306 h 3180"/>
              <a:gd name="T2" fmla="*/ 3619500 w 2988"/>
              <a:gd name="T3" fmla="*/ 0 h 3180"/>
              <a:gd name="T4" fmla="*/ 4743450 w 2988"/>
              <a:gd name="T5" fmla="*/ 407194 h 3180"/>
              <a:gd name="T6" fmla="*/ 4743450 w 2988"/>
              <a:gd name="T7" fmla="*/ 3300412 h 3180"/>
              <a:gd name="T8" fmla="*/ 2305050 w 2988"/>
              <a:gd name="T9" fmla="*/ 3643312 h 3180"/>
              <a:gd name="T10" fmla="*/ 0 w 2988"/>
              <a:gd name="T11" fmla="*/ 2864643 h 3180"/>
              <a:gd name="T12" fmla="*/ 809625 w 2988"/>
              <a:gd name="T13" fmla="*/ 1307306 h 318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988" h="3180">
                <a:moveTo>
                  <a:pt x="510" y="1098"/>
                </a:moveTo>
                <a:cubicBezTo>
                  <a:pt x="1710" y="840"/>
                  <a:pt x="2280" y="0"/>
                  <a:pt x="2280" y="0"/>
                </a:cubicBezTo>
                <a:cubicBezTo>
                  <a:pt x="2700" y="96"/>
                  <a:pt x="2988" y="342"/>
                  <a:pt x="2988" y="342"/>
                </a:cubicBezTo>
                <a:lnTo>
                  <a:pt x="2988" y="2772"/>
                </a:lnTo>
                <a:cubicBezTo>
                  <a:pt x="2988" y="2772"/>
                  <a:pt x="2202" y="3180"/>
                  <a:pt x="1452" y="3060"/>
                </a:cubicBezTo>
                <a:cubicBezTo>
                  <a:pt x="636" y="2940"/>
                  <a:pt x="0" y="2406"/>
                  <a:pt x="0" y="2406"/>
                </a:cubicBezTo>
                <a:lnTo>
                  <a:pt x="510" y="109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Freeform 43"/>
          <p:cNvSpPr/>
          <p:nvPr/>
        </p:nvSpPr>
        <p:spPr bwMode="gray">
          <a:xfrm>
            <a:off x="4800600" y="0"/>
            <a:ext cx="3276600" cy="1808163"/>
          </a:xfrm>
          <a:custGeom>
            <a:avLst/>
            <a:gdLst>
              <a:gd name="T0" fmla="*/ 0 w 2064"/>
              <a:gd name="T1" fmla="*/ 0 h 1518"/>
              <a:gd name="T2" fmla="*/ 438150 w 2064"/>
              <a:gd name="T3" fmla="*/ 1808163 h 1518"/>
              <a:gd name="T4" fmla="*/ 3276600 w 2064"/>
              <a:gd name="T5" fmla="*/ 0 h 1518"/>
              <a:gd name="T6" fmla="*/ 0 w 2064"/>
              <a:gd name="T7" fmla="*/ 0 h 1518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064" h="1518">
                <a:moveTo>
                  <a:pt x="0" y="0"/>
                </a:moveTo>
                <a:cubicBezTo>
                  <a:pt x="0" y="0"/>
                  <a:pt x="138" y="759"/>
                  <a:pt x="276" y="1518"/>
                </a:cubicBezTo>
                <a:cubicBezTo>
                  <a:pt x="1518" y="1194"/>
                  <a:pt x="2064" y="0"/>
                  <a:pt x="2064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Freeform 79"/>
          <p:cNvSpPr/>
          <p:nvPr/>
        </p:nvSpPr>
        <p:spPr bwMode="gray">
          <a:xfrm>
            <a:off x="0" y="0"/>
            <a:ext cx="6583363" cy="5451475"/>
          </a:xfrm>
          <a:custGeom>
            <a:avLst/>
            <a:gdLst>
              <a:gd name="T0" fmla="*/ 0 w 4014"/>
              <a:gd name="T1" fmla="*/ 0 h 4455"/>
              <a:gd name="T2" fmla="*/ 5924043 w 4014"/>
              <a:gd name="T3" fmla="*/ 0 h 4455"/>
              <a:gd name="T4" fmla="*/ 5284403 w 4014"/>
              <a:gd name="T5" fmla="*/ 3722421 h 4455"/>
              <a:gd name="T6" fmla="*/ 0 w 4014"/>
              <a:gd name="T7" fmla="*/ 4581442 h 4455"/>
              <a:gd name="T8" fmla="*/ 0 w 4014"/>
              <a:gd name="T9" fmla="*/ 0 h 44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014" h="4455">
                <a:moveTo>
                  <a:pt x="0" y="0"/>
                </a:moveTo>
                <a:lnTo>
                  <a:pt x="3612" y="0"/>
                </a:lnTo>
                <a:cubicBezTo>
                  <a:pt x="4014" y="984"/>
                  <a:pt x="3812" y="2307"/>
                  <a:pt x="3222" y="3042"/>
                </a:cubicBezTo>
                <a:cubicBezTo>
                  <a:pt x="1988" y="4455"/>
                  <a:pt x="0" y="3744"/>
                  <a:pt x="0" y="3744"/>
                </a:cubicBez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Freeform 45"/>
          <p:cNvSpPr/>
          <p:nvPr/>
        </p:nvSpPr>
        <p:spPr bwMode="gray">
          <a:xfrm>
            <a:off x="0" y="0"/>
            <a:ext cx="6372225" cy="530383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3612" y="0"/>
              </a:cxn>
              <a:cxn ang="0">
                <a:pos x="3222" y="3042"/>
              </a:cxn>
              <a:cxn ang="0">
                <a:pos x="0" y="3744"/>
              </a:cxn>
              <a:cxn ang="0">
                <a:pos x="0" y="0"/>
              </a:cxn>
            </a:cxnLst>
            <a:rect l="0" t="0" r="r" b="b"/>
            <a:pathLst>
              <a:path w="4014" h="4455">
                <a:moveTo>
                  <a:pt x="0" y="0"/>
                </a:moveTo>
                <a:lnTo>
                  <a:pt x="3612" y="0"/>
                </a:lnTo>
                <a:cubicBezTo>
                  <a:pt x="4014" y="984"/>
                  <a:pt x="3812" y="2307"/>
                  <a:pt x="3222" y="3042"/>
                </a:cubicBezTo>
                <a:cubicBezTo>
                  <a:pt x="1988" y="4455"/>
                  <a:pt x="0" y="3744"/>
                  <a:pt x="0" y="3744"/>
                </a:cubicBez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chemeClr val="bg1">
                  <a:gamma/>
                  <a:tint val="25490"/>
                  <a:invGamma/>
                </a:schemeClr>
              </a:gs>
              <a:gs pos="100000">
                <a:schemeClr val="bg1"/>
              </a:gs>
            </a:gsLst>
            <a:lin ang="2700000" scaled="1"/>
          </a:gradFill>
          <a:ln w="9525">
            <a:noFill/>
            <a:rou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10" name="Line 47"/>
          <p:cNvSpPr>
            <a:spLocks noChangeShapeType="1"/>
          </p:cNvSpPr>
          <p:nvPr/>
        </p:nvSpPr>
        <p:spPr bwMode="gray">
          <a:xfrm>
            <a:off x="250825" y="1588"/>
            <a:ext cx="0" cy="4511675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</a:ln>
          <a:effectLst>
            <a:outerShdw dist="17961" dir="2700000" algn="ctr" rotWithShape="0">
              <a:schemeClr val="accent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Line 48"/>
          <p:cNvSpPr>
            <a:spLocks noChangeShapeType="1"/>
          </p:cNvSpPr>
          <p:nvPr/>
        </p:nvSpPr>
        <p:spPr bwMode="gray">
          <a:xfrm>
            <a:off x="1293813" y="1588"/>
            <a:ext cx="0" cy="4654550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</a:ln>
          <a:effectLst>
            <a:outerShdw dist="17961" dir="2700000" algn="ctr" rotWithShape="0">
              <a:schemeClr val="accent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Line 49"/>
          <p:cNvSpPr>
            <a:spLocks noChangeShapeType="1"/>
          </p:cNvSpPr>
          <p:nvPr/>
        </p:nvSpPr>
        <p:spPr bwMode="gray">
          <a:xfrm>
            <a:off x="2338388" y="1588"/>
            <a:ext cx="0" cy="4637087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</a:ln>
          <a:effectLst>
            <a:outerShdw dist="17961" dir="2700000" algn="ctr" rotWithShape="0">
              <a:schemeClr val="accent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Line 50"/>
          <p:cNvSpPr>
            <a:spLocks noChangeShapeType="1"/>
          </p:cNvSpPr>
          <p:nvPr/>
        </p:nvSpPr>
        <p:spPr bwMode="gray">
          <a:xfrm>
            <a:off x="3382963" y="1588"/>
            <a:ext cx="0" cy="4478337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</a:ln>
          <a:effectLst>
            <a:outerShdw dist="17961" dir="2700000" algn="ctr" rotWithShape="0">
              <a:schemeClr val="accent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Line 51"/>
          <p:cNvSpPr>
            <a:spLocks noChangeShapeType="1"/>
          </p:cNvSpPr>
          <p:nvPr/>
        </p:nvSpPr>
        <p:spPr bwMode="gray">
          <a:xfrm>
            <a:off x="4427538" y="1588"/>
            <a:ext cx="0" cy="4087812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</a:ln>
          <a:effectLst>
            <a:outerShdw dist="17961" dir="2700000" algn="ctr" rotWithShape="0">
              <a:schemeClr val="accent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Line 53"/>
          <p:cNvSpPr>
            <a:spLocks noChangeShapeType="1"/>
          </p:cNvSpPr>
          <p:nvPr/>
        </p:nvSpPr>
        <p:spPr bwMode="gray">
          <a:xfrm rot="5400000">
            <a:off x="2913063" y="-2717800"/>
            <a:ext cx="0" cy="5813425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</a:ln>
          <a:effectLst>
            <a:outerShdw dist="17961" dir="2700000" algn="ctr" rotWithShape="0">
              <a:schemeClr val="accent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Line 54"/>
          <p:cNvSpPr>
            <a:spLocks noChangeShapeType="1"/>
          </p:cNvSpPr>
          <p:nvPr/>
        </p:nvSpPr>
        <p:spPr bwMode="gray">
          <a:xfrm rot="5400000">
            <a:off x="3006725" y="-2011362"/>
            <a:ext cx="0" cy="6000750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</a:ln>
          <a:effectLst>
            <a:outerShdw dist="17961" dir="2700000" algn="ctr" rotWithShape="0">
              <a:schemeClr val="accent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Line 55"/>
          <p:cNvSpPr>
            <a:spLocks noChangeShapeType="1"/>
          </p:cNvSpPr>
          <p:nvPr/>
        </p:nvSpPr>
        <p:spPr bwMode="gray">
          <a:xfrm rot="5400000">
            <a:off x="3011488" y="-1217613"/>
            <a:ext cx="0" cy="6010275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</a:ln>
          <a:effectLst>
            <a:outerShdw dist="17961" dir="2700000" algn="ctr" rotWithShape="0">
              <a:schemeClr val="accent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Line 56"/>
          <p:cNvSpPr>
            <a:spLocks noChangeShapeType="1"/>
          </p:cNvSpPr>
          <p:nvPr/>
        </p:nvSpPr>
        <p:spPr bwMode="gray">
          <a:xfrm rot="5400000">
            <a:off x="2907507" y="-313532"/>
            <a:ext cx="0" cy="5802313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</a:ln>
          <a:effectLst>
            <a:outerShdw dist="17961" dir="2700000" algn="ctr" rotWithShape="0">
              <a:schemeClr val="accent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Line 57"/>
          <p:cNvSpPr>
            <a:spLocks noChangeShapeType="1"/>
          </p:cNvSpPr>
          <p:nvPr/>
        </p:nvSpPr>
        <p:spPr bwMode="gray">
          <a:xfrm rot="5400000">
            <a:off x="2666207" y="726281"/>
            <a:ext cx="0" cy="5319713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</a:ln>
          <a:effectLst>
            <a:outerShdw dist="17961" dir="2700000" algn="ctr" rotWithShape="0">
              <a:schemeClr val="accent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Line 58"/>
          <p:cNvSpPr>
            <a:spLocks noChangeShapeType="1"/>
          </p:cNvSpPr>
          <p:nvPr/>
        </p:nvSpPr>
        <p:spPr bwMode="gray">
          <a:xfrm rot="5400000">
            <a:off x="2115344" y="2077244"/>
            <a:ext cx="0" cy="4217988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</a:ln>
          <a:effectLst>
            <a:outerShdw dist="17961" dir="2700000" algn="ctr" rotWithShape="0">
              <a:schemeClr val="accent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Rectangle 59"/>
          <p:cNvSpPr>
            <a:spLocks noChangeArrowheads="1"/>
          </p:cNvSpPr>
          <p:nvPr/>
        </p:nvSpPr>
        <p:spPr bwMode="gray">
          <a:xfrm>
            <a:off x="2362200" y="207963"/>
            <a:ext cx="1012825" cy="769937"/>
          </a:xfrm>
          <a:prstGeom prst="rect">
            <a:avLst/>
          </a:prstGeom>
          <a:solidFill>
            <a:srgbClr val="FFFFFF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Rectangle 60"/>
          <p:cNvSpPr>
            <a:spLocks noChangeArrowheads="1"/>
          </p:cNvSpPr>
          <p:nvPr/>
        </p:nvSpPr>
        <p:spPr bwMode="gray">
          <a:xfrm>
            <a:off x="285750" y="1820863"/>
            <a:ext cx="1012825" cy="768350"/>
          </a:xfrm>
          <a:prstGeom prst="rect">
            <a:avLst/>
          </a:prstGeom>
          <a:solidFill>
            <a:srgbClr val="FFFFFF">
              <a:alpha val="3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" name="Rectangle 61"/>
          <p:cNvSpPr>
            <a:spLocks noChangeArrowheads="1"/>
          </p:cNvSpPr>
          <p:nvPr/>
        </p:nvSpPr>
        <p:spPr bwMode="gray">
          <a:xfrm>
            <a:off x="0" y="203200"/>
            <a:ext cx="250825" cy="769938"/>
          </a:xfrm>
          <a:prstGeom prst="rect">
            <a:avLst/>
          </a:prstGeom>
          <a:solidFill>
            <a:srgbClr val="FFFFFF">
              <a:alpha val="3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" name="Rectangle 62"/>
          <p:cNvSpPr>
            <a:spLocks noChangeArrowheads="1"/>
          </p:cNvSpPr>
          <p:nvPr/>
        </p:nvSpPr>
        <p:spPr bwMode="gray">
          <a:xfrm>
            <a:off x="1331913" y="1588"/>
            <a:ext cx="1012825" cy="176212"/>
          </a:xfrm>
          <a:prstGeom prst="rect">
            <a:avLst/>
          </a:prstGeom>
          <a:solidFill>
            <a:srgbClr val="FFFFFF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" name="Freeform 64"/>
          <p:cNvSpPr/>
          <p:nvPr/>
        </p:nvSpPr>
        <p:spPr bwMode="gray">
          <a:xfrm>
            <a:off x="2365375" y="3406775"/>
            <a:ext cx="1009650" cy="774700"/>
          </a:xfrm>
          <a:custGeom>
            <a:avLst/>
            <a:gdLst>
              <a:gd name="T0" fmla="*/ 0 w 636"/>
              <a:gd name="T1" fmla="*/ 0 h 651"/>
              <a:gd name="T2" fmla="*/ 0 w 636"/>
              <a:gd name="T3" fmla="*/ 767560 h 651"/>
              <a:gd name="T4" fmla="*/ 1009650 w 636"/>
              <a:gd name="T5" fmla="*/ 774700 h 651"/>
              <a:gd name="T6" fmla="*/ 1003300 w 636"/>
              <a:gd name="T7" fmla="*/ 0 h 651"/>
              <a:gd name="T8" fmla="*/ 0 w 636"/>
              <a:gd name="T9" fmla="*/ 0 h 65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636" h="651">
                <a:moveTo>
                  <a:pt x="0" y="0"/>
                </a:moveTo>
                <a:lnTo>
                  <a:pt x="0" y="645"/>
                </a:lnTo>
                <a:lnTo>
                  <a:pt x="636" y="651"/>
                </a:lnTo>
                <a:lnTo>
                  <a:pt x="632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3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Rectangle 31"/>
          <p:cNvSpPr>
            <a:spLocks noChangeArrowheads="1"/>
          </p:cNvSpPr>
          <p:nvPr/>
        </p:nvSpPr>
        <p:spPr bwMode="gray">
          <a:xfrm>
            <a:off x="285750" y="1827213"/>
            <a:ext cx="1012825" cy="768350"/>
          </a:xfrm>
          <a:prstGeom prst="rect">
            <a:avLst/>
          </a:prstGeom>
          <a:solidFill>
            <a:srgbClr val="FFFFFF">
              <a:alpha val="3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" name="Text Box 38"/>
          <p:cNvSpPr txBox="1">
            <a:spLocks noChangeArrowheads="1"/>
          </p:cNvSpPr>
          <p:nvPr/>
        </p:nvSpPr>
        <p:spPr bwMode="gray">
          <a:xfrm>
            <a:off x="333375" y="3535363"/>
            <a:ext cx="131445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200" smtClean="0">
                <a:latin typeface="Arial Black" panose="020B0A04020102020204" pitchFamily="34" charset="0"/>
              </a:rPr>
              <a:t>L/O/G/O</a:t>
            </a:r>
            <a:endParaRPr lang="en-US" altLang="zh-CN" sz="2200" smtClean="0">
              <a:latin typeface="Arial Black" panose="020B0A04020102020204" pitchFamily="34" charset="0"/>
            </a:endParaRPr>
          </a:p>
        </p:txBody>
      </p:sp>
      <p:grpSp>
        <p:nvGrpSpPr>
          <p:cNvPr id="28" name="Group 71"/>
          <p:cNvGrpSpPr/>
          <p:nvPr/>
        </p:nvGrpSpPr>
        <p:grpSpPr bwMode="auto">
          <a:xfrm>
            <a:off x="8077200" y="0"/>
            <a:ext cx="1076325" cy="5143500"/>
            <a:chOff x="5088" y="0"/>
            <a:chExt cx="678" cy="4320"/>
          </a:xfrm>
        </p:grpSpPr>
        <p:sp>
          <p:nvSpPr>
            <p:cNvPr id="29" name="Freeform 66"/>
            <p:cNvSpPr/>
            <p:nvPr userDrawn="1"/>
          </p:nvSpPr>
          <p:spPr bwMode="gray">
            <a:xfrm>
              <a:off x="5088" y="0"/>
              <a:ext cx="672" cy="702"/>
            </a:xfrm>
            <a:custGeom>
              <a:avLst/>
              <a:gdLst>
                <a:gd name="T0" fmla="*/ 0 w 672"/>
                <a:gd name="T1" fmla="*/ 421 h 720"/>
                <a:gd name="T2" fmla="*/ 288 w 672"/>
                <a:gd name="T3" fmla="*/ 0 h 720"/>
                <a:gd name="T4" fmla="*/ 672 w 672"/>
                <a:gd name="T5" fmla="*/ 0 h 720"/>
                <a:gd name="T6" fmla="*/ 672 w 672"/>
                <a:gd name="T7" fmla="*/ 702 h 720"/>
                <a:gd name="T8" fmla="*/ 0 w 672"/>
                <a:gd name="T9" fmla="*/ 421 h 7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72" h="720">
                  <a:moveTo>
                    <a:pt x="0" y="432"/>
                  </a:moveTo>
                  <a:cubicBezTo>
                    <a:pt x="186" y="216"/>
                    <a:pt x="288" y="0"/>
                    <a:pt x="288" y="0"/>
                  </a:cubicBezTo>
                  <a:lnTo>
                    <a:pt x="672" y="0"/>
                  </a:lnTo>
                  <a:lnTo>
                    <a:pt x="672" y="720"/>
                  </a:lnTo>
                  <a:cubicBezTo>
                    <a:pt x="672" y="720"/>
                    <a:pt x="384" y="516"/>
                    <a:pt x="0" y="432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Freeform 67"/>
            <p:cNvSpPr/>
            <p:nvPr userDrawn="1"/>
          </p:nvSpPr>
          <p:spPr bwMode="gray">
            <a:xfrm>
              <a:off x="5602" y="3496"/>
              <a:ext cx="164" cy="824"/>
            </a:xfrm>
            <a:custGeom>
              <a:avLst/>
              <a:gdLst>
                <a:gd name="T0" fmla="*/ 159 w 212"/>
                <a:gd name="T1" fmla="*/ 0 h 824"/>
                <a:gd name="T2" fmla="*/ 0 w 212"/>
                <a:gd name="T3" fmla="*/ 82 h 824"/>
                <a:gd name="T4" fmla="*/ 130 w 212"/>
                <a:gd name="T5" fmla="*/ 824 h 824"/>
                <a:gd name="T6" fmla="*/ 164 w 212"/>
                <a:gd name="T7" fmla="*/ 822 h 824"/>
                <a:gd name="T8" fmla="*/ 159 w 212"/>
                <a:gd name="T9" fmla="*/ 0 h 8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2" h="824">
                  <a:moveTo>
                    <a:pt x="206" y="0"/>
                  </a:moveTo>
                  <a:cubicBezTo>
                    <a:pt x="104" y="54"/>
                    <a:pt x="0" y="82"/>
                    <a:pt x="0" y="82"/>
                  </a:cubicBezTo>
                  <a:cubicBezTo>
                    <a:pt x="0" y="82"/>
                    <a:pt x="148" y="378"/>
                    <a:pt x="168" y="824"/>
                  </a:cubicBezTo>
                  <a:lnTo>
                    <a:pt x="212" y="822"/>
                  </a:lnTo>
                  <a:cubicBezTo>
                    <a:pt x="212" y="822"/>
                    <a:pt x="209" y="411"/>
                    <a:pt x="206" y="0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1" name="Rectangle 80"/>
          <p:cNvSpPr>
            <a:spLocks noChangeArrowheads="1"/>
          </p:cNvSpPr>
          <p:nvPr/>
        </p:nvSpPr>
        <p:spPr bwMode="gray">
          <a:xfrm>
            <a:off x="5495925" y="1000125"/>
            <a:ext cx="660400" cy="769938"/>
          </a:xfrm>
          <a:prstGeom prst="rect">
            <a:avLst/>
          </a:prstGeom>
          <a:solidFill>
            <a:srgbClr val="FFFFFF">
              <a:alpha val="3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" name="Line 81"/>
          <p:cNvSpPr>
            <a:spLocks noChangeShapeType="1"/>
          </p:cNvSpPr>
          <p:nvPr/>
        </p:nvSpPr>
        <p:spPr bwMode="gray">
          <a:xfrm>
            <a:off x="5480050" y="1588"/>
            <a:ext cx="0" cy="3178175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</a:ln>
          <a:effectLst>
            <a:outerShdw dist="17961" dir="2700000" algn="ctr" rotWithShape="0">
              <a:schemeClr val="accent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Rectangle 82"/>
          <p:cNvSpPr>
            <a:spLocks noChangeArrowheads="1"/>
          </p:cNvSpPr>
          <p:nvPr/>
        </p:nvSpPr>
        <p:spPr bwMode="gray">
          <a:xfrm>
            <a:off x="4457700" y="2620963"/>
            <a:ext cx="1012825" cy="769937"/>
          </a:xfrm>
          <a:prstGeom prst="rect">
            <a:avLst/>
          </a:prstGeom>
          <a:solidFill>
            <a:srgbClr val="FFFFFF">
              <a:alpha val="3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34" name="Picture 83" descr="wat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09" t="16374" b="27486"/>
          <a:stretch>
            <a:fillRect/>
          </a:stretch>
        </p:blipFill>
        <p:spPr bwMode="gray">
          <a:xfrm rot="393398">
            <a:off x="2667000" y="457200"/>
            <a:ext cx="2663825" cy="164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33375" y="3813572"/>
            <a:ext cx="6400800" cy="342900"/>
          </a:xfrm>
        </p:spPr>
        <p:txBody>
          <a:bodyPr/>
          <a:lstStyle>
            <a:lvl1pPr marL="0" indent="0">
              <a:buFontTx/>
              <a:buNone/>
              <a:defRPr sz="1600">
                <a:latin typeface="Times New Roman" panose="02020603050405020304" pitchFamily="18" charset="0"/>
              </a:defRPr>
            </a:lvl1pPr>
          </a:lstStyle>
          <a:p>
            <a:r>
              <a:rPr lang="zh-CN" altLang="en-US" smtClean="0"/>
              <a:t>单击此处编辑母版副标题样式</a:t>
            </a:r>
            <a:endParaRPr lang="en-US" altLang="zh-CN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333375" y="1413273"/>
            <a:ext cx="8229600" cy="1102519"/>
          </a:xfrm>
          <a:effectLst/>
        </p:spPr>
        <p:txBody>
          <a:bodyPr/>
          <a:lstStyle>
            <a:lvl1pPr>
              <a:defRPr sz="4800"/>
            </a:lvl1pPr>
          </a:lstStyle>
          <a:p>
            <a:r>
              <a:rPr lang="zh-CN" altLang="en-US" smtClean="0"/>
              <a:t>单击此处编辑母版标题样式</a:t>
            </a:r>
            <a:endParaRPr lang="en-US" altLang="zh-CN"/>
          </a:p>
        </p:txBody>
      </p:sp>
      <p:sp>
        <p:nvSpPr>
          <p:cNvPr id="3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805363"/>
            <a:ext cx="2133600" cy="23653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2D36FF-A46C-4327-8AFC-8F8CA4A9DA15}" type="datetimeFigureOut">
              <a:rPr lang="zh-CN" altLang="en-US"/>
            </a:fld>
            <a:endParaRPr lang="zh-CN" altLang="en-US"/>
          </a:p>
        </p:txBody>
      </p:sp>
      <p:sp>
        <p:nvSpPr>
          <p:cNvPr id="3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805363"/>
            <a:ext cx="2895600" cy="23653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805363"/>
            <a:ext cx="2133600" cy="23653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040C1A-D003-4E5C-A006-F82E32A5D95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20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100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mph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20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100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4" presetID="26" presetClass="emph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20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100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26" presetClass="emph" presetSubtype="0" fill="hold" grpId="1" nodeType="withEffect">
                                  <p:stCondLst>
                                    <p:cond delay="1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20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100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3B303A-EB72-400E-B3EF-8F0316D7A345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E7E7D4-3E25-417E-82DA-BA547F68252B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1D0A2E-5D0A-4FBC-A5F4-42EB5A5BBBBB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EC09FC-EBAE-412D-A6F5-439F4DBE8792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1512C5-0FF1-4BE0-A529-90E42A40E1F4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14B60F-6867-45BC-87D6-C90DD4B1C6AD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8AF3D3-1853-4BE4-9C7B-7E2E53B5C00E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06CEB9-BF2B-4A8E-8C05-06A5DB985C5D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48DE47-2E99-4237-9D5B-74CE382D5DF3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EA3765-03C0-49BB-B83A-F33C8D3C348A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9D3A27-8E7F-4CF2-A595-51D6FFD877B7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9140AC-4248-41FA-BF5B-A11768E8A9D3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73FCC1-315F-47CD-8FDA-D9273C6CAF4C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515E3C-BF78-482C-B2C0-21EE9C8F9F98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977210-F562-4E52-B9A2-711C704FBE5A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F2BBC5-FA14-42FC-A063-4AC83DC1DD67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ED5D84-95B7-4995-B7A1-544EBA3459EF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E36A07-30CB-4E4B-BA9B-DD249FB1B36A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44079"/>
            <a:ext cx="2057400" cy="4350544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44079"/>
            <a:ext cx="6019800" cy="4350544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41641D-12FF-4823-9BD1-5AC178CD60F3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BAEF94-9603-4039-ABA7-1D4B5F274CA4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44079"/>
            <a:ext cx="8229600" cy="6953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127BE0-CD63-447D-A0E3-18BE2EEFB3C6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www.themegallery.com</a:t>
            </a:r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F4190F-F75B-40AC-8AFE-9FBDE9D0D0A4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hf sldNum="0"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标题和文本在内容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44079"/>
            <a:ext cx="8229600" cy="6953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200150"/>
            <a:ext cx="8229600" cy="163949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953942"/>
            <a:ext cx="8229600" cy="164068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E98E7F-FF63-49ED-B65D-56B26A604FC2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www.themegallery.com</a:t>
            </a:r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210B80-91FE-4377-B4B9-E828399D2EC8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hf sldNum="0"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44079"/>
            <a:ext cx="8229600" cy="6953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57200" y="1200151"/>
            <a:ext cx="8229600" cy="3394472"/>
          </a:xfrm>
        </p:spPr>
        <p:txBody>
          <a:bodyPr/>
          <a:lstStyle/>
          <a:p>
            <a:pPr lvl="0"/>
            <a:r>
              <a:rPr lang="zh-CN" altLang="en-US" noProof="0" smtClean="0"/>
              <a:t>单击图标添加表格</a:t>
            </a:r>
            <a:endParaRPr lang="zh-CN" altLang="en-US" noProof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15E03F-9046-4BC9-91FC-3DB117B901DE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44079"/>
            <a:ext cx="8229600" cy="6953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表占位符 2"/>
          <p:cNvSpPr>
            <a:spLocks noGrp="1"/>
          </p:cNvSpPr>
          <p:nvPr>
            <p:ph type="chart" idx="1" hasCustomPrompt="1"/>
          </p:nvPr>
        </p:nvSpPr>
        <p:spPr>
          <a:xfrm>
            <a:off x="457200" y="1200151"/>
            <a:ext cx="8229600" cy="3394472"/>
          </a:xfrm>
        </p:spPr>
        <p:txBody>
          <a:bodyPr/>
          <a:lstStyle/>
          <a:p>
            <a:pPr lvl="0"/>
            <a:r>
              <a:rPr lang="zh-CN" altLang="en-US" noProof="0" smtClean="0"/>
              <a:t>单击图标添加图表</a:t>
            </a:r>
            <a:endParaRPr lang="zh-CN" altLang="en-US" noProof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D280C2-FD1A-42B6-81BF-808414EBDACF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44079"/>
            <a:ext cx="8229600" cy="6953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SmartArt 占位符 2"/>
          <p:cNvSpPr>
            <a:spLocks noGrp="1"/>
          </p:cNvSpPr>
          <p:nvPr>
            <p:ph type="pic" idx="1" hasCustomPrompt="1"/>
          </p:nvPr>
        </p:nvSpPr>
        <p:spPr>
          <a:xfrm>
            <a:off x="457200" y="1200151"/>
            <a:ext cx="8229600" cy="3394472"/>
          </a:xfrm>
        </p:spPr>
        <p:txBody>
          <a:bodyPr/>
          <a:lstStyle/>
          <a:p>
            <a:pPr lvl="0"/>
            <a:r>
              <a:rPr lang="zh-CN" altLang="en-US" noProof="0" smtClean="0"/>
              <a:t>单击图标添加 </a:t>
            </a:r>
            <a:r>
              <a:rPr lang="en-US" altLang="zh-CN" noProof="0" smtClean="0"/>
              <a:t>SmartArt </a:t>
            </a:r>
            <a:r>
              <a:rPr lang="zh-CN" altLang="en-US" noProof="0" smtClean="0"/>
              <a:t>图形</a:t>
            </a:r>
            <a:endParaRPr lang="zh-CN" altLang="en-US" noProof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5105B9-EBC0-45AB-ACE3-60C8D4F09A6E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www.themegallery.com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392B56-4AF0-48F3-A189-7C4D46BD7402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image" Target="../media/image2.png"/><Relationship Id="rId17" Type="http://schemas.openxmlformats.org/officeDocument/2006/relationships/image" Target="../media/image1.png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Freeform 7"/>
          <p:cNvSpPr/>
          <p:nvPr/>
        </p:nvSpPr>
        <p:spPr bwMode="gray">
          <a:xfrm>
            <a:off x="-9525" y="-7938"/>
            <a:ext cx="9156700" cy="5154613"/>
          </a:xfrm>
          <a:custGeom>
            <a:avLst/>
            <a:gdLst/>
            <a:ahLst/>
            <a:cxnLst>
              <a:cxn ang="0">
                <a:pos x="5766" y="605"/>
              </a:cxn>
              <a:cxn ang="0">
                <a:pos x="5768" y="4325"/>
              </a:cxn>
              <a:cxn ang="0">
                <a:pos x="1082" y="4329"/>
              </a:cxn>
              <a:cxn ang="0">
                <a:pos x="13" y="3351"/>
              </a:cxn>
              <a:cxn ang="0">
                <a:pos x="0" y="0"/>
              </a:cxn>
              <a:cxn ang="0">
                <a:pos x="2428" y="7"/>
              </a:cxn>
              <a:cxn ang="0">
                <a:pos x="5766" y="605"/>
              </a:cxn>
            </a:cxnLst>
            <a:rect l="0" t="0" r="r" b="b"/>
            <a:pathLst>
              <a:path w="5768" h="4329">
                <a:moveTo>
                  <a:pt x="5766" y="605"/>
                </a:moveTo>
                <a:cubicBezTo>
                  <a:pt x="5767" y="2464"/>
                  <a:pt x="5768" y="4325"/>
                  <a:pt x="5768" y="4325"/>
                </a:cubicBezTo>
                <a:lnTo>
                  <a:pt x="1082" y="4329"/>
                </a:lnTo>
                <a:cubicBezTo>
                  <a:pt x="318" y="3809"/>
                  <a:pt x="9" y="3349"/>
                  <a:pt x="13" y="3351"/>
                </a:cubicBezTo>
                <a:lnTo>
                  <a:pt x="0" y="0"/>
                </a:lnTo>
                <a:lnTo>
                  <a:pt x="2428" y="7"/>
                </a:lnTo>
                <a:cubicBezTo>
                  <a:pt x="2428" y="12"/>
                  <a:pt x="3096" y="401"/>
                  <a:pt x="5766" y="605"/>
                </a:cubicBezTo>
                <a:close/>
              </a:path>
            </a:pathLst>
          </a:custGeom>
          <a:gradFill rotWithShape="1">
            <a:gsLst>
              <a:gs pos="0">
                <a:schemeClr val="bg1">
                  <a:gamma/>
                  <a:tint val="3137"/>
                  <a:invGamma/>
                </a:schemeClr>
              </a:gs>
              <a:gs pos="100000">
                <a:schemeClr val="bg1">
                  <a:alpha val="70000"/>
                </a:schemeClr>
              </a:gs>
            </a:gsLst>
            <a:lin ang="2700000" scaled="1"/>
          </a:gradFill>
          <a:ln w="9525">
            <a:noFill/>
            <a:rou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1033" name="Freeform 9"/>
          <p:cNvSpPr/>
          <p:nvPr/>
        </p:nvSpPr>
        <p:spPr bwMode="gray">
          <a:xfrm>
            <a:off x="-4763" y="4125913"/>
            <a:ext cx="1441451" cy="1019175"/>
          </a:xfrm>
          <a:custGeom>
            <a:avLst/>
            <a:gdLst>
              <a:gd name="T0" fmla="*/ 0 w 1089"/>
              <a:gd name="T1" fmla="*/ 0 h 1100"/>
              <a:gd name="T2" fmla="*/ 0 w 1089"/>
              <a:gd name="T3" fmla="*/ 1019175 h 1100"/>
              <a:gd name="T4" fmla="*/ 1441451 w 1089"/>
              <a:gd name="T5" fmla="*/ 1019175 h 1100"/>
              <a:gd name="T6" fmla="*/ 0 w 1089"/>
              <a:gd name="T7" fmla="*/ 0 h 11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089" h="1100">
                <a:moveTo>
                  <a:pt x="0" y="0"/>
                </a:moveTo>
                <a:cubicBezTo>
                  <a:pt x="0" y="550"/>
                  <a:pt x="0" y="1100"/>
                  <a:pt x="0" y="1100"/>
                </a:cubicBezTo>
                <a:lnTo>
                  <a:pt x="1089" y="1100"/>
                </a:lnTo>
                <a:cubicBezTo>
                  <a:pt x="1089" y="1100"/>
                  <a:pt x="596" y="865"/>
                  <a:pt x="0" y="0"/>
                </a:cubicBezTo>
                <a:close/>
              </a:path>
            </a:pathLst>
          </a:cu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8" name="Line 13"/>
          <p:cNvSpPr>
            <a:spLocks noChangeShapeType="1"/>
          </p:cNvSpPr>
          <p:nvPr/>
        </p:nvSpPr>
        <p:spPr bwMode="gray">
          <a:xfrm>
            <a:off x="527050" y="0"/>
            <a:ext cx="0" cy="4432300"/>
          </a:xfrm>
          <a:prstGeom prst="line">
            <a:avLst/>
          </a:prstGeom>
          <a:noFill/>
          <a:ln w="9525">
            <a:solidFill>
              <a:srgbClr val="FFFFFF">
                <a:alpha val="50195"/>
              </a:srgbClr>
            </a:solidFill>
            <a:round/>
          </a:ln>
          <a:effectLst>
            <a:outerShdw dist="17961" dir="2700000" algn="ctr" rotWithShape="0">
              <a:schemeClr val="accent2">
                <a:alpha val="35001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9" name="Line 14"/>
          <p:cNvSpPr>
            <a:spLocks noChangeShapeType="1"/>
          </p:cNvSpPr>
          <p:nvPr/>
        </p:nvSpPr>
        <p:spPr bwMode="gray">
          <a:xfrm>
            <a:off x="1677988" y="0"/>
            <a:ext cx="0" cy="5124450"/>
          </a:xfrm>
          <a:prstGeom prst="line">
            <a:avLst/>
          </a:prstGeom>
          <a:noFill/>
          <a:ln w="9525">
            <a:solidFill>
              <a:srgbClr val="FFFFFF">
                <a:alpha val="50195"/>
              </a:srgbClr>
            </a:solidFill>
            <a:round/>
          </a:ln>
          <a:effectLst>
            <a:outerShdw dist="17961" dir="2700000" algn="ctr" rotWithShape="0">
              <a:schemeClr val="accent2">
                <a:alpha val="35001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0" name="Line 15"/>
          <p:cNvSpPr>
            <a:spLocks noChangeShapeType="1"/>
          </p:cNvSpPr>
          <p:nvPr/>
        </p:nvSpPr>
        <p:spPr bwMode="gray">
          <a:xfrm>
            <a:off x="2830513" y="0"/>
            <a:ext cx="0" cy="5146675"/>
          </a:xfrm>
          <a:prstGeom prst="line">
            <a:avLst/>
          </a:prstGeom>
          <a:noFill/>
          <a:ln w="9525">
            <a:solidFill>
              <a:srgbClr val="FFFFFF">
                <a:alpha val="50195"/>
              </a:srgbClr>
            </a:solidFill>
            <a:round/>
          </a:ln>
          <a:effectLst>
            <a:outerShdw dist="17961" dir="2700000" algn="ctr" rotWithShape="0">
              <a:schemeClr val="accent2">
                <a:alpha val="35001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Line 16"/>
          <p:cNvSpPr>
            <a:spLocks noChangeShapeType="1"/>
          </p:cNvSpPr>
          <p:nvPr/>
        </p:nvSpPr>
        <p:spPr bwMode="gray">
          <a:xfrm>
            <a:off x="3983038" y="0"/>
            <a:ext cx="0" cy="5156200"/>
          </a:xfrm>
          <a:prstGeom prst="line">
            <a:avLst/>
          </a:prstGeom>
          <a:noFill/>
          <a:ln w="9525">
            <a:solidFill>
              <a:srgbClr val="FFFFFF">
                <a:alpha val="50195"/>
              </a:srgbClr>
            </a:solidFill>
            <a:round/>
          </a:ln>
          <a:effectLst>
            <a:outerShdw dist="17961" dir="2700000" algn="ctr" rotWithShape="0">
              <a:schemeClr val="accent2">
                <a:alpha val="35001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2" name="Line 17"/>
          <p:cNvSpPr>
            <a:spLocks noChangeShapeType="1"/>
          </p:cNvSpPr>
          <p:nvPr/>
        </p:nvSpPr>
        <p:spPr bwMode="gray">
          <a:xfrm>
            <a:off x="5133975" y="292100"/>
            <a:ext cx="0" cy="4864100"/>
          </a:xfrm>
          <a:prstGeom prst="line">
            <a:avLst/>
          </a:prstGeom>
          <a:noFill/>
          <a:ln w="9525">
            <a:solidFill>
              <a:srgbClr val="FFFFFF">
                <a:alpha val="50195"/>
              </a:srgbClr>
            </a:solidFill>
            <a:round/>
          </a:ln>
          <a:effectLst>
            <a:outerShdw dist="17961" dir="2700000" algn="ctr" rotWithShape="0">
              <a:schemeClr val="accent2">
                <a:alpha val="35001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gray">
          <a:xfrm>
            <a:off x="6286500" y="465138"/>
            <a:ext cx="0" cy="4691062"/>
          </a:xfrm>
          <a:prstGeom prst="line">
            <a:avLst/>
          </a:prstGeom>
          <a:noFill/>
          <a:ln w="9525">
            <a:solidFill>
              <a:srgbClr val="FFFFFF">
                <a:alpha val="50195"/>
              </a:srgbClr>
            </a:solidFill>
            <a:round/>
          </a:ln>
          <a:effectLst>
            <a:outerShdw dist="17961" dir="2700000" algn="ctr" rotWithShape="0">
              <a:schemeClr val="accent2">
                <a:alpha val="35001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4" name="Line 19"/>
          <p:cNvSpPr>
            <a:spLocks noChangeShapeType="1"/>
          </p:cNvSpPr>
          <p:nvPr/>
        </p:nvSpPr>
        <p:spPr bwMode="gray">
          <a:xfrm>
            <a:off x="7439025" y="579438"/>
            <a:ext cx="0" cy="4576762"/>
          </a:xfrm>
          <a:prstGeom prst="line">
            <a:avLst/>
          </a:prstGeom>
          <a:noFill/>
          <a:ln w="9525">
            <a:solidFill>
              <a:srgbClr val="FFFFFF">
                <a:alpha val="50195"/>
              </a:srgbClr>
            </a:solidFill>
            <a:round/>
          </a:ln>
          <a:effectLst>
            <a:outerShdw dist="17961" dir="2700000" algn="ctr" rotWithShape="0">
              <a:schemeClr val="accent2">
                <a:alpha val="35001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5" name="Line 20"/>
          <p:cNvSpPr>
            <a:spLocks noChangeShapeType="1"/>
          </p:cNvSpPr>
          <p:nvPr/>
        </p:nvSpPr>
        <p:spPr bwMode="gray">
          <a:xfrm>
            <a:off x="8591550" y="674688"/>
            <a:ext cx="0" cy="4481512"/>
          </a:xfrm>
          <a:prstGeom prst="line">
            <a:avLst/>
          </a:prstGeom>
          <a:noFill/>
          <a:ln w="9525">
            <a:solidFill>
              <a:srgbClr val="FFFFFF">
                <a:alpha val="50195"/>
              </a:srgbClr>
            </a:solidFill>
            <a:round/>
          </a:ln>
          <a:effectLst>
            <a:outerShdw dist="17961" dir="2700000" algn="ctr" rotWithShape="0">
              <a:schemeClr val="accent2">
                <a:alpha val="35001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6" name="Line 22"/>
          <p:cNvSpPr>
            <a:spLocks noChangeShapeType="1"/>
          </p:cNvSpPr>
          <p:nvPr/>
        </p:nvSpPr>
        <p:spPr bwMode="gray">
          <a:xfrm rot="5400000">
            <a:off x="2595563" y="-2281238"/>
            <a:ext cx="0" cy="5191125"/>
          </a:xfrm>
          <a:prstGeom prst="line">
            <a:avLst/>
          </a:prstGeom>
          <a:noFill/>
          <a:ln w="9525">
            <a:solidFill>
              <a:srgbClr val="FFFFFF">
                <a:alpha val="50195"/>
              </a:srgbClr>
            </a:solidFill>
            <a:round/>
          </a:ln>
          <a:effectLst>
            <a:outerShdw dist="17961" dir="2700000" algn="ctr" rotWithShape="0">
              <a:schemeClr val="accent2">
                <a:alpha val="35001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7" name="Line 23"/>
          <p:cNvSpPr>
            <a:spLocks noChangeShapeType="1"/>
          </p:cNvSpPr>
          <p:nvPr/>
        </p:nvSpPr>
        <p:spPr bwMode="gray">
          <a:xfrm rot="5400000">
            <a:off x="4578350" y="-3422650"/>
            <a:ext cx="0" cy="9156700"/>
          </a:xfrm>
          <a:prstGeom prst="line">
            <a:avLst/>
          </a:prstGeom>
          <a:noFill/>
          <a:ln w="9525">
            <a:solidFill>
              <a:srgbClr val="FFFFFF">
                <a:alpha val="50195"/>
              </a:srgbClr>
            </a:solidFill>
            <a:round/>
          </a:ln>
          <a:effectLst>
            <a:outerShdw dist="17961" dir="2700000" algn="ctr" rotWithShape="0">
              <a:schemeClr val="accent2">
                <a:alpha val="35001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8" name="Line 24"/>
          <p:cNvSpPr>
            <a:spLocks noChangeShapeType="1"/>
          </p:cNvSpPr>
          <p:nvPr/>
        </p:nvSpPr>
        <p:spPr bwMode="gray">
          <a:xfrm rot="5400000">
            <a:off x="4578350" y="-2579687"/>
            <a:ext cx="0" cy="9156700"/>
          </a:xfrm>
          <a:prstGeom prst="line">
            <a:avLst/>
          </a:prstGeom>
          <a:noFill/>
          <a:ln w="9525">
            <a:solidFill>
              <a:srgbClr val="FFFFFF">
                <a:alpha val="50195"/>
              </a:srgbClr>
            </a:solidFill>
            <a:round/>
          </a:ln>
          <a:effectLst>
            <a:outerShdw dist="17961" dir="2700000" algn="ctr" rotWithShape="0">
              <a:schemeClr val="accent2">
                <a:alpha val="35001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9" name="Line 25"/>
          <p:cNvSpPr>
            <a:spLocks noChangeShapeType="1"/>
          </p:cNvSpPr>
          <p:nvPr/>
        </p:nvSpPr>
        <p:spPr bwMode="gray">
          <a:xfrm rot="5400000">
            <a:off x="4579938" y="-1735138"/>
            <a:ext cx="0" cy="9153525"/>
          </a:xfrm>
          <a:prstGeom prst="line">
            <a:avLst/>
          </a:prstGeom>
          <a:noFill/>
          <a:ln w="9525">
            <a:solidFill>
              <a:srgbClr val="FFFFFF">
                <a:alpha val="50195"/>
              </a:srgbClr>
            </a:solidFill>
            <a:round/>
          </a:ln>
          <a:effectLst>
            <a:outerShdw dist="17961" dir="2700000" algn="ctr" rotWithShape="0">
              <a:schemeClr val="accent2">
                <a:alpha val="35001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0" name="Line 26"/>
          <p:cNvSpPr>
            <a:spLocks noChangeShapeType="1"/>
          </p:cNvSpPr>
          <p:nvPr/>
        </p:nvSpPr>
        <p:spPr bwMode="gray">
          <a:xfrm rot="5400000">
            <a:off x="4579938" y="-892175"/>
            <a:ext cx="0" cy="9153525"/>
          </a:xfrm>
          <a:prstGeom prst="line">
            <a:avLst/>
          </a:prstGeom>
          <a:noFill/>
          <a:ln w="9525">
            <a:solidFill>
              <a:srgbClr val="FFFFFF">
                <a:alpha val="50195"/>
              </a:srgbClr>
            </a:solidFill>
            <a:round/>
          </a:ln>
          <a:effectLst>
            <a:outerShdw dist="17961" dir="2700000" algn="ctr" rotWithShape="0">
              <a:schemeClr val="accent2">
                <a:alpha val="35001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1" name="Line 27"/>
          <p:cNvSpPr>
            <a:spLocks noChangeShapeType="1"/>
          </p:cNvSpPr>
          <p:nvPr/>
        </p:nvSpPr>
        <p:spPr bwMode="gray">
          <a:xfrm rot="5400000">
            <a:off x="4905376" y="315912"/>
            <a:ext cx="0" cy="8423275"/>
          </a:xfrm>
          <a:prstGeom prst="line">
            <a:avLst/>
          </a:prstGeom>
          <a:noFill/>
          <a:ln w="9525">
            <a:solidFill>
              <a:srgbClr val="FFFFFF">
                <a:alpha val="50195"/>
              </a:srgbClr>
            </a:solidFill>
            <a:round/>
          </a:ln>
          <a:effectLst>
            <a:outerShdw dist="17961" dir="2700000" algn="ctr" rotWithShape="0">
              <a:schemeClr val="accent2">
                <a:alpha val="35001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2" name="Rectangle 28"/>
          <p:cNvSpPr>
            <a:spLocks noChangeArrowheads="1"/>
          </p:cNvSpPr>
          <p:nvPr/>
        </p:nvSpPr>
        <p:spPr bwMode="gray">
          <a:xfrm>
            <a:off x="4005263" y="2019300"/>
            <a:ext cx="1128712" cy="809625"/>
          </a:xfrm>
          <a:prstGeom prst="rect">
            <a:avLst/>
          </a:prstGeom>
          <a:solidFill>
            <a:srgbClr val="FFFFFF">
              <a:alpha val="25098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3" name="Rectangle 29"/>
          <p:cNvSpPr>
            <a:spLocks noChangeArrowheads="1"/>
          </p:cNvSpPr>
          <p:nvPr/>
        </p:nvSpPr>
        <p:spPr bwMode="gray">
          <a:xfrm>
            <a:off x="7459663" y="3703638"/>
            <a:ext cx="1120775" cy="809625"/>
          </a:xfrm>
          <a:prstGeom prst="rect">
            <a:avLst/>
          </a:prstGeom>
          <a:solidFill>
            <a:srgbClr val="FFFFFF">
              <a:alpha val="3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4" name="Rectangle 30"/>
          <p:cNvSpPr>
            <a:spLocks noChangeArrowheads="1"/>
          </p:cNvSpPr>
          <p:nvPr/>
        </p:nvSpPr>
        <p:spPr bwMode="gray">
          <a:xfrm>
            <a:off x="549275" y="2855913"/>
            <a:ext cx="1128713" cy="80962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5" name="Rectangle 31"/>
          <p:cNvSpPr>
            <a:spLocks noChangeArrowheads="1"/>
          </p:cNvSpPr>
          <p:nvPr/>
        </p:nvSpPr>
        <p:spPr bwMode="gray">
          <a:xfrm>
            <a:off x="6307138" y="4548188"/>
            <a:ext cx="1128712" cy="598487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6" name="Rectangle 32"/>
          <p:cNvSpPr>
            <a:spLocks noChangeArrowheads="1"/>
          </p:cNvSpPr>
          <p:nvPr/>
        </p:nvSpPr>
        <p:spPr bwMode="gray">
          <a:xfrm>
            <a:off x="2846388" y="0"/>
            <a:ext cx="1128712" cy="303213"/>
          </a:xfrm>
          <a:prstGeom prst="rect">
            <a:avLst/>
          </a:prstGeom>
          <a:solidFill>
            <a:srgbClr val="FFFFFF">
              <a:alpha val="3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7" name="Rectangle 33"/>
          <p:cNvSpPr>
            <a:spLocks noChangeArrowheads="1"/>
          </p:cNvSpPr>
          <p:nvPr/>
        </p:nvSpPr>
        <p:spPr bwMode="gray">
          <a:xfrm>
            <a:off x="2852738" y="3703638"/>
            <a:ext cx="1120775" cy="809625"/>
          </a:xfrm>
          <a:prstGeom prst="rect">
            <a:avLst/>
          </a:prstGeom>
          <a:solidFill>
            <a:srgbClr val="FFFFFF">
              <a:alpha val="3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8" name="Rectangle 34"/>
          <p:cNvSpPr>
            <a:spLocks noChangeArrowheads="1"/>
          </p:cNvSpPr>
          <p:nvPr/>
        </p:nvSpPr>
        <p:spPr bwMode="gray">
          <a:xfrm>
            <a:off x="6300788" y="1174750"/>
            <a:ext cx="1120775" cy="809625"/>
          </a:xfrm>
          <a:prstGeom prst="rect">
            <a:avLst/>
          </a:prstGeom>
          <a:solidFill>
            <a:srgbClr val="FFFFFF">
              <a:alpha val="3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9" name="Rectangle 3"/>
          <p:cNvSpPr>
            <a:spLocks noGrp="1" noChangeArrowheads="1"/>
          </p:cNvSpPr>
          <p:nvPr>
            <p:ph type="body" idx="1"/>
          </p:nvPr>
        </p:nvSpPr>
        <p:spPr bwMode="gray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2"/>
          </p:nvPr>
        </p:nvSpPr>
        <p:spPr bwMode="gray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4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3"/>
          </p:nvPr>
        </p:nvSpPr>
        <p:spPr bwMode="gray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www.themegallery.com</a:t>
            </a: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4"/>
          </p:nvPr>
        </p:nvSpPr>
        <p:spPr bwMode="gray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03FECE39-8918-40C1-8D92-AA0F5C63804D}" type="slidenum">
              <a:rPr lang="zh-CN" altLang="en-US"/>
            </a:fld>
            <a:endParaRPr lang="en-US" altLang="zh-CN"/>
          </a:p>
        </p:txBody>
      </p:sp>
      <p:sp>
        <p:nvSpPr>
          <p:cNvPr id="1060" name="Freeform 36"/>
          <p:cNvSpPr/>
          <p:nvPr/>
        </p:nvSpPr>
        <p:spPr bwMode="gray">
          <a:xfrm>
            <a:off x="4041775" y="0"/>
            <a:ext cx="5105400" cy="555625"/>
          </a:xfrm>
          <a:custGeom>
            <a:avLst/>
            <a:gdLst>
              <a:gd name="T0" fmla="*/ 5105400 w 3130"/>
              <a:gd name="T1" fmla="*/ 555625 h 453"/>
              <a:gd name="T2" fmla="*/ 5105400 w 3130"/>
              <a:gd name="T3" fmla="*/ 0 h 453"/>
              <a:gd name="T4" fmla="*/ 0 w 3130"/>
              <a:gd name="T5" fmla="*/ 0 h 453"/>
              <a:gd name="T6" fmla="*/ 5105400 w 3130"/>
              <a:gd name="T7" fmla="*/ 555625 h 453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130" h="453">
                <a:moveTo>
                  <a:pt x="3130" y="453"/>
                </a:moveTo>
                <a:cubicBezTo>
                  <a:pt x="3130" y="226"/>
                  <a:pt x="3130" y="0"/>
                  <a:pt x="3130" y="0"/>
                </a:cubicBezTo>
                <a:lnTo>
                  <a:pt x="0" y="0"/>
                </a:lnTo>
                <a:cubicBezTo>
                  <a:pt x="0" y="0"/>
                  <a:pt x="1298" y="389"/>
                  <a:pt x="3130" y="453"/>
                </a:cubicBezTo>
                <a:close/>
              </a:path>
            </a:pathLst>
          </a:cu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black">
          <a:xfrm>
            <a:off x="457200" y="244475"/>
            <a:ext cx="8229600" cy="69532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FFFFFF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en-US" altLang="zh-CN" smtClean="0"/>
          </a:p>
        </p:txBody>
      </p:sp>
      <p:pic>
        <p:nvPicPr>
          <p:cNvPr id="1055" name="Picture 37" descr="water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09" t="16374" b="27486"/>
          <a:stretch>
            <a:fillRect/>
          </a:stretch>
        </p:blipFill>
        <p:spPr bwMode="gray">
          <a:xfrm rot="786797">
            <a:off x="6629400" y="-285750"/>
            <a:ext cx="2417763" cy="1497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56" name="Picture 38" descr="3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 rot="20740733" flipH="1">
            <a:off x="49213" y="4294188"/>
            <a:ext cx="1223962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" dur="1000" fill="hold"/>
                                        <p:tgtEl>
                                          <p:spTgt spid="10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  <p:set>
                                      <p:cBhvr>
                                        <p:cTn id="20" dur="1000" fill="hold"/>
                                        <p:tgtEl>
                                          <p:spTgt spid="10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" dur="1000" fill="hold"/>
                                        <p:tgtEl>
                                          <p:spTgt spid="10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mph" presetSubtype="2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animClr clrSpc="rgb" dir="cw">
                                      <p:cBhvr>
                                        <p:cTn id="23" dur="1000" fill="hold"/>
                                        <p:tgtEl>
                                          <p:spTgt spid="10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24" dur="1000" fill="hold"/>
                                        <p:tgtEl>
                                          <p:spTgt spid="10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" dur="1000" fill="hold"/>
                                        <p:tgtEl>
                                          <p:spTgt spid="10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3" grpId="0" animBg="1"/>
      <p:bldP spid="1060" grpId="0" animBg="1"/>
      <p:bldP spid="1026" grpId="0"/>
    </p:bldLst>
  </p:timing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jpeg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1" name="Rectangle 17"/>
          <p:cNvSpPr>
            <a:spLocks noChangeArrowheads="1"/>
          </p:cNvSpPr>
          <p:nvPr/>
        </p:nvSpPr>
        <p:spPr bwMode="auto">
          <a:xfrm>
            <a:off x="1066800" y="1275606"/>
            <a:ext cx="7042150" cy="900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8580" tIns="34290" rIns="68580" bIns="34290">
            <a:spAutoFit/>
          </a:bodyPr>
          <a:lstStyle/>
          <a:p>
            <a:pPr algn="ctr" defTabSz="685800">
              <a:defRPr/>
            </a:pPr>
            <a:r>
              <a:rPr lang="zh-CN" altLang="en-US" sz="5400" dirty="0">
                <a:solidFill>
                  <a:srgbClr val="00B05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通信工程制图</a:t>
            </a:r>
            <a:endParaRPr lang="zh-CN" altLang="en-US" sz="5400" dirty="0">
              <a:solidFill>
                <a:srgbClr val="00B05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advTm="2515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 dirty="0" smtClean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指北针的绘制</a:t>
            </a:r>
            <a:endParaRPr lang="zh-CN" altLang="en-US" sz="3200" dirty="0" smtClean="0"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18439" name="Text Box 35"/>
          <p:cNvSpPr txBox="1">
            <a:spLocks noChangeArrowheads="1"/>
          </p:cNvSpPr>
          <p:nvPr/>
        </p:nvSpPr>
        <p:spPr bwMode="auto">
          <a:xfrm>
            <a:off x="1660525" y="541338"/>
            <a:ext cx="184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26" name="组合 25"/>
          <p:cNvGrpSpPr/>
          <p:nvPr/>
        </p:nvGrpSpPr>
        <p:grpSpPr>
          <a:xfrm>
            <a:off x="2123758" y="1275715"/>
            <a:ext cx="4813935" cy="3075068"/>
            <a:chOff x="4929" y="1793"/>
            <a:chExt cx="7581" cy="4843"/>
          </a:xfrm>
        </p:grpSpPr>
        <p:grpSp>
          <p:nvGrpSpPr>
            <p:cNvPr id="18435" name="Group 3"/>
            <p:cNvGrpSpPr/>
            <p:nvPr/>
          </p:nvGrpSpPr>
          <p:grpSpPr bwMode="auto">
            <a:xfrm>
              <a:off x="4965" y="4979"/>
              <a:ext cx="7545" cy="846"/>
              <a:chOff x="1152" y="1272"/>
              <a:chExt cx="3408" cy="451"/>
            </a:xfrm>
          </p:grpSpPr>
          <p:grpSp>
            <p:nvGrpSpPr>
              <p:cNvPr id="18462" name="Group 4"/>
              <p:cNvGrpSpPr/>
              <p:nvPr/>
            </p:nvGrpSpPr>
            <p:grpSpPr bwMode="auto">
              <a:xfrm>
                <a:off x="1152" y="1275"/>
                <a:ext cx="480" cy="419"/>
                <a:chOff x="1110" y="2656"/>
                <a:chExt cx="1549" cy="1351"/>
              </a:xfrm>
            </p:grpSpPr>
            <p:sp>
              <p:nvSpPr>
                <p:cNvPr id="18466" name="AutoShape 5"/>
                <p:cNvSpPr>
                  <a:spLocks noChangeArrowheads="1"/>
                </p:cNvSpPr>
                <p:nvPr/>
              </p:nvSpPr>
              <p:spPr bwMode="gray">
                <a:xfrm>
                  <a:off x="1123" y="2679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18467" name="AutoShape 6"/>
                <p:cNvSpPr>
                  <a:spLocks noChangeArrowheads="1"/>
                </p:cNvSpPr>
                <p:nvPr/>
              </p:nvSpPr>
              <p:spPr bwMode="gray">
                <a:xfrm>
                  <a:off x="1110" y="2656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gradFill rotWithShape="1">
                  <a:gsLst>
                    <a:gs pos="0">
                      <a:srgbClr val="E6E6E6"/>
                    </a:gs>
                    <a:gs pos="7500">
                      <a:srgbClr val="7D8496"/>
                    </a:gs>
                    <a:gs pos="26500">
                      <a:srgbClr val="E6E6E6"/>
                    </a:gs>
                    <a:gs pos="34000">
                      <a:srgbClr val="7D8496"/>
                    </a:gs>
                    <a:gs pos="46500">
                      <a:srgbClr val="E6E6E6"/>
                    </a:gs>
                    <a:gs pos="50000">
                      <a:srgbClr val="FFFFFF"/>
                    </a:gs>
                    <a:gs pos="53500">
                      <a:srgbClr val="E6E6E6"/>
                    </a:gs>
                    <a:gs pos="66000">
                      <a:srgbClr val="7D8496"/>
                    </a:gs>
                    <a:gs pos="73500">
                      <a:srgbClr val="E6E6E6"/>
                    </a:gs>
                    <a:gs pos="92500">
                      <a:srgbClr val="7D8496"/>
                    </a:gs>
                    <a:gs pos="100000">
                      <a:srgbClr val="E6E6E6"/>
                    </a:gs>
                  </a:gsLst>
                  <a:lin ang="2700000" scaled="1"/>
                </a:gradFill>
                <a:ln w="9525">
                  <a:solidFill>
                    <a:srgbClr val="C0C0C0"/>
                  </a:solidFill>
                  <a:miter lim="800000"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46087" name="AutoShape 7"/>
                <p:cNvSpPr>
                  <a:spLocks noChangeArrowheads="1"/>
                </p:cNvSpPr>
                <p:nvPr/>
              </p:nvSpPr>
              <p:spPr bwMode="gray">
                <a:xfrm>
                  <a:off x="1201" y="2737"/>
                  <a:ext cx="1348" cy="1169"/>
                </a:xfrm>
                <a:prstGeom prst="hexagon">
                  <a:avLst>
                    <a:gd name="adj" fmla="val 28896"/>
                    <a:gd name="vf" fmla="val 115470"/>
                  </a:avLst>
                </a:prstGeom>
                <a:gradFill rotWithShape="1">
                  <a:gsLst>
                    <a:gs pos="0">
                      <a:schemeClr val="hlink">
                        <a:gamma/>
                        <a:shade val="46275"/>
                        <a:invGamma/>
                      </a:schemeClr>
                    </a:gs>
                    <a:gs pos="100000">
                      <a:schemeClr val="hlink"/>
                    </a:gs>
                  </a:gsLst>
                  <a:lin ang="2700000" scaled="1"/>
                </a:gradFill>
                <a:ln w="9525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</p:grpSp>
          <p:sp>
            <p:nvSpPr>
              <p:cNvPr id="18463" name="Line 8"/>
              <p:cNvSpPr>
                <a:spLocks noChangeShapeType="1"/>
              </p:cNvSpPr>
              <p:nvPr/>
            </p:nvSpPr>
            <p:spPr bwMode="auto">
              <a:xfrm>
                <a:off x="1536" y="1659"/>
                <a:ext cx="3024" cy="0"/>
              </a:xfrm>
              <a:prstGeom prst="line">
                <a:avLst/>
              </a:prstGeom>
              <a:noFill/>
              <a:ln w="25400">
                <a:solidFill>
                  <a:schemeClr val="tx2"/>
                </a:solidFill>
                <a:prstDash val="sysDot"/>
                <a:round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64" name="Text Box 9"/>
              <p:cNvSpPr txBox="1">
                <a:spLocks noChangeArrowheads="1"/>
              </p:cNvSpPr>
              <p:nvPr/>
            </p:nvSpPr>
            <p:spPr bwMode="auto">
              <a:xfrm>
                <a:off x="1818" y="1272"/>
                <a:ext cx="997" cy="3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/>
                <a:r>
                  <a:rPr lang="zh-CN" altLang="en-US" sz="2400">
                    <a:solidFill>
                      <a:schemeClr val="tx2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  <a:sym typeface="+mn-ea"/>
                  </a:rPr>
                  <a:t>修剪命令</a:t>
                </a:r>
                <a:endParaRPr lang="zh-CN" altLang="en-US" sz="2400">
                  <a:solidFill>
                    <a:schemeClr val="tx2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endParaRPr>
              </a:p>
            </p:txBody>
          </p:sp>
          <p:sp>
            <p:nvSpPr>
              <p:cNvPr id="18465" name="Text Box 10"/>
              <p:cNvSpPr txBox="1">
                <a:spLocks noChangeArrowheads="1"/>
              </p:cNvSpPr>
              <p:nvPr/>
            </p:nvSpPr>
            <p:spPr bwMode="gray">
              <a:xfrm>
                <a:off x="1260" y="1337"/>
                <a:ext cx="254" cy="3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en-US" altLang="zh-CN" sz="2400" b="1">
                    <a:solidFill>
                      <a:schemeClr val="bg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5</a:t>
                </a:r>
                <a:endParaRPr lang="en-US" altLang="zh-CN" sz="2400" b="1">
                  <a:solidFill>
                    <a:schemeClr val="bg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grpSp>
          <p:nvGrpSpPr>
            <p:cNvPr id="18436" name="Group 11"/>
            <p:cNvGrpSpPr/>
            <p:nvPr/>
          </p:nvGrpSpPr>
          <p:grpSpPr bwMode="auto">
            <a:xfrm>
              <a:off x="4932" y="2552"/>
              <a:ext cx="7545" cy="875"/>
              <a:chOff x="1152" y="1834"/>
              <a:chExt cx="3408" cy="466"/>
            </a:xfrm>
          </p:grpSpPr>
          <p:grpSp>
            <p:nvGrpSpPr>
              <p:cNvPr id="18455" name="Group 12"/>
              <p:cNvGrpSpPr/>
              <p:nvPr/>
            </p:nvGrpSpPr>
            <p:grpSpPr bwMode="auto">
              <a:xfrm>
                <a:off x="1152" y="1851"/>
                <a:ext cx="480" cy="419"/>
                <a:chOff x="3174" y="2656"/>
                <a:chExt cx="1549" cy="1351"/>
              </a:xfrm>
            </p:grpSpPr>
            <p:sp>
              <p:nvSpPr>
                <p:cNvPr id="18459" name="AutoShape 13"/>
                <p:cNvSpPr>
                  <a:spLocks noChangeArrowheads="1"/>
                </p:cNvSpPr>
                <p:nvPr/>
              </p:nvSpPr>
              <p:spPr bwMode="gray">
                <a:xfrm>
                  <a:off x="3187" y="2679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18460" name="AutoShape 14"/>
                <p:cNvSpPr>
                  <a:spLocks noChangeArrowheads="1"/>
                </p:cNvSpPr>
                <p:nvPr/>
              </p:nvSpPr>
              <p:spPr bwMode="gray">
                <a:xfrm>
                  <a:off x="3174" y="2656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gradFill rotWithShape="1">
                  <a:gsLst>
                    <a:gs pos="0">
                      <a:srgbClr val="E6E6E6"/>
                    </a:gs>
                    <a:gs pos="7500">
                      <a:srgbClr val="7D8496"/>
                    </a:gs>
                    <a:gs pos="26500">
                      <a:srgbClr val="E6E6E6"/>
                    </a:gs>
                    <a:gs pos="34000">
                      <a:srgbClr val="7D8496"/>
                    </a:gs>
                    <a:gs pos="46500">
                      <a:srgbClr val="E6E6E6"/>
                    </a:gs>
                    <a:gs pos="50000">
                      <a:srgbClr val="FFFFFF"/>
                    </a:gs>
                    <a:gs pos="53500">
                      <a:srgbClr val="E6E6E6"/>
                    </a:gs>
                    <a:gs pos="66000">
                      <a:srgbClr val="7D8496"/>
                    </a:gs>
                    <a:gs pos="73500">
                      <a:srgbClr val="E6E6E6"/>
                    </a:gs>
                    <a:gs pos="92500">
                      <a:srgbClr val="7D8496"/>
                    </a:gs>
                    <a:gs pos="100000">
                      <a:srgbClr val="E6E6E6"/>
                    </a:gs>
                  </a:gsLst>
                  <a:lin ang="2700000" scaled="1"/>
                </a:gradFill>
                <a:ln w="9525">
                  <a:solidFill>
                    <a:srgbClr val="C0C0C0"/>
                  </a:solidFill>
                  <a:miter lim="800000"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46095" name="AutoShape 15"/>
                <p:cNvSpPr>
                  <a:spLocks noChangeArrowheads="1"/>
                </p:cNvSpPr>
                <p:nvPr/>
              </p:nvSpPr>
              <p:spPr bwMode="gray">
                <a:xfrm>
                  <a:off x="3265" y="2739"/>
                  <a:ext cx="1348" cy="1168"/>
                </a:xfrm>
                <a:prstGeom prst="hexagon">
                  <a:avLst>
                    <a:gd name="adj" fmla="val 28896"/>
                    <a:gd name="vf" fmla="val 115470"/>
                  </a:avLst>
                </a:prstGeom>
                <a:gradFill rotWithShape="1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</a:gradFill>
                <a:ln w="9525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</p:grpSp>
          <p:sp>
            <p:nvSpPr>
              <p:cNvPr id="18456" name="Line 16"/>
              <p:cNvSpPr>
                <a:spLocks noChangeShapeType="1"/>
              </p:cNvSpPr>
              <p:nvPr/>
            </p:nvSpPr>
            <p:spPr bwMode="auto">
              <a:xfrm>
                <a:off x="1536" y="2235"/>
                <a:ext cx="3024" cy="0"/>
              </a:xfrm>
              <a:prstGeom prst="line">
                <a:avLst/>
              </a:prstGeom>
              <a:noFill/>
              <a:ln w="25400">
                <a:solidFill>
                  <a:schemeClr val="tx2"/>
                </a:solidFill>
                <a:prstDash val="sysDot"/>
                <a:round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57" name="Text Box 17"/>
              <p:cNvSpPr txBox="1">
                <a:spLocks noChangeArrowheads="1"/>
              </p:cNvSpPr>
              <p:nvPr/>
            </p:nvSpPr>
            <p:spPr bwMode="auto">
              <a:xfrm>
                <a:off x="1793" y="1834"/>
                <a:ext cx="833" cy="3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/>
                <a:r>
                  <a:rPr lang="zh-CN" altLang="en-US" sz="2400" dirty="0">
                    <a:solidFill>
                      <a:schemeClr val="tx2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zh-CN" altLang="en-US" sz="2400" dirty="0">
                    <a:solidFill>
                      <a:schemeClr val="tx2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  <a:sym typeface="+mn-ea"/>
                  </a:rPr>
                  <a:t>圆命令</a:t>
                </a:r>
                <a:endParaRPr lang="zh-CN" altLang="en-US" sz="2400" dirty="0">
                  <a:solidFill>
                    <a:schemeClr val="tx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18458" name="Text Box 18"/>
              <p:cNvSpPr txBox="1">
                <a:spLocks noChangeArrowheads="1"/>
              </p:cNvSpPr>
              <p:nvPr/>
            </p:nvSpPr>
            <p:spPr bwMode="gray">
              <a:xfrm>
                <a:off x="1259" y="1913"/>
                <a:ext cx="256" cy="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en-US" altLang="zh-CN" sz="2400" b="1">
                    <a:solidFill>
                      <a:schemeClr val="bg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2</a:t>
                </a:r>
                <a:endParaRPr lang="en-US" altLang="zh-CN" sz="2400" b="1">
                  <a:solidFill>
                    <a:schemeClr val="bg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grpSp>
          <p:nvGrpSpPr>
            <p:cNvPr id="18437" name="Group 19"/>
            <p:cNvGrpSpPr/>
            <p:nvPr/>
          </p:nvGrpSpPr>
          <p:grpSpPr bwMode="auto">
            <a:xfrm>
              <a:off x="4957" y="3378"/>
              <a:ext cx="7545" cy="850"/>
              <a:chOff x="1152" y="2409"/>
              <a:chExt cx="3408" cy="454"/>
            </a:xfrm>
          </p:grpSpPr>
          <p:grpSp>
            <p:nvGrpSpPr>
              <p:cNvPr id="18448" name="Group 20"/>
              <p:cNvGrpSpPr/>
              <p:nvPr/>
            </p:nvGrpSpPr>
            <p:grpSpPr bwMode="auto">
              <a:xfrm>
                <a:off x="1152" y="2413"/>
                <a:ext cx="480" cy="419"/>
                <a:chOff x="1110" y="2656"/>
                <a:chExt cx="1549" cy="1351"/>
              </a:xfrm>
            </p:grpSpPr>
            <p:sp>
              <p:nvSpPr>
                <p:cNvPr id="18452" name="AutoShape 21"/>
                <p:cNvSpPr>
                  <a:spLocks noChangeArrowheads="1"/>
                </p:cNvSpPr>
                <p:nvPr/>
              </p:nvSpPr>
              <p:spPr bwMode="gray">
                <a:xfrm>
                  <a:off x="1123" y="2679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18453" name="AutoShape 22"/>
                <p:cNvSpPr>
                  <a:spLocks noChangeArrowheads="1"/>
                </p:cNvSpPr>
                <p:nvPr/>
              </p:nvSpPr>
              <p:spPr bwMode="gray">
                <a:xfrm>
                  <a:off x="1110" y="2656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gradFill rotWithShape="1">
                  <a:gsLst>
                    <a:gs pos="0">
                      <a:srgbClr val="E6E6E6"/>
                    </a:gs>
                    <a:gs pos="7500">
                      <a:srgbClr val="7D8496"/>
                    </a:gs>
                    <a:gs pos="26500">
                      <a:srgbClr val="E6E6E6"/>
                    </a:gs>
                    <a:gs pos="34000">
                      <a:srgbClr val="7D8496"/>
                    </a:gs>
                    <a:gs pos="46500">
                      <a:srgbClr val="E6E6E6"/>
                    </a:gs>
                    <a:gs pos="50000">
                      <a:srgbClr val="FFFFFF"/>
                    </a:gs>
                    <a:gs pos="53500">
                      <a:srgbClr val="E6E6E6"/>
                    </a:gs>
                    <a:gs pos="66000">
                      <a:srgbClr val="7D8496"/>
                    </a:gs>
                    <a:gs pos="73500">
                      <a:srgbClr val="E6E6E6"/>
                    </a:gs>
                    <a:gs pos="92500">
                      <a:srgbClr val="7D8496"/>
                    </a:gs>
                    <a:gs pos="100000">
                      <a:srgbClr val="E6E6E6"/>
                    </a:gs>
                  </a:gsLst>
                  <a:lin ang="2700000" scaled="1"/>
                </a:gradFill>
                <a:ln w="9525">
                  <a:solidFill>
                    <a:srgbClr val="C0C0C0"/>
                  </a:solidFill>
                  <a:miter lim="800000"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46103" name="AutoShape 23"/>
                <p:cNvSpPr>
                  <a:spLocks noChangeArrowheads="1"/>
                </p:cNvSpPr>
                <p:nvPr/>
              </p:nvSpPr>
              <p:spPr bwMode="gray">
                <a:xfrm>
                  <a:off x="1201" y="2738"/>
                  <a:ext cx="1348" cy="1167"/>
                </a:xfrm>
                <a:prstGeom prst="hexagon">
                  <a:avLst>
                    <a:gd name="adj" fmla="val 28896"/>
                    <a:gd name="vf" fmla="val 115470"/>
                  </a:avLst>
                </a:prstGeom>
                <a:gradFill rotWithShape="1">
                  <a:gsLst>
                    <a:gs pos="0">
                      <a:schemeClr val="hlink">
                        <a:gamma/>
                        <a:shade val="46275"/>
                        <a:invGamma/>
                      </a:schemeClr>
                    </a:gs>
                    <a:gs pos="100000">
                      <a:schemeClr val="hlink"/>
                    </a:gs>
                  </a:gsLst>
                  <a:lin ang="2700000" scaled="1"/>
                </a:gradFill>
                <a:ln w="9525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</p:grpSp>
          <p:sp>
            <p:nvSpPr>
              <p:cNvPr id="18449" name="Line 24"/>
              <p:cNvSpPr>
                <a:spLocks noChangeShapeType="1"/>
              </p:cNvSpPr>
              <p:nvPr/>
            </p:nvSpPr>
            <p:spPr bwMode="auto">
              <a:xfrm>
                <a:off x="1536" y="2797"/>
                <a:ext cx="3024" cy="0"/>
              </a:xfrm>
              <a:prstGeom prst="line">
                <a:avLst/>
              </a:prstGeom>
              <a:noFill/>
              <a:ln w="25400">
                <a:solidFill>
                  <a:schemeClr val="tx2"/>
                </a:solidFill>
                <a:prstDash val="sysDot"/>
                <a:round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50" name="Text Box 25"/>
              <p:cNvSpPr txBox="1">
                <a:spLocks noChangeArrowheads="1"/>
              </p:cNvSpPr>
              <p:nvPr/>
            </p:nvSpPr>
            <p:spPr bwMode="auto">
              <a:xfrm>
                <a:off x="1818" y="2409"/>
                <a:ext cx="997" cy="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/>
                <a:r>
                  <a:rPr lang="zh-CN" altLang="en-US" sz="2400">
                    <a:solidFill>
                      <a:schemeClr val="tx2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  <a:sym typeface="+mn-ea"/>
                  </a:rPr>
                  <a:t>移动命令</a:t>
                </a:r>
                <a:endParaRPr lang="zh-CN" altLang="en-US" sz="2400">
                  <a:solidFill>
                    <a:schemeClr val="tx2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endParaRPr>
              </a:p>
            </p:txBody>
          </p:sp>
          <p:sp>
            <p:nvSpPr>
              <p:cNvPr id="18451" name="Text Box 26"/>
              <p:cNvSpPr txBox="1">
                <a:spLocks noChangeArrowheads="1"/>
              </p:cNvSpPr>
              <p:nvPr/>
            </p:nvSpPr>
            <p:spPr bwMode="gray">
              <a:xfrm>
                <a:off x="1259" y="2475"/>
                <a:ext cx="256" cy="3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en-US" altLang="zh-CN" sz="2400" b="1">
                    <a:solidFill>
                      <a:schemeClr val="bg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3</a:t>
                </a:r>
                <a:endParaRPr lang="en-US" altLang="zh-CN" sz="2400" b="1">
                  <a:solidFill>
                    <a:schemeClr val="bg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grpSp>
          <p:nvGrpSpPr>
            <p:cNvPr id="18438" name="Group 27"/>
            <p:cNvGrpSpPr/>
            <p:nvPr/>
          </p:nvGrpSpPr>
          <p:grpSpPr bwMode="auto">
            <a:xfrm>
              <a:off x="4965" y="5770"/>
              <a:ext cx="7545" cy="866"/>
              <a:chOff x="1152" y="2976"/>
              <a:chExt cx="3408" cy="462"/>
            </a:xfrm>
          </p:grpSpPr>
          <p:grpSp>
            <p:nvGrpSpPr>
              <p:cNvPr id="18441" name="Group 28"/>
              <p:cNvGrpSpPr/>
              <p:nvPr/>
            </p:nvGrpSpPr>
            <p:grpSpPr bwMode="auto">
              <a:xfrm>
                <a:off x="1152" y="2989"/>
                <a:ext cx="480" cy="419"/>
                <a:chOff x="3174" y="2656"/>
                <a:chExt cx="1549" cy="1351"/>
              </a:xfrm>
            </p:grpSpPr>
            <p:sp>
              <p:nvSpPr>
                <p:cNvPr id="18445" name="AutoShape 29"/>
                <p:cNvSpPr>
                  <a:spLocks noChangeArrowheads="1"/>
                </p:cNvSpPr>
                <p:nvPr/>
              </p:nvSpPr>
              <p:spPr bwMode="gray">
                <a:xfrm>
                  <a:off x="3187" y="2679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18446" name="AutoShape 30"/>
                <p:cNvSpPr>
                  <a:spLocks noChangeArrowheads="1"/>
                </p:cNvSpPr>
                <p:nvPr/>
              </p:nvSpPr>
              <p:spPr bwMode="gray">
                <a:xfrm>
                  <a:off x="3174" y="2656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gradFill rotWithShape="1">
                  <a:gsLst>
                    <a:gs pos="0">
                      <a:srgbClr val="E6E6E6"/>
                    </a:gs>
                    <a:gs pos="7500">
                      <a:srgbClr val="7D8496"/>
                    </a:gs>
                    <a:gs pos="26500">
                      <a:srgbClr val="E6E6E6"/>
                    </a:gs>
                    <a:gs pos="34000">
                      <a:srgbClr val="7D8496"/>
                    </a:gs>
                    <a:gs pos="46500">
                      <a:srgbClr val="E6E6E6"/>
                    </a:gs>
                    <a:gs pos="50000">
                      <a:srgbClr val="FFFFFF"/>
                    </a:gs>
                    <a:gs pos="53500">
                      <a:srgbClr val="E6E6E6"/>
                    </a:gs>
                    <a:gs pos="66000">
                      <a:srgbClr val="7D8496"/>
                    </a:gs>
                    <a:gs pos="73500">
                      <a:srgbClr val="E6E6E6"/>
                    </a:gs>
                    <a:gs pos="92500">
                      <a:srgbClr val="7D8496"/>
                    </a:gs>
                    <a:gs pos="100000">
                      <a:srgbClr val="E6E6E6"/>
                    </a:gs>
                  </a:gsLst>
                  <a:lin ang="2700000" scaled="1"/>
                </a:gradFill>
                <a:ln w="9525">
                  <a:solidFill>
                    <a:srgbClr val="C0C0C0"/>
                  </a:solidFill>
                  <a:miter lim="800000"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46111" name="AutoShape 31"/>
                <p:cNvSpPr>
                  <a:spLocks noChangeArrowheads="1"/>
                </p:cNvSpPr>
                <p:nvPr/>
              </p:nvSpPr>
              <p:spPr bwMode="gray">
                <a:xfrm>
                  <a:off x="3265" y="2739"/>
                  <a:ext cx="1348" cy="1166"/>
                </a:xfrm>
                <a:prstGeom prst="hexagon">
                  <a:avLst>
                    <a:gd name="adj" fmla="val 28896"/>
                    <a:gd name="vf" fmla="val 115470"/>
                  </a:avLst>
                </a:prstGeom>
                <a:gradFill rotWithShape="1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</a:gradFill>
                <a:ln w="9525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</p:grpSp>
          <p:sp>
            <p:nvSpPr>
              <p:cNvPr id="18442" name="Line 32"/>
              <p:cNvSpPr>
                <a:spLocks noChangeShapeType="1"/>
              </p:cNvSpPr>
              <p:nvPr/>
            </p:nvSpPr>
            <p:spPr bwMode="auto">
              <a:xfrm>
                <a:off x="1536" y="3373"/>
                <a:ext cx="3024" cy="0"/>
              </a:xfrm>
              <a:prstGeom prst="line">
                <a:avLst/>
              </a:prstGeom>
              <a:noFill/>
              <a:ln w="25400">
                <a:solidFill>
                  <a:schemeClr val="tx2"/>
                </a:solidFill>
                <a:prstDash val="sysDot"/>
                <a:round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43" name="Text Box 33"/>
              <p:cNvSpPr txBox="1">
                <a:spLocks noChangeArrowheads="1"/>
              </p:cNvSpPr>
              <p:nvPr/>
            </p:nvSpPr>
            <p:spPr bwMode="auto">
              <a:xfrm>
                <a:off x="1818" y="2976"/>
                <a:ext cx="1431" cy="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/>
                <a:r>
                  <a:rPr lang="zh-CN" altLang="en-US" sz="2400">
                    <a:solidFill>
                      <a:schemeClr val="tx2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图案填充命令</a:t>
                </a:r>
                <a:endParaRPr lang="zh-CN" altLang="en-US" sz="2400">
                  <a:solidFill>
                    <a:schemeClr val="tx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18444" name="Text Box 34"/>
              <p:cNvSpPr txBox="1">
                <a:spLocks noChangeArrowheads="1"/>
              </p:cNvSpPr>
              <p:nvPr/>
            </p:nvSpPr>
            <p:spPr bwMode="gray">
              <a:xfrm>
                <a:off x="1260" y="3051"/>
                <a:ext cx="254" cy="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en-US" altLang="zh-CN" sz="2400" b="1">
                    <a:solidFill>
                      <a:schemeClr val="bg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6</a:t>
                </a:r>
                <a:endParaRPr lang="en-US" altLang="zh-CN" sz="2400" b="1">
                  <a:solidFill>
                    <a:schemeClr val="bg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grpSp>
          <p:nvGrpSpPr>
            <p:cNvPr id="10" name="Group 27"/>
            <p:cNvGrpSpPr/>
            <p:nvPr/>
          </p:nvGrpSpPr>
          <p:grpSpPr bwMode="auto">
            <a:xfrm>
              <a:off x="4943" y="4183"/>
              <a:ext cx="7545" cy="868"/>
              <a:chOff x="1152" y="2976"/>
              <a:chExt cx="3408" cy="463"/>
            </a:xfrm>
          </p:grpSpPr>
          <p:grpSp>
            <p:nvGrpSpPr>
              <p:cNvPr id="11" name="Group 28"/>
              <p:cNvGrpSpPr/>
              <p:nvPr/>
            </p:nvGrpSpPr>
            <p:grpSpPr bwMode="auto">
              <a:xfrm>
                <a:off x="1152" y="2989"/>
                <a:ext cx="480" cy="419"/>
                <a:chOff x="3174" y="2656"/>
                <a:chExt cx="1549" cy="1351"/>
              </a:xfrm>
            </p:grpSpPr>
            <p:sp>
              <p:nvSpPr>
                <p:cNvPr id="12" name="AutoShape 29"/>
                <p:cNvSpPr>
                  <a:spLocks noChangeArrowheads="1"/>
                </p:cNvSpPr>
                <p:nvPr/>
              </p:nvSpPr>
              <p:spPr bwMode="gray">
                <a:xfrm>
                  <a:off x="3187" y="2679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13" name="AutoShape 30"/>
                <p:cNvSpPr>
                  <a:spLocks noChangeArrowheads="1"/>
                </p:cNvSpPr>
                <p:nvPr/>
              </p:nvSpPr>
              <p:spPr bwMode="gray">
                <a:xfrm>
                  <a:off x="3174" y="2656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gradFill rotWithShape="1">
                  <a:gsLst>
                    <a:gs pos="0">
                      <a:srgbClr val="E6E6E6"/>
                    </a:gs>
                    <a:gs pos="7500">
                      <a:srgbClr val="7D8496"/>
                    </a:gs>
                    <a:gs pos="26500">
                      <a:srgbClr val="E6E6E6"/>
                    </a:gs>
                    <a:gs pos="34000">
                      <a:srgbClr val="7D8496"/>
                    </a:gs>
                    <a:gs pos="46500">
                      <a:srgbClr val="E6E6E6"/>
                    </a:gs>
                    <a:gs pos="50000">
                      <a:srgbClr val="FFFFFF"/>
                    </a:gs>
                    <a:gs pos="53500">
                      <a:srgbClr val="E6E6E6"/>
                    </a:gs>
                    <a:gs pos="66000">
                      <a:srgbClr val="7D8496"/>
                    </a:gs>
                    <a:gs pos="73500">
                      <a:srgbClr val="E6E6E6"/>
                    </a:gs>
                    <a:gs pos="92500">
                      <a:srgbClr val="7D8496"/>
                    </a:gs>
                    <a:gs pos="100000">
                      <a:srgbClr val="E6E6E6"/>
                    </a:gs>
                  </a:gsLst>
                  <a:lin ang="2700000" scaled="1"/>
                </a:gradFill>
                <a:ln w="9525">
                  <a:solidFill>
                    <a:srgbClr val="C0C0C0"/>
                  </a:solidFill>
                  <a:miter lim="800000"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14" name="AutoShape 31"/>
                <p:cNvSpPr>
                  <a:spLocks noChangeArrowheads="1"/>
                </p:cNvSpPr>
                <p:nvPr/>
              </p:nvSpPr>
              <p:spPr bwMode="gray">
                <a:xfrm>
                  <a:off x="3265" y="2739"/>
                  <a:ext cx="1348" cy="1166"/>
                </a:xfrm>
                <a:prstGeom prst="hexagon">
                  <a:avLst>
                    <a:gd name="adj" fmla="val 28896"/>
                    <a:gd name="vf" fmla="val 115470"/>
                  </a:avLst>
                </a:prstGeom>
                <a:gradFill rotWithShape="1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</a:gradFill>
                <a:ln w="9525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</p:grpSp>
          <p:sp>
            <p:nvSpPr>
              <p:cNvPr id="15" name="Line 32"/>
              <p:cNvSpPr>
                <a:spLocks noChangeShapeType="1"/>
              </p:cNvSpPr>
              <p:nvPr/>
            </p:nvSpPr>
            <p:spPr bwMode="auto">
              <a:xfrm>
                <a:off x="1536" y="3373"/>
                <a:ext cx="3024" cy="0"/>
              </a:xfrm>
              <a:prstGeom prst="line">
                <a:avLst/>
              </a:prstGeom>
              <a:noFill/>
              <a:ln w="25400">
                <a:solidFill>
                  <a:schemeClr val="tx2"/>
                </a:solidFill>
                <a:prstDash val="sysDot"/>
                <a:round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" name="Text Box 33"/>
              <p:cNvSpPr txBox="1">
                <a:spLocks noChangeArrowheads="1"/>
              </p:cNvSpPr>
              <p:nvPr/>
            </p:nvSpPr>
            <p:spPr bwMode="auto">
              <a:xfrm>
                <a:off x="1818" y="2976"/>
                <a:ext cx="781" cy="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/>
                <a:r>
                  <a:rPr lang="zh-CN" altLang="en-US" sz="2400">
                    <a:solidFill>
                      <a:schemeClr val="tx2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  <a:sym typeface="+mn-ea"/>
                  </a:rPr>
                  <a:t>块操作</a:t>
                </a:r>
                <a:endParaRPr lang="zh-CN" altLang="en-US" sz="2400">
                  <a:solidFill>
                    <a:schemeClr val="tx2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endParaRPr>
              </a:p>
            </p:txBody>
          </p:sp>
          <p:sp>
            <p:nvSpPr>
              <p:cNvPr id="17" name="Text Box 34"/>
              <p:cNvSpPr txBox="1">
                <a:spLocks noChangeArrowheads="1"/>
              </p:cNvSpPr>
              <p:nvPr/>
            </p:nvSpPr>
            <p:spPr bwMode="gray">
              <a:xfrm>
                <a:off x="1259" y="3051"/>
                <a:ext cx="256" cy="3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en-US" altLang="zh-CN" sz="2400" b="1">
                    <a:solidFill>
                      <a:schemeClr val="bg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4</a:t>
                </a:r>
                <a:endParaRPr lang="en-US" altLang="zh-CN" sz="2400" b="1">
                  <a:solidFill>
                    <a:schemeClr val="bg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grpSp>
          <p:nvGrpSpPr>
            <p:cNvPr id="18" name="Group 3"/>
            <p:cNvGrpSpPr/>
            <p:nvPr/>
          </p:nvGrpSpPr>
          <p:grpSpPr bwMode="auto">
            <a:xfrm>
              <a:off x="4929" y="1793"/>
              <a:ext cx="7545" cy="850"/>
              <a:chOff x="1152" y="1272"/>
              <a:chExt cx="3408" cy="453"/>
            </a:xfrm>
          </p:grpSpPr>
          <p:grpSp>
            <p:nvGrpSpPr>
              <p:cNvPr id="19" name="Group 4"/>
              <p:cNvGrpSpPr/>
              <p:nvPr/>
            </p:nvGrpSpPr>
            <p:grpSpPr bwMode="auto">
              <a:xfrm>
                <a:off x="1152" y="1275"/>
                <a:ext cx="480" cy="419"/>
                <a:chOff x="1110" y="2656"/>
                <a:chExt cx="1549" cy="1351"/>
              </a:xfrm>
            </p:grpSpPr>
            <p:sp>
              <p:nvSpPr>
                <p:cNvPr id="20" name="AutoShape 5"/>
                <p:cNvSpPr>
                  <a:spLocks noChangeArrowheads="1"/>
                </p:cNvSpPr>
                <p:nvPr/>
              </p:nvSpPr>
              <p:spPr bwMode="gray">
                <a:xfrm>
                  <a:off x="1123" y="2679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21" name="AutoShape 6"/>
                <p:cNvSpPr>
                  <a:spLocks noChangeArrowheads="1"/>
                </p:cNvSpPr>
                <p:nvPr/>
              </p:nvSpPr>
              <p:spPr bwMode="gray">
                <a:xfrm>
                  <a:off x="1110" y="2656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gradFill rotWithShape="1">
                  <a:gsLst>
                    <a:gs pos="0">
                      <a:srgbClr val="E6E6E6"/>
                    </a:gs>
                    <a:gs pos="7500">
                      <a:srgbClr val="7D8496"/>
                    </a:gs>
                    <a:gs pos="26500">
                      <a:srgbClr val="E6E6E6"/>
                    </a:gs>
                    <a:gs pos="34000">
                      <a:srgbClr val="7D8496"/>
                    </a:gs>
                    <a:gs pos="46500">
                      <a:srgbClr val="E6E6E6"/>
                    </a:gs>
                    <a:gs pos="50000">
                      <a:srgbClr val="FFFFFF"/>
                    </a:gs>
                    <a:gs pos="53500">
                      <a:srgbClr val="E6E6E6"/>
                    </a:gs>
                    <a:gs pos="66000">
                      <a:srgbClr val="7D8496"/>
                    </a:gs>
                    <a:gs pos="73500">
                      <a:srgbClr val="E6E6E6"/>
                    </a:gs>
                    <a:gs pos="92500">
                      <a:srgbClr val="7D8496"/>
                    </a:gs>
                    <a:gs pos="100000">
                      <a:srgbClr val="E6E6E6"/>
                    </a:gs>
                  </a:gsLst>
                  <a:lin ang="2700000" scaled="1"/>
                </a:gradFill>
                <a:ln w="9525">
                  <a:solidFill>
                    <a:srgbClr val="C0C0C0"/>
                  </a:solidFill>
                  <a:miter lim="800000"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22" name="AutoShape 7"/>
                <p:cNvSpPr>
                  <a:spLocks noChangeArrowheads="1"/>
                </p:cNvSpPr>
                <p:nvPr/>
              </p:nvSpPr>
              <p:spPr bwMode="gray">
                <a:xfrm>
                  <a:off x="1201" y="2737"/>
                  <a:ext cx="1348" cy="1169"/>
                </a:xfrm>
                <a:prstGeom prst="hexagon">
                  <a:avLst>
                    <a:gd name="adj" fmla="val 28896"/>
                    <a:gd name="vf" fmla="val 115470"/>
                  </a:avLst>
                </a:prstGeom>
                <a:gradFill rotWithShape="1">
                  <a:gsLst>
                    <a:gs pos="0">
                      <a:schemeClr val="hlink">
                        <a:gamma/>
                        <a:shade val="46275"/>
                        <a:invGamma/>
                      </a:schemeClr>
                    </a:gs>
                    <a:gs pos="100000">
                      <a:schemeClr val="hlink"/>
                    </a:gs>
                  </a:gsLst>
                  <a:lin ang="2700000" scaled="1"/>
                </a:gradFill>
                <a:ln w="9525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</p:grpSp>
          <p:sp>
            <p:nvSpPr>
              <p:cNvPr id="23" name="Line 8"/>
              <p:cNvSpPr>
                <a:spLocks noChangeShapeType="1"/>
              </p:cNvSpPr>
              <p:nvPr/>
            </p:nvSpPr>
            <p:spPr bwMode="auto">
              <a:xfrm>
                <a:off x="1536" y="1659"/>
                <a:ext cx="3024" cy="0"/>
              </a:xfrm>
              <a:prstGeom prst="line">
                <a:avLst/>
              </a:prstGeom>
              <a:noFill/>
              <a:ln w="25400">
                <a:solidFill>
                  <a:schemeClr val="tx2"/>
                </a:solidFill>
                <a:prstDash val="sysDot"/>
                <a:round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" name="Text Box 9"/>
              <p:cNvSpPr txBox="1">
                <a:spLocks noChangeArrowheads="1"/>
              </p:cNvSpPr>
              <p:nvPr/>
            </p:nvSpPr>
            <p:spPr bwMode="auto">
              <a:xfrm>
                <a:off x="1818" y="1272"/>
                <a:ext cx="2559" cy="3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/>
                <a:r>
                  <a:rPr lang="zh-CN" altLang="en-US" sz="2400" dirty="0">
                    <a:solidFill>
                      <a:schemeClr val="tx2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  <a:sym typeface="+mn-ea"/>
                  </a:rPr>
                  <a:t>多线段命令</a:t>
                </a:r>
                <a:endParaRPr lang="zh-CN" altLang="en-US" sz="2400" dirty="0">
                  <a:solidFill>
                    <a:schemeClr val="tx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5" name="Text Box 10"/>
              <p:cNvSpPr txBox="1">
                <a:spLocks noChangeArrowheads="1"/>
              </p:cNvSpPr>
              <p:nvPr/>
            </p:nvSpPr>
            <p:spPr bwMode="gray">
              <a:xfrm>
                <a:off x="1275" y="1337"/>
                <a:ext cx="224" cy="3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en-US" altLang="zh-CN" sz="2400" b="1">
                    <a:solidFill>
                      <a:schemeClr val="bg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1</a:t>
                </a:r>
                <a:endParaRPr lang="en-US" altLang="zh-CN" sz="2400" b="1">
                  <a:solidFill>
                    <a:schemeClr val="bg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39750" y="267970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1</a:t>
            </a:r>
            <a:r>
              <a:rPr lang="zh-CN" alt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、多段线命令（PLINE /PL）</a:t>
            </a:r>
            <a:endParaRPr lang="zh-CN" altLang="en-US"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39750" y="771525"/>
            <a:ext cx="8421370" cy="3291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/>
              <a:t>【多段线】命令用于绘制包括若干直线段和圆弧的多段线，整条多段线可以作为一个实体统一进行编辑。另外，多段线可以指定线宽，因而对于绘制一些特殊形体（如箭头等）很有用。可以使用以下3种方法激活【多段线】命令。</a:t>
            </a:r>
            <a:endParaRPr lang="zh-CN" altLang="en-US" sz="1600"/>
          </a:p>
          <a:p>
            <a:r>
              <a:rPr lang="zh-CN" altLang="en-US" sz="1600"/>
              <a:t>◆  在【绘图】工具栏中，单击【多段线】按钮。</a:t>
            </a:r>
            <a:endParaRPr lang="zh-CN" altLang="en-US" sz="1600"/>
          </a:p>
          <a:p>
            <a:r>
              <a:rPr lang="zh-CN" altLang="en-US" sz="1600"/>
              <a:t>◆  在【绘图】菜单中选择【多段线】命令。</a:t>
            </a:r>
            <a:endParaRPr lang="zh-CN" altLang="en-US" sz="1600"/>
          </a:p>
          <a:p>
            <a:r>
              <a:rPr lang="zh-CN" altLang="en-US" sz="1600"/>
              <a:t>◆  在命令行中输入PL或PLINE。（推荐使用此方法，这样会加快绘图速度。）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/>
              <a:t>用【直线】命令绘制的图形也可用【多段线】命令绘制，但是两者有如下不同之处。</a:t>
            </a:r>
            <a:endParaRPr lang="zh-CN" altLang="en-US" sz="1600"/>
          </a:p>
          <a:p>
            <a:r>
              <a:rPr lang="zh-CN" altLang="en-US" sz="1600"/>
              <a:t>◆  用【直线】命令连续绘制的直线为多个对象，用【多段线】命令绘制的连续直线为一个对象。</a:t>
            </a:r>
            <a:endParaRPr lang="zh-CN" altLang="en-US" sz="1600"/>
          </a:p>
          <a:p>
            <a:r>
              <a:rPr lang="zh-CN" altLang="en-US" sz="1600"/>
              <a:t>◆ 【多段线】命令除了可以绘制直线外，还可以绘制圆弧。</a:t>
            </a:r>
            <a:endParaRPr lang="zh-CN" altLang="en-US" sz="1600"/>
          </a:p>
          <a:p>
            <a:r>
              <a:rPr lang="zh-CN" altLang="en-US" sz="1600"/>
              <a:t>◆ 【多段线】命令除了可以绘制起点和端点一样粗细的直线，还可以绘制起点和端点宽度不一样的线段。</a:t>
            </a:r>
            <a:endParaRPr lang="zh-CN" altLang="en-US" sz="160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39750" y="267970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2</a:t>
            </a:r>
            <a:r>
              <a:rPr lang="zh-CN" alt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、圆命令（CIRCLE/C）</a:t>
            </a:r>
            <a:endParaRPr lang="zh-CN" altLang="en-US"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323850" y="771525"/>
            <a:ext cx="8616950" cy="39693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261620"/>
            <a:r>
              <a:rPr sz="1400" b="1">
                <a:solidFill>
                  <a:srgbClr val="000000"/>
                </a:solidFill>
                <a:cs typeface="方正宋一简体" charset="0"/>
              </a:rPr>
              <a:t>1．圆命令（CIRCLE/C）</a:t>
            </a:r>
            <a:endParaRPr sz="1400" b="0">
              <a:solidFill>
                <a:srgbClr val="000000"/>
              </a:solidFill>
              <a:cs typeface="方正宋一简体" charset="0"/>
            </a:endParaRPr>
          </a:p>
          <a:p>
            <a:pPr marL="0" indent="261620"/>
            <a:r>
              <a:rPr sz="1400" b="0">
                <a:solidFill>
                  <a:srgbClr val="000000"/>
                </a:solidFill>
                <a:cs typeface="方正宋一简体" charset="0"/>
              </a:rPr>
              <a:t>圆是一种比较常见的基本图形单元，可以使用以下3种方法激活【圆】命令。</a:t>
            </a:r>
            <a:endParaRPr sz="1400" b="0">
              <a:solidFill>
                <a:srgbClr val="000000"/>
              </a:solidFill>
              <a:cs typeface="方正宋一简体" charset="0"/>
            </a:endParaRPr>
          </a:p>
          <a:p>
            <a:pPr marL="0" indent="261620"/>
            <a:r>
              <a:rPr sz="1400" b="0">
                <a:solidFill>
                  <a:srgbClr val="000000"/>
                </a:solidFill>
                <a:cs typeface="方正宋一简体" charset="0"/>
              </a:rPr>
              <a:t>◆  在【绘图】工具栏中单击【圆】按钮。圆的绘制有多种方法，在绘制的过程中要清楚已知圆的哪些参数，从而选择相应的命令绘制圆。</a:t>
            </a:r>
            <a:endParaRPr sz="1400" b="0">
              <a:solidFill>
                <a:srgbClr val="000000"/>
              </a:solidFill>
              <a:cs typeface="方正宋一简体" charset="0"/>
            </a:endParaRPr>
          </a:p>
          <a:p>
            <a:pPr marL="0" indent="261620"/>
            <a:r>
              <a:rPr sz="1400" b="0">
                <a:solidFill>
                  <a:srgbClr val="000000"/>
                </a:solidFill>
                <a:cs typeface="方正宋一简体" charset="0"/>
              </a:rPr>
              <a:t>◆  在快捷工具栏【绘图】中选择【圆】命令。</a:t>
            </a:r>
            <a:endParaRPr sz="1400" b="0">
              <a:solidFill>
                <a:srgbClr val="000000"/>
              </a:solidFill>
              <a:cs typeface="方正宋一简体" charset="0"/>
            </a:endParaRPr>
          </a:p>
          <a:p>
            <a:pPr marL="0" indent="261620"/>
            <a:r>
              <a:rPr sz="1400" b="0">
                <a:solidFill>
                  <a:srgbClr val="000000"/>
                </a:solidFill>
                <a:cs typeface="方正宋一简体" charset="0"/>
              </a:rPr>
              <a:t>◆  在命令行输入C或CIRCLE。（推荐使用此方式。）</a:t>
            </a:r>
            <a:endParaRPr sz="1400" b="0">
              <a:solidFill>
                <a:srgbClr val="000000"/>
              </a:solidFill>
              <a:cs typeface="方正宋一简体" charset="0"/>
            </a:endParaRPr>
          </a:p>
          <a:p>
            <a:pPr marL="0" indent="261620"/>
            <a:endParaRPr sz="1400" b="0">
              <a:solidFill>
                <a:srgbClr val="000000"/>
              </a:solidFill>
              <a:cs typeface="方正宋一简体" charset="0"/>
            </a:endParaRPr>
          </a:p>
          <a:p>
            <a:pPr marL="0" indent="261620"/>
            <a:r>
              <a:rPr sz="1400" b="1">
                <a:solidFill>
                  <a:srgbClr val="000000"/>
                </a:solidFill>
                <a:cs typeface="方正宋一简体" charset="0"/>
              </a:rPr>
              <a:t>2．圆弧命令（ARC/A）</a:t>
            </a:r>
            <a:endParaRPr sz="1400" b="0">
              <a:solidFill>
                <a:srgbClr val="000000"/>
              </a:solidFill>
              <a:cs typeface="方正宋一简体" charset="0"/>
            </a:endParaRPr>
          </a:p>
          <a:p>
            <a:pPr marL="0" indent="261620"/>
            <a:r>
              <a:rPr sz="1400" b="0">
                <a:solidFill>
                  <a:srgbClr val="000000"/>
                </a:solidFill>
                <a:cs typeface="方正宋一简体" charset="0"/>
              </a:rPr>
              <a:t>圆弧可以看成圆的一部分，圆弧不仅有圆心，还有起点和端点。因此，可通过指定圆弧的圆心、半径、起点、端点、方向或弦长等参数来绘制圆弧。</a:t>
            </a:r>
            <a:endParaRPr sz="1400" b="0">
              <a:solidFill>
                <a:srgbClr val="000000"/>
              </a:solidFill>
              <a:cs typeface="方正宋一简体" charset="0"/>
            </a:endParaRPr>
          </a:p>
          <a:p>
            <a:pPr marL="0" indent="261620"/>
            <a:r>
              <a:rPr sz="1400" b="0">
                <a:solidFill>
                  <a:srgbClr val="000000"/>
                </a:solidFill>
                <a:cs typeface="方正宋一简体" charset="0"/>
              </a:rPr>
              <a:t>【圆弧】命令可通过在命令行输入A或ARC来激活。</a:t>
            </a:r>
            <a:endParaRPr sz="1400" b="0">
              <a:solidFill>
                <a:srgbClr val="000000"/>
              </a:solidFill>
              <a:cs typeface="方正宋一简体" charset="0"/>
            </a:endParaRPr>
          </a:p>
          <a:p>
            <a:pPr marL="0" indent="261620"/>
            <a:endParaRPr sz="1400" b="0">
              <a:solidFill>
                <a:srgbClr val="000000"/>
              </a:solidFill>
              <a:cs typeface="方正宋一简体" charset="0"/>
            </a:endParaRPr>
          </a:p>
          <a:p>
            <a:pPr marL="0" indent="261620"/>
            <a:r>
              <a:rPr sz="1400" b="1">
                <a:solidFill>
                  <a:srgbClr val="000000"/>
                </a:solidFill>
                <a:cs typeface="方正宋一简体" charset="0"/>
              </a:rPr>
              <a:t>3．圆环命令（DONUT/DO）</a:t>
            </a:r>
            <a:endParaRPr sz="1400" b="0">
              <a:solidFill>
                <a:srgbClr val="000000"/>
              </a:solidFill>
              <a:cs typeface="方正宋一简体" charset="0"/>
            </a:endParaRPr>
          </a:p>
          <a:p>
            <a:pPr marL="0" indent="261620"/>
            <a:r>
              <a:rPr sz="1400" b="0">
                <a:solidFill>
                  <a:srgbClr val="000000"/>
                </a:solidFill>
                <a:cs typeface="方正宋一简体" charset="0"/>
              </a:rPr>
              <a:t>【圆环】命令绘出的图形是一个对象，可配合FILL命令对内部进行填充</a:t>
            </a:r>
            <a:r>
              <a:rPr lang="zh-CN" sz="1400" b="0">
                <a:solidFill>
                  <a:srgbClr val="000000"/>
                </a:solidFill>
                <a:cs typeface="方正宋一简体" charset="0"/>
              </a:rPr>
              <a:t>。</a:t>
            </a:r>
            <a:endParaRPr lang="zh-CN" sz="1400" b="0">
              <a:solidFill>
                <a:srgbClr val="000000"/>
              </a:solidFill>
              <a:cs typeface="方正宋一简体" charset="0"/>
            </a:endParaRPr>
          </a:p>
          <a:p>
            <a:pPr marL="0" indent="261620"/>
            <a:endParaRPr lang="zh-CN" sz="1400" b="0">
              <a:solidFill>
                <a:srgbClr val="000000"/>
              </a:solidFill>
              <a:cs typeface="方正宋一简体" charset="0"/>
            </a:endParaRPr>
          </a:p>
          <a:p>
            <a:pPr marL="0" indent="261620"/>
            <a:r>
              <a:rPr lang="zh-CN" sz="1400" b="1">
                <a:solidFill>
                  <a:srgbClr val="000000"/>
                </a:solidFill>
                <a:cs typeface="方正宋一简体" charset="0"/>
              </a:rPr>
              <a:t>4．椭圆及椭圆弧命令（ELLIPSE/EL）</a:t>
            </a:r>
            <a:endParaRPr lang="zh-CN" sz="1400" b="0">
              <a:solidFill>
                <a:srgbClr val="000000"/>
              </a:solidFill>
              <a:cs typeface="方正宋一简体" charset="0"/>
            </a:endParaRPr>
          </a:p>
          <a:p>
            <a:pPr marL="0" indent="261620"/>
            <a:r>
              <a:rPr lang="zh-CN" sz="1400" b="0">
                <a:solidFill>
                  <a:srgbClr val="000000"/>
                </a:solidFill>
                <a:cs typeface="方正宋一简体" charset="0"/>
              </a:rPr>
              <a:t>椭圆有长轴、短轴、中心点这3个参数。在AutoCAD中，只有中心点、轴和半轴的概念，没有长轴和短轴的提示。</a:t>
            </a:r>
            <a:endParaRPr lang="zh-CN" sz="1400" b="0">
              <a:solidFill>
                <a:srgbClr val="000000"/>
              </a:solidFill>
              <a:cs typeface="方正宋一简体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39750" y="267970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3</a:t>
            </a:r>
            <a:r>
              <a:rPr lang="zh-CN" alt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、移动命令（MOVE/M）</a:t>
            </a:r>
            <a:endParaRPr lang="zh-CN" altLang="en-US"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323850" y="771525"/>
            <a:ext cx="8616950" cy="279971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261620"/>
            <a:r>
              <a:rPr sz="1600" b="0">
                <a:solidFill>
                  <a:srgbClr val="000000"/>
                </a:solidFill>
                <a:cs typeface="方正宋一简体" charset="0"/>
              </a:rPr>
              <a:t>【移动】命令主要用于把单个对象或多个对象从当前的位置移至新位置，并且不改变对象的尺寸与方位。可以使用以下3种方法激活【移动】命令。</a:t>
            </a:r>
            <a:endParaRPr sz="1600" b="0">
              <a:solidFill>
                <a:srgbClr val="000000"/>
              </a:solidFill>
              <a:cs typeface="方正宋一简体" charset="0"/>
            </a:endParaRPr>
          </a:p>
          <a:p>
            <a:pPr marL="0" indent="261620"/>
            <a:r>
              <a:rPr sz="1600" b="0">
                <a:solidFill>
                  <a:srgbClr val="000000"/>
                </a:solidFill>
                <a:cs typeface="方正宋一简体" charset="0"/>
              </a:rPr>
              <a:t>◆  在【修改】工具栏中，单击【移动】按钮。</a:t>
            </a:r>
            <a:endParaRPr sz="1600" b="0">
              <a:solidFill>
                <a:srgbClr val="000000"/>
              </a:solidFill>
              <a:cs typeface="方正宋一简体" charset="0"/>
            </a:endParaRPr>
          </a:p>
          <a:p>
            <a:pPr marL="0" indent="261620"/>
            <a:r>
              <a:rPr sz="1600" b="0">
                <a:solidFill>
                  <a:srgbClr val="000000"/>
                </a:solidFill>
                <a:cs typeface="方正宋一简体" charset="0"/>
              </a:rPr>
              <a:t>◆  在【修改】菜单中，选择【移动】命令。</a:t>
            </a:r>
            <a:endParaRPr sz="1600" b="0">
              <a:solidFill>
                <a:srgbClr val="000000"/>
              </a:solidFill>
              <a:cs typeface="方正宋一简体" charset="0"/>
            </a:endParaRPr>
          </a:p>
          <a:p>
            <a:pPr marL="0" indent="261620"/>
            <a:r>
              <a:rPr sz="1600" b="0">
                <a:solidFill>
                  <a:srgbClr val="000000"/>
                </a:solidFill>
                <a:cs typeface="方正宋一简体" charset="0"/>
              </a:rPr>
              <a:t>◆  在命令行输入M或MOVE。</a:t>
            </a:r>
            <a:endParaRPr sz="1600" b="0">
              <a:solidFill>
                <a:srgbClr val="000000"/>
              </a:solidFill>
              <a:cs typeface="方正宋一简体" charset="0"/>
            </a:endParaRPr>
          </a:p>
          <a:p>
            <a:pPr marL="0" indent="261620"/>
            <a:r>
              <a:rPr sz="1600" b="0">
                <a:solidFill>
                  <a:srgbClr val="000000"/>
                </a:solidFill>
                <a:cs typeface="方正宋一简体" charset="0"/>
              </a:rPr>
              <a:t>【移动】命令在使用的时候要注意，如果对移动的对象放置的位置没有定点的要求，可以选中对象，然后把鼠标指针放在对象上（注意不要放在对象的夹点上），然后移动。如果需要移动到某定点，注意要使用基点来操作。基点就是鼠标指针的附着点。</a:t>
            </a:r>
            <a:endParaRPr sz="1600" b="0">
              <a:solidFill>
                <a:srgbClr val="000000"/>
              </a:solidFill>
              <a:cs typeface="方正宋一简体" charset="0"/>
            </a:endParaRPr>
          </a:p>
          <a:p>
            <a:pPr marL="0" indent="261620"/>
            <a:endParaRPr sz="1600" b="0">
              <a:solidFill>
                <a:srgbClr val="000000"/>
              </a:solidFill>
              <a:cs typeface="方正宋一简体" charset="0"/>
            </a:endParaRPr>
          </a:p>
          <a:p>
            <a:pPr marL="0" indent="261620"/>
            <a:r>
              <a:rPr sz="1600" b="0">
                <a:solidFill>
                  <a:srgbClr val="000000"/>
                </a:solidFill>
                <a:cs typeface="方正宋一简体" charset="0"/>
              </a:rPr>
              <a:t>工程制图中还可以采用选中对象的夹点（一般是中间的夹点）来移动对象，也可以选中对象移动。采用【移动】命令可移动精确距离。</a:t>
            </a:r>
            <a:endParaRPr sz="1600" b="0">
              <a:solidFill>
                <a:srgbClr val="000000"/>
              </a:solidFill>
              <a:cs typeface="方正宋一简体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39750" y="267970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4</a:t>
            </a:r>
            <a:r>
              <a:rPr lang="zh-CN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、</a:t>
            </a:r>
            <a:r>
              <a:rPr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块操作</a:t>
            </a:r>
            <a:endParaRPr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323850" y="771525"/>
            <a:ext cx="8616950" cy="17532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261620"/>
            <a:r>
              <a:rPr sz="1600" b="0">
                <a:solidFill>
                  <a:srgbClr val="000000"/>
                </a:solidFill>
                <a:cs typeface="方正宋一简体" charset="0"/>
              </a:rPr>
              <a:t>在AutoCAD绘图过程中经常会使用到相同的图形但属性值都不一样，每次都重新定义太麻烦。因此可以将它们定义成块，然后可以设置块属性，提高绘图速度和准确度。块的作用就是把一个或者几个图形组成一个整体，选中其中一个就能选中所有。在使用块的时候要先创建一个块，创建块有两种命令：</a:t>
            </a:r>
            <a:r>
              <a:rPr sz="1600" b="1">
                <a:solidFill>
                  <a:srgbClr val="00B0F0"/>
                </a:solidFill>
                <a:cs typeface="方正宋一简体" charset="0"/>
              </a:rPr>
              <a:t>创建块和写块</a:t>
            </a:r>
            <a:r>
              <a:rPr sz="1600" b="0">
                <a:solidFill>
                  <a:srgbClr val="000000"/>
                </a:solidFill>
                <a:cs typeface="方正宋一简体" charset="0"/>
              </a:rPr>
              <a:t>。</a:t>
            </a:r>
            <a:endParaRPr sz="1600" b="0">
              <a:solidFill>
                <a:srgbClr val="000000"/>
              </a:solidFill>
              <a:cs typeface="方正宋一简体" charset="0"/>
            </a:endParaRPr>
          </a:p>
          <a:p>
            <a:pPr marL="0" indent="261620"/>
            <a:r>
              <a:rPr sz="1600" b="1">
                <a:solidFill>
                  <a:srgbClr val="000000"/>
                </a:solidFill>
                <a:cs typeface="方正宋一简体" charset="0"/>
              </a:rPr>
              <a:t>1．创建块（Block/B）</a:t>
            </a:r>
            <a:endParaRPr sz="1600" b="1">
              <a:solidFill>
                <a:srgbClr val="000000"/>
              </a:solidFill>
              <a:cs typeface="方正宋一简体" charset="0"/>
            </a:endParaRPr>
          </a:p>
          <a:p>
            <a:pPr marL="0" indent="261620"/>
            <a:r>
              <a:rPr sz="1400" b="0">
                <a:solidFill>
                  <a:srgbClr val="000000"/>
                </a:solidFill>
                <a:cs typeface="方正宋一简体" charset="0"/>
              </a:rPr>
              <a:t>【创建块】命令创建的块只能在同一文档中插入。先绘制将要创建成块的图形，然后打开【块定义】对话框进行设置，如图4</a:t>
            </a:r>
            <a:r>
              <a:rPr lang="en-US" sz="1400" b="0">
                <a:solidFill>
                  <a:srgbClr val="000000"/>
                </a:solidFill>
                <a:cs typeface="方正宋一简体" charset="0"/>
              </a:rPr>
              <a:t>-</a:t>
            </a:r>
            <a:r>
              <a:rPr sz="1400" b="0">
                <a:solidFill>
                  <a:srgbClr val="000000"/>
                </a:solidFill>
                <a:cs typeface="方正宋一简体" charset="0"/>
              </a:rPr>
              <a:t>9所示。</a:t>
            </a:r>
            <a:endParaRPr sz="1400" b="0">
              <a:solidFill>
                <a:srgbClr val="000000"/>
              </a:solidFill>
              <a:cs typeface="方正宋一简体" charset="0"/>
            </a:endParaRPr>
          </a:p>
        </p:txBody>
      </p:sp>
      <p:pic>
        <p:nvPicPr>
          <p:cNvPr id="2" name="图片 -21474818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15603" y="2211705"/>
            <a:ext cx="3956685" cy="261493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4500245" y="4826635"/>
            <a:ext cx="558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4-9</a:t>
            </a:r>
            <a:endParaRPr lang="en-US" altLang="zh-CN"/>
          </a:p>
        </p:txBody>
      </p:sp>
      <p:grpSp>
        <p:nvGrpSpPr>
          <p:cNvPr id="5" name="组合 4"/>
          <p:cNvGrpSpPr/>
          <p:nvPr/>
        </p:nvGrpSpPr>
        <p:grpSpPr>
          <a:xfrm>
            <a:off x="2915920" y="2211705"/>
            <a:ext cx="3956050" cy="2983230"/>
            <a:chOff x="4592" y="3483"/>
            <a:chExt cx="6230" cy="4698"/>
          </a:xfrm>
        </p:grpSpPr>
        <p:pic>
          <p:nvPicPr>
            <p:cNvPr id="4" name="图片 -214748183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592" y="3483"/>
              <a:ext cx="6231" cy="411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" name="文本框 5"/>
            <p:cNvSpPr txBox="1"/>
            <p:nvPr/>
          </p:nvSpPr>
          <p:spPr>
            <a:xfrm>
              <a:off x="7087" y="7601"/>
              <a:ext cx="88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4-9</a:t>
              </a:r>
              <a:endParaRPr lang="en-US" altLang="zh-CN"/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39750" y="267970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4</a:t>
            </a:r>
            <a:r>
              <a:rPr lang="zh-CN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、</a:t>
            </a:r>
            <a:r>
              <a:rPr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块操作</a:t>
            </a:r>
            <a:endParaRPr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323850" y="771525"/>
            <a:ext cx="8616950" cy="7683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261620"/>
            <a:r>
              <a:rPr sz="1600" b="1">
                <a:cs typeface="方正宋一简体" charset="0"/>
              </a:rPr>
              <a:t>2．写块（WBlock/W）</a:t>
            </a:r>
            <a:endParaRPr sz="1600">
              <a:cs typeface="方正宋一简体" charset="0"/>
            </a:endParaRPr>
          </a:p>
          <a:p>
            <a:pPr marL="0" indent="261620"/>
            <a:r>
              <a:rPr sz="1400">
                <a:cs typeface="方正宋一简体" charset="0"/>
              </a:rPr>
              <a:t>【写块】命令创建的块可以在不同的文档中插入，【写块】对话框如图4-10所示。</a:t>
            </a:r>
            <a:endParaRPr sz="1400">
              <a:cs typeface="方正宋一简体" charset="0"/>
            </a:endParaRPr>
          </a:p>
          <a:p>
            <a:pPr marL="0" indent="261620"/>
            <a:r>
              <a:rPr sz="1400">
                <a:cs typeface="方正宋一简体" charset="0"/>
              </a:rPr>
              <a:t>【写块】命令也需要配合插入块的命令使用。</a:t>
            </a:r>
            <a:endParaRPr sz="1400">
              <a:cs typeface="方正宋一简体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3132455" y="1564005"/>
            <a:ext cx="2999740" cy="3536315"/>
            <a:chOff x="4933" y="2463"/>
            <a:chExt cx="4724" cy="5569"/>
          </a:xfrm>
        </p:grpSpPr>
        <p:pic>
          <p:nvPicPr>
            <p:cNvPr id="2" name="图片 -214748183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933" y="2463"/>
              <a:ext cx="4725" cy="487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" name="文本框 7"/>
            <p:cNvSpPr txBox="1"/>
            <p:nvPr/>
          </p:nvSpPr>
          <p:spPr>
            <a:xfrm>
              <a:off x="6679" y="7452"/>
              <a:ext cx="104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4-10</a:t>
              </a:r>
              <a:endParaRPr lang="en-US" altLang="zh-CN"/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39750" y="267970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4</a:t>
            </a:r>
            <a:r>
              <a:rPr lang="zh-CN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、</a:t>
            </a:r>
            <a:r>
              <a:rPr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块操作</a:t>
            </a:r>
            <a:endParaRPr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323850" y="771525"/>
            <a:ext cx="8616950" cy="98361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261620"/>
            <a:r>
              <a:rPr sz="1600" b="1">
                <a:cs typeface="方正宋一简体" charset="0"/>
              </a:rPr>
              <a:t>3．插入块（Insert/I）</a:t>
            </a:r>
            <a:endParaRPr sz="1600" b="1">
              <a:cs typeface="方正宋一简体" charset="0"/>
            </a:endParaRPr>
          </a:p>
          <a:p>
            <a:pPr marL="0" indent="261620"/>
            <a:r>
              <a:rPr sz="1400">
                <a:cs typeface="方正宋一简体" charset="0"/>
              </a:rPr>
              <a:t>【插入】对话框可以将创建的块插入当前文档或其他文档中。【插入】对话框如图4</a:t>
            </a:r>
            <a:r>
              <a:rPr lang="en-US" sz="1400">
                <a:cs typeface="方正宋一简体" charset="0"/>
              </a:rPr>
              <a:t>-</a:t>
            </a:r>
            <a:r>
              <a:rPr sz="1400">
                <a:cs typeface="方正宋一简体" charset="0"/>
              </a:rPr>
              <a:t>11所示。在【名称】下拉列表框中可以选择创建的块，单击【浏览】按钮可以选择【写块】命令创建的块的保存路径。可以修改缩放比例和旋转的角度来改变块的属性。</a:t>
            </a:r>
            <a:endParaRPr sz="1400">
              <a:cs typeface="方正宋一简体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495550" y="1847850"/>
            <a:ext cx="4194810" cy="3163827"/>
            <a:chOff x="3930" y="2910"/>
            <a:chExt cx="6540" cy="4606"/>
          </a:xfrm>
        </p:grpSpPr>
        <p:pic>
          <p:nvPicPr>
            <p:cNvPr id="2" name="图片 -214748258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930" y="2910"/>
              <a:ext cx="6540" cy="407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" name="文本框 2"/>
            <p:cNvSpPr txBox="1"/>
            <p:nvPr/>
          </p:nvSpPr>
          <p:spPr>
            <a:xfrm>
              <a:off x="6695" y="6980"/>
              <a:ext cx="1010" cy="5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4-11</a:t>
              </a:r>
              <a:endParaRPr lang="en-US" altLang="zh-CN"/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39750" y="267970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5</a:t>
            </a:r>
            <a:r>
              <a:rPr lang="zh-CN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、</a:t>
            </a:r>
            <a:r>
              <a:rPr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修剪命令（TRIM/TR）</a:t>
            </a:r>
            <a:endParaRPr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323850" y="1059815"/>
            <a:ext cx="8616950" cy="31076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261620"/>
            <a:r>
              <a:rPr sz="1800" b="1">
                <a:solidFill>
                  <a:srgbClr val="000000"/>
                </a:solidFill>
                <a:cs typeface="方正宋一简体" charset="0"/>
              </a:rPr>
              <a:t>1．修剪命令（TRIM/TR）</a:t>
            </a:r>
            <a:endParaRPr sz="1800" b="1">
              <a:solidFill>
                <a:srgbClr val="000000"/>
              </a:solidFill>
              <a:cs typeface="方正宋一简体" charset="0"/>
            </a:endParaRPr>
          </a:p>
          <a:p>
            <a:pPr marL="0" indent="261620"/>
            <a:r>
              <a:rPr sz="1600" b="0">
                <a:solidFill>
                  <a:srgbClr val="000000"/>
                </a:solidFill>
                <a:cs typeface="方正宋一简体" charset="0"/>
              </a:rPr>
              <a:t>使用【修剪】命令可以根据修剪边界修剪超出边界的线条，被修剪的对象可以是直线、圆、弧、多段线、样条曲线和射线等。要注意修剪时，修剪边界与被修剪的线段必须处于相交状态。可以通过【修改】工具栏或菜单来激活【修剪】命令，【修剪】命令的快捷键是TR。</a:t>
            </a:r>
            <a:endParaRPr sz="1600" b="0">
              <a:solidFill>
                <a:srgbClr val="000000"/>
              </a:solidFill>
              <a:cs typeface="方正宋一简体" charset="0"/>
            </a:endParaRPr>
          </a:p>
          <a:p>
            <a:pPr marL="0" indent="261620"/>
            <a:r>
              <a:rPr sz="1800" b="1">
                <a:solidFill>
                  <a:srgbClr val="000000"/>
                </a:solidFill>
                <a:cs typeface="方正宋一简体" charset="0"/>
              </a:rPr>
              <a:t>2．延伸命令（EXTEND/EX）</a:t>
            </a:r>
            <a:endParaRPr sz="1600" b="0">
              <a:solidFill>
                <a:srgbClr val="000000"/>
              </a:solidFill>
              <a:cs typeface="方正宋一简体" charset="0"/>
            </a:endParaRPr>
          </a:p>
          <a:p>
            <a:pPr marL="0" indent="261620"/>
            <a:r>
              <a:rPr sz="1600" b="0">
                <a:solidFill>
                  <a:srgbClr val="000000"/>
                </a:solidFill>
                <a:cs typeface="方正宋一简体" charset="0"/>
              </a:rPr>
              <a:t>【延伸】命令用于延伸指定的对象，使其到达图中所选定的边界。使用【延伸】命令也需要用户选择延伸边界和被延伸的线段，且两者必须处于未相交状态。可以通过【修改】工具栏或菜单来激活【延伸】命令，其快捷键是EX。</a:t>
            </a:r>
            <a:endParaRPr sz="1600" b="0">
              <a:solidFill>
                <a:srgbClr val="000000"/>
              </a:solidFill>
              <a:cs typeface="方正宋一简体" charset="0"/>
            </a:endParaRPr>
          </a:p>
          <a:p>
            <a:pPr marL="0" indent="261620"/>
            <a:r>
              <a:rPr sz="1600" b="0">
                <a:solidFill>
                  <a:srgbClr val="000000"/>
                </a:solidFill>
                <a:cs typeface="方正宋一简体" charset="0"/>
              </a:rPr>
              <a:t>【延伸】命令的使用方法和修剪命令是一样的，同样要理解两次选择对象的含义，第一次是延伸的边界，第二次是真正需要延伸的对象。</a:t>
            </a:r>
            <a:endParaRPr sz="1600" b="0">
              <a:solidFill>
                <a:srgbClr val="000000"/>
              </a:solidFill>
              <a:cs typeface="方正宋一简体" charset="0"/>
            </a:endParaRPr>
          </a:p>
          <a:p>
            <a:pPr marL="0" indent="261620"/>
            <a:r>
              <a:rPr sz="1600" b="0">
                <a:solidFill>
                  <a:srgbClr val="000000"/>
                </a:solidFill>
                <a:cs typeface="方正宋一简体" charset="0"/>
              </a:rPr>
              <a:t>【修剪】命令和【延伸】命令可以互用，用法一样，两个命令在使用的时候一定要眼睛配合手，看着命令栏提示操作。</a:t>
            </a:r>
            <a:endParaRPr sz="1600" b="0">
              <a:solidFill>
                <a:srgbClr val="000000"/>
              </a:solidFill>
              <a:cs typeface="方正宋一简体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39750" y="267970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6</a:t>
            </a:r>
            <a:r>
              <a:rPr lang="zh-CN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、</a:t>
            </a:r>
            <a:r>
              <a:rPr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图案填充命令（BHATCH/H）</a:t>
            </a:r>
            <a:endParaRPr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263525" y="915670"/>
            <a:ext cx="8616950" cy="279971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261620"/>
            <a:r>
              <a:rPr sz="1600" b="0">
                <a:solidFill>
                  <a:srgbClr val="000000"/>
                </a:solidFill>
                <a:cs typeface="方正宋一简体" charset="0"/>
              </a:rPr>
              <a:t>【图案填充】命令的功能是填充图形中的一个封闭区域。【图案填充】命令的快捷键是H，也可以选择【默认】→【绘图】→【图案填充】命令激活。执行【图案填充】命令后，会弹出【图案填充创建】菜单，如图4</a:t>
            </a:r>
            <a:r>
              <a:rPr lang="en-US" sz="1600" b="0">
                <a:solidFill>
                  <a:srgbClr val="000000"/>
                </a:solidFill>
                <a:cs typeface="方正宋一简体" charset="0"/>
              </a:rPr>
              <a:t>-</a:t>
            </a:r>
            <a:r>
              <a:rPr sz="1600" b="0">
                <a:solidFill>
                  <a:srgbClr val="000000"/>
                </a:solidFill>
                <a:cs typeface="方正宋一简体" charset="0"/>
              </a:rPr>
              <a:t>13所示。在该菜单中可以设置填充图案样式、比例、角度等参数，以及设置填充边界和填充方式等。</a:t>
            </a:r>
            <a:endParaRPr sz="1600" b="0">
              <a:solidFill>
                <a:srgbClr val="000000"/>
              </a:solidFill>
              <a:cs typeface="方正宋一简体" charset="0"/>
            </a:endParaRPr>
          </a:p>
          <a:p>
            <a:pPr marL="0" indent="261620"/>
            <a:endParaRPr sz="1600" b="0">
              <a:solidFill>
                <a:srgbClr val="000000"/>
              </a:solidFill>
              <a:cs typeface="方正宋一简体" charset="0"/>
            </a:endParaRPr>
          </a:p>
          <a:p>
            <a:pPr marL="0" indent="261620"/>
            <a:endParaRPr sz="1600" b="0">
              <a:solidFill>
                <a:srgbClr val="000000"/>
              </a:solidFill>
              <a:cs typeface="方正宋一简体" charset="0"/>
            </a:endParaRPr>
          </a:p>
          <a:p>
            <a:pPr marL="0" indent="261620"/>
            <a:endParaRPr sz="1600" b="0">
              <a:solidFill>
                <a:srgbClr val="000000"/>
              </a:solidFill>
              <a:cs typeface="方正宋一简体" charset="0"/>
            </a:endParaRPr>
          </a:p>
          <a:p>
            <a:pPr marL="0" indent="261620"/>
            <a:endParaRPr sz="1600" b="0">
              <a:solidFill>
                <a:srgbClr val="000000"/>
              </a:solidFill>
              <a:cs typeface="方正宋一简体" charset="0"/>
            </a:endParaRPr>
          </a:p>
          <a:p>
            <a:pPr marL="0" indent="261620"/>
            <a:endParaRPr sz="1600" b="0">
              <a:solidFill>
                <a:srgbClr val="000000"/>
              </a:solidFill>
              <a:cs typeface="方正宋一简体" charset="0"/>
            </a:endParaRPr>
          </a:p>
          <a:p>
            <a:pPr marL="0" indent="261620"/>
            <a:r>
              <a:rPr sz="1600" b="0">
                <a:solidFill>
                  <a:srgbClr val="000000"/>
                </a:solidFill>
                <a:cs typeface="方正宋一简体" charset="0"/>
              </a:rPr>
              <a:t>【图案填充】命令用于美化设计方案，注意只能对封闭的区域进行图案填充，不封闭的区域无法进行图案填充。渐变色填充用于填充渐变色，参数设置如图4</a:t>
            </a:r>
            <a:r>
              <a:rPr lang="en-US" sz="1600" b="0">
                <a:solidFill>
                  <a:srgbClr val="000000"/>
                </a:solidFill>
                <a:cs typeface="方正宋一简体" charset="0"/>
              </a:rPr>
              <a:t>-</a:t>
            </a:r>
            <a:r>
              <a:rPr sz="1600" b="0">
                <a:solidFill>
                  <a:srgbClr val="000000"/>
                </a:solidFill>
                <a:cs typeface="方正宋一简体" charset="0"/>
              </a:rPr>
              <a:t>14所示，同图案填充。</a:t>
            </a:r>
            <a:endParaRPr sz="1600" b="0">
              <a:solidFill>
                <a:srgbClr val="000000"/>
              </a:solidFill>
              <a:cs typeface="方正宋一简体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248410" y="2068195"/>
            <a:ext cx="7186930" cy="1116330"/>
            <a:chOff x="1966" y="3143"/>
            <a:chExt cx="11318" cy="1758"/>
          </a:xfrm>
        </p:grpSpPr>
        <p:pic>
          <p:nvPicPr>
            <p:cNvPr id="2" name="图片 -214748170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966" y="3143"/>
              <a:ext cx="11318" cy="117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" name="文本框 3"/>
            <p:cNvSpPr txBox="1"/>
            <p:nvPr/>
          </p:nvSpPr>
          <p:spPr>
            <a:xfrm>
              <a:off x="6665" y="4321"/>
              <a:ext cx="10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4-13</a:t>
              </a:r>
              <a:endParaRPr lang="en-US" altLang="zh-CN"/>
            </a:p>
          </p:txBody>
        </p:sp>
      </p:grpSp>
      <p:pic>
        <p:nvPicPr>
          <p:cNvPr id="5" name="图片 -21474818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8410" y="3715385"/>
            <a:ext cx="7146290" cy="7302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文本框 5"/>
          <p:cNvSpPr txBox="1"/>
          <p:nvPr/>
        </p:nvSpPr>
        <p:spPr>
          <a:xfrm>
            <a:off x="4427855" y="4516120"/>
            <a:ext cx="6629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4-14</a:t>
            </a:r>
            <a:endParaRPr lang="en-US" altLang="zh-CN"/>
          </a:p>
        </p:txBody>
      </p:sp>
      <p:grpSp>
        <p:nvGrpSpPr>
          <p:cNvPr id="8" name="组合 7"/>
          <p:cNvGrpSpPr/>
          <p:nvPr/>
        </p:nvGrpSpPr>
        <p:grpSpPr>
          <a:xfrm>
            <a:off x="1248410" y="3715385"/>
            <a:ext cx="7146290" cy="1169035"/>
            <a:chOff x="1966" y="5851"/>
            <a:chExt cx="11254" cy="1841"/>
          </a:xfrm>
        </p:grpSpPr>
        <p:pic>
          <p:nvPicPr>
            <p:cNvPr id="9" name="图片 -21474818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66" y="5851"/>
              <a:ext cx="11254" cy="115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0" name="文本框 9"/>
            <p:cNvSpPr txBox="1"/>
            <p:nvPr/>
          </p:nvSpPr>
          <p:spPr>
            <a:xfrm>
              <a:off x="6973" y="7112"/>
              <a:ext cx="104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4-14</a:t>
              </a:r>
              <a:endParaRPr lang="en-US" altLang="zh-CN"/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39750" y="267970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sz="32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绘制一个箭头（配合FILL命令）</a:t>
            </a:r>
            <a:endParaRPr sz="320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08025" y="988060"/>
            <a:ext cx="7728585" cy="23069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259080"/>
            <a:r>
              <a:rPr sz="1600" b="0"/>
              <a:t>在通信工程图纸中经常会有箭头的图形，通过前面的学习可以看出，采用【多段线】命令（PL）来绘制箭头会比较快捷和美观。</a:t>
            </a:r>
            <a:endParaRPr sz="1600" b="0"/>
          </a:p>
          <a:p>
            <a:pPr marL="0" indent="259080"/>
            <a:r>
              <a:rPr sz="1600" b="0"/>
              <a:t>绘制箭头的难点在于如何快速美观地绘制箭头部分的宽度，这需要在绘图时，左右手及眼睛的配合使用。注意观察鼠标指针上的数值，请看这部分的视频演示。</a:t>
            </a:r>
            <a:endParaRPr sz="1600" b="0"/>
          </a:p>
          <a:p>
            <a:pPr marL="0" indent="259080"/>
            <a:r>
              <a:rPr sz="1600" b="0"/>
              <a:t>这里需要提一下FILL命令，FILL命令的使用很简单，只有开（ON）和关（OFF）两种状态，可随意切换。前面绘制了图415左图所示的箭头样式，默认FILL是开的状态，可以在命令行输入FILL，将其设置成OFF。此时绘图区的图形并没有什么变化，需要激活【视图】菜单中的【重生成】命令（【重生成】命令的快捷键是RE），效果如图4-15右图所示。</a:t>
            </a:r>
            <a:endParaRPr sz="1600" b="0"/>
          </a:p>
        </p:txBody>
      </p:sp>
      <p:grpSp>
        <p:nvGrpSpPr>
          <p:cNvPr id="9" name="组合 8"/>
          <p:cNvGrpSpPr/>
          <p:nvPr/>
        </p:nvGrpSpPr>
        <p:grpSpPr>
          <a:xfrm>
            <a:off x="2124075" y="3580130"/>
            <a:ext cx="5255260" cy="694055"/>
            <a:chOff x="3345" y="5638"/>
            <a:chExt cx="8276" cy="1093"/>
          </a:xfrm>
        </p:grpSpPr>
        <p:pic>
          <p:nvPicPr>
            <p:cNvPr id="3" name="图片 -2147482456" descr="4-15-1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345" y="5638"/>
              <a:ext cx="8277" cy="3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" name="文本框 7"/>
            <p:cNvSpPr txBox="1"/>
            <p:nvPr/>
          </p:nvSpPr>
          <p:spPr>
            <a:xfrm>
              <a:off x="6961" y="6151"/>
              <a:ext cx="126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4-15</a:t>
              </a:r>
              <a:endParaRPr lang="en-US" altLang="zh-CN"/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39750" y="267970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sz="32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绘制简易指北针</a:t>
            </a:r>
            <a:endParaRPr sz="320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39750" y="1059815"/>
            <a:ext cx="8259445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259080"/>
            <a:r>
              <a:rPr sz="1600"/>
              <a:t>指北针的方向一般为向上或向左，禁止向右或向下。指北针一般处于图纸的右上方。每张图纸都要有方向标，且指北针方向必须准确。</a:t>
            </a:r>
            <a:endParaRPr sz="1600"/>
          </a:p>
          <a:p>
            <a:pPr marL="0" indent="259080"/>
            <a:r>
              <a:rPr sz="1600"/>
              <a:t>图4</a:t>
            </a:r>
            <a:r>
              <a:rPr lang="en-US" sz="1600"/>
              <a:t>-</a:t>
            </a:r>
            <a:r>
              <a:rPr sz="1600"/>
              <a:t>16是图纸中指北针的一种画法，可以旋转前面绘制的箭头来表示指北针的方向。</a:t>
            </a:r>
            <a:endParaRPr sz="1600"/>
          </a:p>
        </p:txBody>
      </p:sp>
      <p:grpSp>
        <p:nvGrpSpPr>
          <p:cNvPr id="14" name="组合 13"/>
          <p:cNvGrpSpPr/>
          <p:nvPr/>
        </p:nvGrpSpPr>
        <p:grpSpPr>
          <a:xfrm>
            <a:off x="3636010" y="2211705"/>
            <a:ext cx="2035810" cy="2168525"/>
            <a:chOff x="5726" y="3483"/>
            <a:chExt cx="3206" cy="3415"/>
          </a:xfrm>
        </p:grpSpPr>
        <p:pic>
          <p:nvPicPr>
            <p:cNvPr id="3" name="图片 266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726" y="3483"/>
              <a:ext cx="3207" cy="2602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3" name="文本框 12"/>
            <p:cNvSpPr txBox="1"/>
            <p:nvPr/>
          </p:nvSpPr>
          <p:spPr>
            <a:xfrm>
              <a:off x="6796" y="6318"/>
              <a:ext cx="111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4-16</a:t>
              </a:r>
              <a:endParaRPr lang="en-US" altLang="zh-CN"/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39750" y="267970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sz="32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绘制指北针图标</a:t>
            </a:r>
            <a:endParaRPr sz="320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91845" y="988060"/>
            <a:ext cx="755967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259080"/>
            <a:r>
              <a:rPr sz="1600">
                <a:sym typeface="+mn-ea"/>
              </a:rPr>
              <a:t>除了图4</a:t>
            </a:r>
            <a:r>
              <a:rPr lang="en-US" sz="1600">
                <a:sym typeface="+mn-ea"/>
              </a:rPr>
              <a:t>-</a:t>
            </a:r>
            <a:r>
              <a:rPr sz="1600">
                <a:sym typeface="+mn-ea"/>
              </a:rPr>
              <a:t>16所示的简易指北针外，还有图4</a:t>
            </a:r>
            <a:r>
              <a:rPr lang="en-US" sz="1600">
                <a:sym typeface="+mn-ea"/>
              </a:rPr>
              <a:t>-</a:t>
            </a:r>
            <a:r>
              <a:rPr sz="1600">
                <a:sym typeface="+mn-ea"/>
              </a:rPr>
              <a:t>17所示的几种指北针样式。画出这些指北针图形。</a:t>
            </a:r>
            <a:endParaRPr sz="1600">
              <a:sym typeface="+mn-ea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2665095" y="1851660"/>
            <a:ext cx="3827780" cy="2168525"/>
            <a:chOff x="4197" y="2916"/>
            <a:chExt cx="6028" cy="3415"/>
          </a:xfrm>
        </p:grpSpPr>
        <p:grpSp>
          <p:nvGrpSpPr>
            <p:cNvPr id="3" name="组合 2"/>
            <p:cNvGrpSpPr/>
            <p:nvPr/>
          </p:nvGrpSpPr>
          <p:grpSpPr>
            <a:xfrm>
              <a:off x="4197" y="2916"/>
              <a:ext cx="6029" cy="2573"/>
              <a:chOff x="6682" y="3476"/>
              <a:chExt cx="3163" cy="1366"/>
            </a:xfrm>
          </p:grpSpPr>
          <p:pic>
            <p:nvPicPr>
              <p:cNvPr id="4" name="图片 2661"/>
              <p:cNvPicPr>
                <a:picLocks noChangeAspect="1"/>
              </p:cNvPicPr>
              <p:nvPr/>
            </p:nvPicPr>
            <p:blipFill>
              <a:blip r:embed="rId1"/>
              <a:srcRect b="-3859"/>
              <a:stretch>
                <a:fillRect/>
              </a:stretch>
            </p:blipFill>
            <p:spPr>
              <a:xfrm>
                <a:off x="6682" y="3476"/>
                <a:ext cx="1233" cy="1366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6" name="图片 -2147482549"/>
              <p:cNvPicPr>
                <a:picLocks noChangeAspect="1"/>
              </p:cNvPicPr>
              <p:nvPr/>
            </p:nvPicPr>
            <p:blipFill>
              <a:blip r:embed="rId2"/>
              <a:srcRect l="17172" r="17664"/>
              <a:stretch>
                <a:fillRect/>
              </a:stretch>
            </p:blipFill>
            <p:spPr>
              <a:xfrm>
                <a:off x="8674" y="3476"/>
                <a:ext cx="1171" cy="1344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sp>
          <p:nvSpPr>
            <p:cNvPr id="8" name="文本框 7"/>
            <p:cNvSpPr txBox="1"/>
            <p:nvPr/>
          </p:nvSpPr>
          <p:spPr>
            <a:xfrm>
              <a:off x="6548" y="5751"/>
              <a:ext cx="105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4-17</a:t>
              </a:r>
              <a:endParaRPr lang="en-US" altLang="zh-CN"/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oZGlkIjoiZGFlNWRkNmVlMTQxOWJjOTRkYjEzOTE3MmJkY2Q1MWIifQ=="/>
  <p:tag name="KSO_WPP_MARK_KEY" val="2fcf6cec-e5bb-4072-86ac-ff62f2a53752"/>
  <p:tag name="commondata" val="eyJoZGlkIjoiYmQ3NjQxYmZmN2ZkODIxYWNiNTEzMzQyMTZmNzQ1MmMifQ=="/>
</p:tagLst>
</file>

<file path=ppt/theme/theme1.xml><?xml version="1.0" encoding="utf-8"?>
<a:theme xmlns:a="http://schemas.openxmlformats.org/drawingml/2006/main" name="chrome">
  <a:themeElements>
    <a:clrScheme name="Default Design 1">
      <a:dk1>
        <a:srgbClr val="000000"/>
      </a:dk1>
      <a:lt1>
        <a:srgbClr val="FDF58D"/>
      </a:lt1>
      <a:dk2>
        <a:srgbClr val="CC3300"/>
      </a:dk2>
      <a:lt2>
        <a:srgbClr val="808080"/>
      </a:lt2>
      <a:accent1>
        <a:srgbClr val="FF6161"/>
      </a:accent1>
      <a:accent2>
        <a:srgbClr val="FFC319"/>
      </a:accent2>
      <a:accent3>
        <a:srgbClr val="FEF9C5"/>
      </a:accent3>
      <a:accent4>
        <a:srgbClr val="000000"/>
      </a:accent4>
      <a:accent5>
        <a:srgbClr val="FFB7B7"/>
      </a:accent5>
      <a:accent6>
        <a:srgbClr val="E7B016"/>
      </a:accent6>
      <a:hlink>
        <a:srgbClr val="A8D02A"/>
      </a:hlink>
      <a:folHlink>
        <a:srgbClr val="5CB1FE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DF58D"/>
        </a:lt1>
        <a:dk2>
          <a:srgbClr val="CC3300"/>
        </a:dk2>
        <a:lt2>
          <a:srgbClr val="808080"/>
        </a:lt2>
        <a:accent1>
          <a:srgbClr val="FF6161"/>
        </a:accent1>
        <a:accent2>
          <a:srgbClr val="FFC319"/>
        </a:accent2>
        <a:accent3>
          <a:srgbClr val="FEF9C5"/>
        </a:accent3>
        <a:accent4>
          <a:srgbClr val="000000"/>
        </a:accent4>
        <a:accent5>
          <a:srgbClr val="FFB7B7"/>
        </a:accent5>
        <a:accent6>
          <a:srgbClr val="E7B016"/>
        </a:accent6>
        <a:hlink>
          <a:srgbClr val="A8D02A"/>
        </a:hlink>
        <a:folHlink>
          <a:srgbClr val="5CB1F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E1F4D8"/>
        </a:lt1>
        <a:dk2>
          <a:srgbClr val="003366"/>
        </a:dk2>
        <a:lt2>
          <a:srgbClr val="808080"/>
        </a:lt2>
        <a:accent1>
          <a:srgbClr val="FFC319"/>
        </a:accent1>
        <a:accent2>
          <a:srgbClr val="A8D02A"/>
        </a:accent2>
        <a:accent3>
          <a:srgbClr val="EEF8E9"/>
        </a:accent3>
        <a:accent4>
          <a:srgbClr val="000000"/>
        </a:accent4>
        <a:accent5>
          <a:srgbClr val="FFDEAB"/>
        </a:accent5>
        <a:accent6>
          <a:srgbClr val="98BC25"/>
        </a:accent6>
        <a:hlink>
          <a:srgbClr val="5CB1FE"/>
        </a:hlink>
        <a:folHlink>
          <a:srgbClr val="FF616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EE9DE"/>
        </a:lt1>
        <a:dk2>
          <a:srgbClr val="000066"/>
        </a:dk2>
        <a:lt2>
          <a:srgbClr val="808080"/>
        </a:lt2>
        <a:accent1>
          <a:srgbClr val="5CB1FE"/>
        </a:accent1>
        <a:accent2>
          <a:srgbClr val="FF7575"/>
        </a:accent2>
        <a:accent3>
          <a:srgbClr val="FEF2EC"/>
        </a:accent3>
        <a:accent4>
          <a:srgbClr val="000000"/>
        </a:accent4>
        <a:accent5>
          <a:srgbClr val="B5D5FE"/>
        </a:accent5>
        <a:accent6>
          <a:srgbClr val="E76969"/>
        </a:accent6>
        <a:hlink>
          <a:srgbClr val="FFC319"/>
        </a:hlink>
        <a:folHlink>
          <a:srgbClr val="A8D02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292TGp_silent night_light</Template>
  <TotalTime>0</TotalTime>
  <Words>2672</Words>
  <Application>WPS 演示</Application>
  <PresentationFormat>全屏显示(16:9)</PresentationFormat>
  <Paragraphs>139</Paragraphs>
  <Slides>13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5" baseType="lpstr">
      <vt:lpstr>Arial</vt:lpstr>
      <vt:lpstr>宋体</vt:lpstr>
      <vt:lpstr>Wingdings</vt:lpstr>
      <vt:lpstr>Arial Black</vt:lpstr>
      <vt:lpstr>Times New Roman</vt:lpstr>
      <vt:lpstr>华文新魏</vt:lpstr>
      <vt:lpstr>楷体</vt:lpstr>
      <vt:lpstr>方正宋一简体</vt:lpstr>
      <vt:lpstr>微软雅黑</vt:lpstr>
      <vt:lpstr>Arial Unicode MS</vt:lpstr>
      <vt:lpstr>Calibri</vt:lpstr>
      <vt:lpstr>chrome</vt:lpstr>
      <vt:lpstr>PowerPoint 演示文稿</vt:lpstr>
      <vt:lpstr>指北针的绘制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chances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ThemeGallery  Power Template</dc:title>
  <dc:creator>j</dc:creator>
  <cp:lastModifiedBy>Singularity</cp:lastModifiedBy>
  <cp:revision>101</cp:revision>
  <dcterms:created xsi:type="dcterms:W3CDTF">2007-07-24T14:55:00Z</dcterms:created>
  <dcterms:modified xsi:type="dcterms:W3CDTF">2025-11-09T23:54:05Z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C40165A326E9425AACDC4AC275AE5939</vt:lpwstr>
  </property>
  <property fmtid="{D5CDD505-2E9C-101B-9397-08002B2CF9AE}" pid="3" name="KSOProductBuildVer">
    <vt:lpwstr>2052-11.1.0.12173</vt:lpwstr>
  </property>
</Properties>
</file>