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665" r:id="rId3"/>
    <p:sldId id="714" r:id="rId5"/>
    <p:sldId id="681" r:id="rId6"/>
    <p:sldId id="731" r:id="rId7"/>
    <p:sldId id="713" r:id="rId8"/>
    <p:sldId id="730" r:id="rId9"/>
    <p:sldId id="715" r:id="rId10"/>
    <p:sldId id="732" r:id="rId11"/>
    <p:sldId id="733" r:id="rId12"/>
    <p:sldId id="716" r:id="rId13"/>
    <p:sldId id="717" r:id="rId14"/>
    <p:sldId id="718" r:id="rId15"/>
    <p:sldId id="734" r:id="rId16"/>
  </p:sldIdLst>
  <p:sldSz cx="9144000" cy="5143500" type="screen16x9"/>
  <p:notesSz cx="6858000" cy="9144000"/>
  <p:custDataLst>
    <p:tags r:id="rId20"/>
  </p:custData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340" userDrawn="1">
          <p15:clr>
            <a:srgbClr val="A4A3A4"/>
          </p15:clr>
        </p15:guide>
        <p15:guide id="3" pos="54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a:srgbClr val="B2D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9" autoAdjust="0"/>
    <p:restoredTop sz="96133" autoAdjust="0"/>
  </p:normalViewPr>
  <p:slideViewPr>
    <p:cSldViewPr showGuides="1">
      <p:cViewPr varScale="1">
        <p:scale>
          <a:sx n="86" d="100"/>
          <a:sy n="86" d="100"/>
        </p:scale>
        <p:origin x="-504" y="-372"/>
      </p:cViewPr>
      <p:guideLst>
        <p:guide orient="horz" pos="1620"/>
        <p:guide pos="340"/>
        <p:guide pos="5472"/>
      </p:guideLst>
    </p:cSldViewPr>
  </p:slideViewPr>
  <p:notesTextViewPr>
    <p:cViewPr>
      <p:scale>
        <a:sx n="100" d="100"/>
        <a:sy n="100" d="100"/>
      </p:scale>
      <p:origin x="0" y="0"/>
    </p:cViewPr>
  </p:notesTextViewPr>
  <p:sorterViewPr>
    <p:cViewPr>
      <p:scale>
        <a:sx n="64" d="100"/>
        <a:sy n="64" d="100"/>
      </p:scale>
      <p:origin x="0" y="295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gs" Target="tags/tag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EA87550A-199E-42E0-B585-690E6C86E0DD}"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A31C1387-779F-4F38-A916-09BAC98A989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BA1CCFC-D8A8-4C82-A7ED-6685B60DEEA3}" type="slidenum">
              <a:rPr lang="en-US" altLang="zh-CN" smtClean="0">
                <a:solidFill>
                  <a:srgbClr val="000000"/>
                </a:solidFill>
              </a:rPr>
            </a:fld>
            <a:endParaRPr lang="en-US" altLang="zh-CN" smtClean="0">
              <a:solidFill>
                <a:srgbClr val="000000"/>
              </a:solidFill>
            </a:endParaRPr>
          </a:p>
        </p:txBody>
      </p:sp>
      <p:sp>
        <p:nvSpPr>
          <p:cNvPr id="26009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601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57175" indent="-257175" defTabSz="685800" eaLnBrk="0" hangingPunct="0">
              <a:lnSpc>
                <a:spcPct val="200000"/>
              </a:lnSpc>
              <a:buClr>
                <a:srgbClr val="00B050"/>
              </a:buClr>
              <a:buFont typeface="Wingdings" panose="05000000000000000000" pitchFamily="2" charset="2"/>
              <a:buChar char="u"/>
            </a:pPr>
            <a:r>
              <a:rPr kumimoji="1" lang="zh-CN" altLang="en-US" dirty="0" smtClean="0">
                <a:solidFill>
                  <a:srgbClr val="000000"/>
                </a:solidFill>
                <a:latin typeface="楷体" panose="02010609060101010101" pitchFamily="49" charset="-122"/>
                <a:ea typeface="楷体" panose="02010609060101010101" pitchFamily="49" charset="-122"/>
              </a:rPr>
              <a:t> 理解和掌握通信工程制图的</a:t>
            </a:r>
            <a:r>
              <a:rPr kumimoji="1" lang="zh-CN" altLang="en-US" dirty="0" smtClean="0">
                <a:solidFill>
                  <a:srgbClr val="FF0000"/>
                </a:solidFill>
                <a:latin typeface="楷体" panose="02010609060101010101" pitchFamily="49" charset="-122"/>
                <a:ea typeface="楷体" panose="02010609060101010101" pitchFamily="49" charset="-122"/>
              </a:rPr>
              <a:t>总体要求和统一</a:t>
            </a:r>
            <a:r>
              <a:rPr kumimoji="1" lang="zh-CN" altLang="en-US" dirty="0" smtClean="0">
                <a:solidFill>
                  <a:srgbClr val="000000"/>
                </a:solidFill>
                <a:latin typeface="楷体" panose="02010609060101010101" pitchFamily="49" charset="-122"/>
                <a:ea typeface="楷体" panose="02010609060101010101" pitchFamily="49" charset="-122"/>
              </a:rPr>
              <a:t>规定。</a:t>
            </a:r>
            <a:endParaRPr kumimoji="1" lang="zh-CN" altLang="en-US" dirty="0" smtClean="0">
              <a:solidFill>
                <a:srgbClr val="000000"/>
              </a:solidFill>
              <a:latin typeface="楷体" panose="02010609060101010101" pitchFamily="49" charset="-122"/>
              <a:ea typeface="楷体" panose="02010609060101010101" pitchFamily="49" charset="-122"/>
            </a:endParaRPr>
          </a:p>
          <a:p>
            <a:pPr marL="257175" indent="-257175" defTabSz="685800" eaLnBrk="0" hangingPunct="0">
              <a:lnSpc>
                <a:spcPct val="200000"/>
              </a:lnSpc>
              <a:buClr>
                <a:srgbClr val="00B050"/>
              </a:buClr>
              <a:buFont typeface="Wingdings" panose="05000000000000000000" pitchFamily="2" charset="2"/>
              <a:buChar char="u"/>
            </a:pPr>
            <a:r>
              <a:rPr kumimoji="1" lang="zh-CN" altLang="en-US" dirty="0" smtClean="0">
                <a:solidFill>
                  <a:srgbClr val="000000"/>
                </a:solidFill>
                <a:latin typeface="楷体" panose="02010609060101010101" pitchFamily="49" charset="-122"/>
                <a:ea typeface="楷体" panose="02010609060101010101" pitchFamily="49" charset="-122"/>
              </a:rPr>
              <a:t> 掌握通信工程制图中的常用</a:t>
            </a:r>
            <a:r>
              <a:rPr kumimoji="1" lang="zh-CN" altLang="en-US" dirty="0" smtClean="0">
                <a:solidFill>
                  <a:srgbClr val="FF0000"/>
                </a:solidFill>
                <a:latin typeface="楷体" panose="02010609060101010101" pitchFamily="49" charset="-122"/>
                <a:ea typeface="楷体" panose="02010609060101010101" pitchFamily="49" charset="-122"/>
              </a:rPr>
              <a:t>图例</a:t>
            </a:r>
            <a:r>
              <a:rPr kumimoji="1" lang="zh-CN" altLang="en-US" dirty="0" smtClean="0">
                <a:solidFill>
                  <a:srgbClr val="000000"/>
                </a:solidFill>
                <a:latin typeface="楷体" panose="02010609060101010101" pitchFamily="49" charset="-122"/>
                <a:ea typeface="楷体" panose="02010609060101010101" pitchFamily="49" charset="-122"/>
              </a:rPr>
              <a:t>及含义。</a:t>
            </a:r>
            <a:endParaRPr kumimoji="1" lang="zh-CN" altLang="en-US" dirty="0" smtClean="0">
              <a:solidFill>
                <a:srgbClr val="000000"/>
              </a:solidFill>
              <a:latin typeface="楷体" panose="02010609060101010101" pitchFamily="49" charset="-122"/>
              <a:ea typeface="楷体"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A31C1387-779F-4F38-A916-09BAC98A989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spTree>
      <p:nvGrpSpPr>
        <p:cNvPr id="1" name=""/>
        <p:cNvGrpSpPr/>
        <p:nvPr/>
      </p:nvGrpSpPr>
      <p:grpSpPr>
        <a:xfrm>
          <a:off x="0" y="0"/>
          <a:ext cx="0" cy="0"/>
          <a:chOff x="0" y="0"/>
          <a:chExt cx="0" cy="0"/>
        </a:xfrm>
      </p:grpSpPr>
      <p:sp>
        <p:nvSpPr>
          <p:cNvPr id="4" name="Freeform 40"/>
          <p:cNvSpPr/>
          <p:nvPr/>
        </p:nvSpPr>
        <p:spPr bwMode="gray">
          <a:xfrm>
            <a:off x="0" y="4537075"/>
            <a:ext cx="2762250" cy="606425"/>
          </a:xfrm>
          <a:custGeom>
            <a:avLst/>
            <a:gdLst>
              <a:gd name="T0" fmla="*/ 0 w 1740"/>
              <a:gd name="T1" fmla="*/ 0 h 510"/>
              <a:gd name="T2" fmla="*/ 0 w 1740"/>
              <a:gd name="T3" fmla="*/ 606425 h 510"/>
              <a:gd name="T4" fmla="*/ 2762250 w 1740"/>
              <a:gd name="T5" fmla="*/ 606425 h 510"/>
              <a:gd name="T6" fmla="*/ 2532063 w 1740"/>
              <a:gd name="T7" fmla="*/ 35672 h 510"/>
              <a:gd name="T8" fmla="*/ 0 w 1740"/>
              <a:gd name="T9" fmla="*/ 0 h 5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40" h="510">
                <a:moveTo>
                  <a:pt x="0" y="0"/>
                </a:moveTo>
                <a:lnTo>
                  <a:pt x="0" y="510"/>
                </a:lnTo>
                <a:cubicBezTo>
                  <a:pt x="0" y="510"/>
                  <a:pt x="870" y="510"/>
                  <a:pt x="1740" y="510"/>
                </a:cubicBezTo>
                <a:cubicBezTo>
                  <a:pt x="1650" y="258"/>
                  <a:pt x="1595" y="30"/>
                  <a:pt x="1595" y="30"/>
                </a:cubicBezTo>
                <a:cubicBezTo>
                  <a:pt x="798" y="54"/>
                  <a:pt x="0" y="0"/>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 name="Freeform 41"/>
          <p:cNvSpPr/>
          <p:nvPr/>
        </p:nvSpPr>
        <p:spPr bwMode="gray">
          <a:xfrm>
            <a:off x="2590800" y="3529013"/>
            <a:ext cx="6400800" cy="1614487"/>
          </a:xfrm>
          <a:custGeom>
            <a:avLst/>
            <a:gdLst>
              <a:gd name="T0" fmla="*/ 1771650 w 4032"/>
              <a:gd name="T1" fmla="*/ 0 h 1356"/>
              <a:gd name="T2" fmla="*/ 6096000 w 4032"/>
              <a:gd name="T3" fmla="*/ 757237 h 1356"/>
              <a:gd name="T4" fmla="*/ 6400800 w 4032"/>
              <a:gd name="T5" fmla="*/ 1614487 h 1356"/>
              <a:gd name="T6" fmla="*/ 457200 w 4032"/>
              <a:gd name="T7" fmla="*/ 1614487 h 1356"/>
              <a:gd name="T8" fmla="*/ 0 w 4032"/>
              <a:gd name="T9" fmla="*/ 985837 h 1356"/>
              <a:gd name="T10" fmla="*/ 1771650 w 4032"/>
              <a:gd name="T11" fmla="*/ 0 h 13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32" h="1356">
                <a:moveTo>
                  <a:pt x="1116" y="0"/>
                </a:moveTo>
                <a:cubicBezTo>
                  <a:pt x="2370" y="1254"/>
                  <a:pt x="3840" y="636"/>
                  <a:pt x="3840" y="636"/>
                </a:cubicBezTo>
                <a:cubicBezTo>
                  <a:pt x="4032" y="966"/>
                  <a:pt x="4032" y="1356"/>
                  <a:pt x="4032" y="1356"/>
                </a:cubicBezTo>
                <a:cubicBezTo>
                  <a:pt x="4032" y="1356"/>
                  <a:pt x="2160" y="1356"/>
                  <a:pt x="288" y="1356"/>
                </a:cubicBezTo>
                <a:cubicBezTo>
                  <a:pt x="120" y="1140"/>
                  <a:pt x="0" y="828"/>
                  <a:pt x="0" y="828"/>
                </a:cubicBezTo>
                <a:lnTo>
                  <a:pt x="1116" y="0"/>
                </a:lnTo>
                <a:close/>
              </a:path>
            </a:pathLst>
          </a:custGeom>
          <a:solidFill>
            <a:schemeClr va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Freeform 42"/>
          <p:cNvSpPr/>
          <p:nvPr/>
        </p:nvSpPr>
        <p:spPr bwMode="gray">
          <a:xfrm>
            <a:off x="4400550" y="585788"/>
            <a:ext cx="4743450" cy="3786187"/>
          </a:xfrm>
          <a:custGeom>
            <a:avLst/>
            <a:gdLst>
              <a:gd name="T0" fmla="*/ 809625 w 2988"/>
              <a:gd name="T1" fmla="*/ 1307306 h 3180"/>
              <a:gd name="T2" fmla="*/ 3619500 w 2988"/>
              <a:gd name="T3" fmla="*/ 0 h 3180"/>
              <a:gd name="T4" fmla="*/ 4743450 w 2988"/>
              <a:gd name="T5" fmla="*/ 407194 h 3180"/>
              <a:gd name="T6" fmla="*/ 4743450 w 2988"/>
              <a:gd name="T7" fmla="*/ 3300412 h 3180"/>
              <a:gd name="T8" fmla="*/ 2305050 w 2988"/>
              <a:gd name="T9" fmla="*/ 3643312 h 3180"/>
              <a:gd name="T10" fmla="*/ 0 w 2988"/>
              <a:gd name="T11" fmla="*/ 2864643 h 3180"/>
              <a:gd name="T12" fmla="*/ 809625 w 2988"/>
              <a:gd name="T13" fmla="*/ 1307306 h 31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88" h="3180">
                <a:moveTo>
                  <a:pt x="510" y="1098"/>
                </a:moveTo>
                <a:cubicBezTo>
                  <a:pt x="1710" y="840"/>
                  <a:pt x="2280" y="0"/>
                  <a:pt x="2280" y="0"/>
                </a:cubicBezTo>
                <a:cubicBezTo>
                  <a:pt x="2700" y="96"/>
                  <a:pt x="2988" y="342"/>
                  <a:pt x="2988" y="342"/>
                </a:cubicBezTo>
                <a:lnTo>
                  <a:pt x="2988" y="2772"/>
                </a:lnTo>
                <a:cubicBezTo>
                  <a:pt x="2988" y="2772"/>
                  <a:pt x="2202" y="3180"/>
                  <a:pt x="1452" y="3060"/>
                </a:cubicBezTo>
                <a:cubicBezTo>
                  <a:pt x="636" y="2940"/>
                  <a:pt x="0" y="2406"/>
                  <a:pt x="0" y="2406"/>
                </a:cubicBezTo>
                <a:lnTo>
                  <a:pt x="510" y="1098"/>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 name="Freeform 43"/>
          <p:cNvSpPr/>
          <p:nvPr/>
        </p:nvSpPr>
        <p:spPr bwMode="gray">
          <a:xfrm>
            <a:off x="4800600" y="0"/>
            <a:ext cx="3276600" cy="1808163"/>
          </a:xfrm>
          <a:custGeom>
            <a:avLst/>
            <a:gdLst>
              <a:gd name="T0" fmla="*/ 0 w 2064"/>
              <a:gd name="T1" fmla="*/ 0 h 1518"/>
              <a:gd name="T2" fmla="*/ 438150 w 2064"/>
              <a:gd name="T3" fmla="*/ 1808163 h 1518"/>
              <a:gd name="T4" fmla="*/ 3276600 w 2064"/>
              <a:gd name="T5" fmla="*/ 0 h 1518"/>
              <a:gd name="T6" fmla="*/ 0 w 2064"/>
              <a:gd name="T7" fmla="*/ 0 h 15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64" h="1518">
                <a:moveTo>
                  <a:pt x="0" y="0"/>
                </a:moveTo>
                <a:cubicBezTo>
                  <a:pt x="0" y="0"/>
                  <a:pt x="138" y="759"/>
                  <a:pt x="276" y="1518"/>
                </a:cubicBezTo>
                <a:cubicBezTo>
                  <a:pt x="1518" y="1194"/>
                  <a:pt x="2064" y="0"/>
                  <a:pt x="2064" y="0"/>
                </a:cubicBez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 name="Freeform 79"/>
          <p:cNvSpPr/>
          <p:nvPr/>
        </p:nvSpPr>
        <p:spPr bwMode="gray">
          <a:xfrm>
            <a:off x="0" y="0"/>
            <a:ext cx="6583363" cy="5451475"/>
          </a:xfrm>
          <a:custGeom>
            <a:avLst/>
            <a:gdLst>
              <a:gd name="T0" fmla="*/ 0 w 4014"/>
              <a:gd name="T1" fmla="*/ 0 h 4455"/>
              <a:gd name="T2" fmla="*/ 5924043 w 4014"/>
              <a:gd name="T3" fmla="*/ 0 h 4455"/>
              <a:gd name="T4" fmla="*/ 5284403 w 4014"/>
              <a:gd name="T5" fmla="*/ 3722421 h 4455"/>
              <a:gd name="T6" fmla="*/ 0 w 4014"/>
              <a:gd name="T7" fmla="*/ 4581442 h 4455"/>
              <a:gd name="T8" fmla="*/ 0 w 4014"/>
              <a:gd name="T9" fmla="*/ 0 h 4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14" h="4455">
                <a:moveTo>
                  <a:pt x="0" y="0"/>
                </a:moveTo>
                <a:lnTo>
                  <a:pt x="3612" y="0"/>
                </a:lnTo>
                <a:cubicBezTo>
                  <a:pt x="4014" y="984"/>
                  <a:pt x="3812" y="2307"/>
                  <a:pt x="3222" y="3042"/>
                </a:cubicBezTo>
                <a:cubicBezTo>
                  <a:pt x="1988" y="4455"/>
                  <a:pt x="0" y="3744"/>
                  <a:pt x="0" y="3744"/>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 name="Freeform 45"/>
          <p:cNvSpPr/>
          <p:nvPr/>
        </p:nvSpPr>
        <p:spPr bwMode="gray">
          <a:xfrm>
            <a:off x="0" y="0"/>
            <a:ext cx="6372225" cy="5303838"/>
          </a:xfrm>
          <a:custGeom>
            <a:avLst/>
            <a:gdLst/>
            <a:ahLst/>
            <a:cxnLst>
              <a:cxn ang="0">
                <a:pos x="0" y="0"/>
              </a:cxn>
              <a:cxn ang="0">
                <a:pos x="3612" y="0"/>
              </a:cxn>
              <a:cxn ang="0">
                <a:pos x="3222" y="3042"/>
              </a:cxn>
              <a:cxn ang="0">
                <a:pos x="0" y="3744"/>
              </a:cxn>
              <a:cxn ang="0">
                <a:pos x="0" y="0"/>
              </a:cxn>
            </a:cxnLst>
            <a:rect l="0" t="0" r="r" b="b"/>
            <a:pathLst>
              <a:path w="4014" h="4455">
                <a:moveTo>
                  <a:pt x="0" y="0"/>
                </a:moveTo>
                <a:lnTo>
                  <a:pt x="3612" y="0"/>
                </a:lnTo>
                <a:cubicBezTo>
                  <a:pt x="4014" y="984"/>
                  <a:pt x="3812" y="2307"/>
                  <a:pt x="3222" y="3042"/>
                </a:cubicBezTo>
                <a:cubicBezTo>
                  <a:pt x="1988" y="4455"/>
                  <a:pt x="0" y="3744"/>
                  <a:pt x="0" y="3744"/>
                </a:cubicBezTo>
                <a:lnTo>
                  <a:pt x="0" y="0"/>
                </a:lnTo>
                <a:close/>
              </a:path>
            </a:pathLst>
          </a:custGeom>
          <a:gradFill rotWithShape="1">
            <a:gsLst>
              <a:gs pos="0">
                <a:schemeClr val="bg1">
                  <a:gamma/>
                  <a:tint val="25490"/>
                  <a:invGamma/>
                </a:schemeClr>
              </a:gs>
              <a:gs pos="100000">
                <a:schemeClr val="bg1"/>
              </a:gs>
            </a:gsLst>
            <a:lin ang="2700000" scaled="1"/>
          </a:gradFill>
          <a:ln w="9525">
            <a:noFill/>
            <a:round/>
          </a:ln>
          <a:effectLst/>
        </p:spPr>
        <p:txBody>
          <a:bodyPr/>
          <a:lstStyle/>
          <a:p>
            <a:pPr>
              <a:defRPr/>
            </a:pPr>
            <a:endParaRPr lang="zh-CN" altLang="en-US"/>
          </a:p>
        </p:txBody>
      </p:sp>
      <p:sp>
        <p:nvSpPr>
          <p:cNvPr id="10" name="Line 47"/>
          <p:cNvSpPr>
            <a:spLocks noChangeShapeType="1"/>
          </p:cNvSpPr>
          <p:nvPr/>
        </p:nvSpPr>
        <p:spPr bwMode="gray">
          <a:xfrm>
            <a:off x="250825" y="1588"/>
            <a:ext cx="0" cy="4511675"/>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1" name="Line 48"/>
          <p:cNvSpPr>
            <a:spLocks noChangeShapeType="1"/>
          </p:cNvSpPr>
          <p:nvPr/>
        </p:nvSpPr>
        <p:spPr bwMode="gray">
          <a:xfrm>
            <a:off x="1293813" y="1588"/>
            <a:ext cx="0" cy="4654550"/>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2" name="Line 49"/>
          <p:cNvSpPr>
            <a:spLocks noChangeShapeType="1"/>
          </p:cNvSpPr>
          <p:nvPr/>
        </p:nvSpPr>
        <p:spPr bwMode="gray">
          <a:xfrm>
            <a:off x="2338388" y="1588"/>
            <a:ext cx="0" cy="4637087"/>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3" name="Line 50"/>
          <p:cNvSpPr>
            <a:spLocks noChangeShapeType="1"/>
          </p:cNvSpPr>
          <p:nvPr/>
        </p:nvSpPr>
        <p:spPr bwMode="gray">
          <a:xfrm>
            <a:off x="3382963" y="1588"/>
            <a:ext cx="0" cy="4478337"/>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4" name="Line 51"/>
          <p:cNvSpPr>
            <a:spLocks noChangeShapeType="1"/>
          </p:cNvSpPr>
          <p:nvPr/>
        </p:nvSpPr>
        <p:spPr bwMode="gray">
          <a:xfrm>
            <a:off x="4427538" y="1588"/>
            <a:ext cx="0" cy="4087812"/>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5" name="Line 53"/>
          <p:cNvSpPr>
            <a:spLocks noChangeShapeType="1"/>
          </p:cNvSpPr>
          <p:nvPr/>
        </p:nvSpPr>
        <p:spPr bwMode="gray">
          <a:xfrm rot="5400000">
            <a:off x="2913063" y="-2717800"/>
            <a:ext cx="0" cy="5813425"/>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6" name="Line 54"/>
          <p:cNvSpPr>
            <a:spLocks noChangeShapeType="1"/>
          </p:cNvSpPr>
          <p:nvPr/>
        </p:nvSpPr>
        <p:spPr bwMode="gray">
          <a:xfrm rot="5400000">
            <a:off x="3006725" y="-2011362"/>
            <a:ext cx="0" cy="6000750"/>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 name="Line 55"/>
          <p:cNvSpPr>
            <a:spLocks noChangeShapeType="1"/>
          </p:cNvSpPr>
          <p:nvPr/>
        </p:nvSpPr>
        <p:spPr bwMode="gray">
          <a:xfrm rot="5400000">
            <a:off x="3011488" y="-1217613"/>
            <a:ext cx="0" cy="6010275"/>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8" name="Line 56"/>
          <p:cNvSpPr>
            <a:spLocks noChangeShapeType="1"/>
          </p:cNvSpPr>
          <p:nvPr/>
        </p:nvSpPr>
        <p:spPr bwMode="gray">
          <a:xfrm rot="5400000">
            <a:off x="2907507" y="-313532"/>
            <a:ext cx="0" cy="5802313"/>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9" name="Line 57"/>
          <p:cNvSpPr>
            <a:spLocks noChangeShapeType="1"/>
          </p:cNvSpPr>
          <p:nvPr/>
        </p:nvSpPr>
        <p:spPr bwMode="gray">
          <a:xfrm rot="5400000">
            <a:off x="2666207" y="726281"/>
            <a:ext cx="0" cy="5319713"/>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20" name="Line 58"/>
          <p:cNvSpPr>
            <a:spLocks noChangeShapeType="1"/>
          </p:cNvSpPr>
          <p:nvPr/>
        </p:nvSpPr>
        <p:spPr bwMode="gray">
          <a:xfrm rot="5400000">
            <a:off x="2115344" y="2077244"/>
            <a:ext cx="0" cy="4217988"/>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21" name="Rectangle 59"/>
          <p:cNvSpPr>
            <a:spLocks noChangeArrowheads="1"/>
          </p:cNvSpPr>
          <p:nvPr/>
        </p:nvSpPr>
        <p:spPr bwMode="gray">
          <a:xfrm>
            <a:off x="2362200" y="207963"/>
            <a:ext cx="1012825" cy="769937"/>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2" name="Rectangle 60"/>
          <p:cNvSpPr>
            <a:spLocks noChangeArrowheads="1"/>
          </p:cNvSpPr>
          <p:nvPr/>
        </p:nvSpPr>
        <p:spPr bwMode="gray">
          <a:xfrm>
            <a:off x="285750" y="1820863"/>
            <a:ext cx="1012825" cy="768350"/>
          </a:xfrm>
          <a:prstGeom prst="rect">
            <a:avLst/>
          </a:prstGeom>
          <a:solidFill>
            <a:srgbClr val="FFFFFF">
              <a:alpha val="3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3" name="Rectangle 61"/>
          <p:cNvSpPr>
            <a:spLocks noChangeArrowheads="1"/>
          </p:cNvSpPr>
          <p:nvPr/>
        </p:nvSpPr>
        <p:spPr bwMode="gray">
          <a:xfrm>
            <a:off x="0" y="203200"/>
            <a:ext cx="250825" cy="769938"/>
          </a:xfrm>
          <a:prstGeom prst="rect">
            <a:avLst/>
          </a:prstGeom>
          <a:solidFill>
            <a:srgbClr val="FFFFFF">
              <a:alpha val="3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4" name="Rectangle 62"/>
          <p:cNvSpPr>
            <a:spLocks noChangeArrowheads="1"/>
          </p:cNvSpPr>
          <p:nvPr/>
        </p:nvSpPr>
        <p:spPr bwMode="gray">
          <a:xfrm>
            <a:off x="1331913" y="1588"/>
            <a:ext cx="1012825" cy="176212"/>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5" name="Freeform 64"/>
          <p:cNvSpPr/>
          <p:nvPr/>
        </p:nvSpPr>
        <p:spPr bwMode="gray">
          <a:xfrm>
            <a:off x="2365375" y="3406775"/>
            <a:ext cx="1009650" cy="774700"/>
          </a:xfrm>
          <a:custGeom>
            <a:avLst/>
            <a:gdLst>
              <a:gd name="T0" fmla="*/ 0 w 636"/>
              <a:gd name="T1" fmla="*/ 0 h 651"/>
              <a:gd name="T2" fmla="*/ 0 w 636"/>
              <a:gd name="T3" fmla="*/ 767560 h 651"/>
              <a:gd name="T4" fmla="*/ 1009650 w 636"/>
              <a:gd name="T5" fmla="*/ 774700 h 651"/>
              <a:gd name="T6" fmla="*/ 1003300 w 636"/>
              <a:gd name="T7" fmla="*/ 0 h 651"/>
              <a:gd name="T8" fmla="*/ 0 w 636"/>
              <a:gd name="T9" fmla="*/ 0 h 6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6" h="651">
                <a:moveTo>
                  <a:pt x="0" y="0"/>
                </a:moveTo>
                <a:lnTo>
                  <a:pt x="0" y="645"/>
                </a:lnTo>
                <a:lnTo>
                  <a:pt x="636" y="651"/>
                </a:lnTo>
                <a:lnTo>
                  <a:pt x="632" y="0"/>
                </a:lnTo>
                <a:lnTo>
                  <a:pt x="0" y="0"/>
                </a:lnTo>
                <a:close/>
              </a:path>
            </a:pathLst>
          </a:custGeom>
          <a:solidFill>
            <a:srgbClr val="FFFFFF">
              <a:alpha val="39999"/>
            </a:srgb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6" name="Rectangle 31"/>
          <p:cNvSpPr>
            <a:spLocks noChangeArrowheads="1"/>
          </p:cNvSpPr>
          <p:nvPr/>
        </p:nvSpPr>
        <p:spPr bwMode="gray">
          <a:xfrm>
            <a:off x="285750" y="1827213"/>
            <a:ext cx="1012825" cy="768350"/>
          </a:xfrm>
          <a:prstGeom prst="rect">
            <a:avLst/>
          </a:prstGeom>
          <a:solidFill>
            <a:srgbClr val="FFFFFF">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7" name="Text Box 38"/>
          <p:cNvSpPr txBox="1">
            <a:spLocks noChangeArrowheads="1"/>
          </p:cNvSpPr>
          <p:nvPr/>
        </p:nvSpPr>
        <p:spPr bwMode="gray">
          <a:xfrm>
            <a:off x="333375" y="3535363"/>
            <a:ext cx="13144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2200" smtClean="0">
                <a:latin typeface="Arial Black" panose="020B0A04020102020204" pitchFamily="34" charset="0"/>
              </a:rPr>
              <a:t>L/O/G/O</a:t>
            </a:r>
            <a:endParaRPr lang="en-US" altLang="zh-CN" sz="2200" smtClean="0">
              <a:latin typeface="Arial Black" panose="020B0A04020102020204" pitchFamily="34" charset="0"/>
            </a:endParaRPr>
          </a:p>
        </p:txBody>
      </p:sp>
      <p:grpSp>
        <p:nvGrpSpPr>
          <p:cNvPr id="28" name="Group 71"/>
          <p:cNvGrpSpPr/>
          <p:nvPr/>
        </p:nvGrpSpPr>
        <p:grpSpPr bwMode="auto">
          <a:xfrm>
            <a:off x="8077200" y="0"/>
            <a:ext cx="1076325" cy="5143500"/>
            <a:chOff x="5088" y="0"/>
            <a:chExt cx="678" cy="4320"/>
          </a:xfrm>
        </p:grpSpPr>
        <p:sp>
          <p:nvSpPr>
            <p:cNvPr id="29" name="Freeform 66"/>
            <p:cNvSpPr/>
            <p:nvPr userDrawn="1"/>
          </p:nvSpPr>
          <p:spPr bwMode="gray">
            <a:xfrm>
              <a:off x="5088" y="0"/>
              <a:ext cx="672" cy="702"/>
            </a:xfrm>
            <a:custGeom>
              <a:avLst/>
              <a:gdLst>
                <a:gd name="T0" fmla="*/ 0 w 672"/>
                <a:gd name="T1" fmla="*/ 421 h 720"/>
                <a:gd name="T2" fmla="*/ 288 w 672"/>
                <a:gd name="T3" fmla="*/ 0 h 720"/>
                <a:gd name="T4" fmla="*/ 672 w 672"/>
                <a:gd name="T5" fmla="*/ 0 h 720"/>
                <a:gd name="T6" fmla="*/ 672 w 672"/>
                <a:gd name="T7" fmla="*/ 702 h 720"/>
                <a:gd name="T8" fmla="*/ 0 w 672"/>
                <a:gd name="T9" fmla="*/ 421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2" h="720">
                  <a:moveTo>
                    <a:pt x="0" y="432"/>
                  </a:moveTo>
                  <a:cubicBezTo>
                    <a:pt x="186" y="216"/>
                    <a:pt x="288" y="0"/>
                    <a:pt x="288" y="0"/>
                  </a:cubicBezTo>
                  <a:lnTo>
                    <a:pt x="672" y="0"/>
                  </a:lnTo>
                  <a:lnTo>
                    <a:pt x="672" y="720"/>
                  </a:lnTo>
                  <a:cubicBezTo>
                    <a:pt x="672" y="720"/>
                    <a:pt x="384" y="516"/>
                    <a:pt x="0" y="432"/>
                  </a:cubicBezTo>
                  <a:close/>
                </a:path>
              </a:pathLst>
            </a:custGeom>
            <a:solidFill>
              <a:srgbClr val="E8E8E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 name="Freeform 67"/>
            <p:cNvSpPr/>
            <p:nvPr userDrawn="1"/>
          </p:nvSpPr>
          <p:spPr bwMode="gray">
            <a:xfrm>
              <a:off x="5602" y="3496"/>
              <a:ext cx="164" cy="824"/>
            </a:xfrm>
            <a:custGeom>
              <a:avLst/>
              <a:gdLst>
                <a:gd name="T0" fmla="*/ 159 w 212"/>
                <a:gd name="T1" fmla="*/ 0 h 824"/>
                <a:gd name="T2" fmla="*/ 0 w 212"/>
                <a:gd name="T3" fmla="*/ 82 h 824"/>
                <a:gd name="T4" fmla="*/ 130 w 212"/>
                <a:gd name="T5" fmla="*/ 824 h 824"/>
                <a:gd name="T6" fmla="*/ 164 w 212"/>
                <a:gd name="T7" fmla="*/ 822 h 824"/>
                <a:gd name="T8" fmla="*/ 159 w 212"/>
                <a:gd name="T9" fmla="*/ 0 h 8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824">
                  <a:moveTo>
                    <a:pt x="206" y="0"/>
                  </a:moveTo>
                  <a:cubicBezTo>
                    <a:pt x="104" y="54"/>
                    <a:pt x="0" y="82"/>
                    <a:pt x="0" y="82"/>
                  </a:cubicBezTo>
                  <a:cubicBezTo>
                    <a:pt x="0" y="82"/>
                    <a:pt x="148" y="378"/>
                    <a:pt x="168" y="824"/>
                  </a:cubicBezTo>
                  <a:lnTo>
                    <a:pt x="212" y="822"/>
                  </a:lnTo>
                  <a:cubicBezTo>
                    <a:pt x="212" y="822"/>
                    <a:pt x="209" y="411"/>
                    <a:pt x="206" y="0"/>
                  </a:cubicBezTo>
                  <a:close/>
                </a:path>
              </a:pathLst>
            </a:custGeom>
            <a:solidFill>
              <a:srgbClr val="E8E8E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31" name="Rectangle 80"/>
          <p:cNvSpPr>
            <a:spLocks noChangeArrowheads="1"/>
          </p:cNvSpPr>
          <p:nvPr/>
        </p:nvSpPr>
        <p:spPr bwMode="gray">
          <a:xfrm>
            <a:off x="5495925" y="1000125"/>
            <a:ext cx="660400" cy="769938"/>
          </a:xfrm>
          <a:prstGeom prst="rect">
            <a:avLst/>
          </a:prstGeom>
          <a:solidFill>
            <a:srgbClr val="FFFFFF">
              <a:alpha val="3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2" name="Line 81"/>
          <p:cNvSpPr>
            <a:spLocks noChangeShapeType="1"/>
          </p:cNvSpPr>
          <p:nvPr/>
        </p:nvSpPr>
        <p:spPr bwMode="gray">
          <a:xfrm>
            <a:off x="5480050" y="1588"/>
            <a:ext cx="0" cy="3178175"/>
          </a:xfrm>
          <a:prstGeom prst="line">
            <a:avLst/>
          </a:prstGeom>
          <a:noFill/>
          <a:ln w="9525">
            <a:solidFill>
              <a:srgbClr val="FFFFFF"/>
            </a:solidFill>
            <a:round/>
          </a:ln>
          <a:effectLst>
            <a:outerShdw dist="17961" dir="2700000" algn="ctr" rotWithShape="0">
              <a:schemeClr val="accent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 name="Rectangle 82"/>
          <p:cNvSpPr>
            <a:spLocks noChangeArrowheads="1"/>
          </p:cNvSpPr>
          <p:nvPr/>
        </p:nvSpPr>
        <p:spPr bwMode="gray">
          <a:xfrm>
            <a:off x="4457700" y="2620963"/>
            <a:ext cx="1012825" cy="769937"/>
          </a:xfrm>
          <a:prstGeom prst="rect">
            <a:avLst/>
          </a:prstGeom>
          <a:solidFill>
            <a:srgbClr val="FFFFFF">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34" name="Picture 83" descr="water"/>
          <p:cNvPicPr>
            <a:picLocks noChangeAspect="1" noChangeArrowheads="1"/>
          </p:cNvPicPr>
          <p:nvPr/>
        </p:nvPicPr>
        <p:blipFill>
          <a:blip r:embed="rId2">
            <a:extLst>
              <a:ext uri="{28A0092B-C50C-407E-A947-70E740481C1C}">
                <a14:useLocalDpi xmlns:a14="http://schemas.microsoft.com/office/drawing/2010/main" val="0"/>
              </a:ext>
            </a:extLst>
          </a:blip>
          <a:srcRect l="22409" t="16374" b="27486"/>
          <a:stretch>
            <a:fillRect/>
          </a:stretch>
        </p:blipFill>
        <p:spPr bwMode="gray">
          <a:xfrm rot="393398">
            <a:off x="2667000" y="457200"/>
            <a:ext cx="266382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subTitle" idx="1"/>
          </p:nvPr>
        </p:nvSpPr>
        <p:spPr>
          <a:xfrm>
            <a:off x="333375" y="3813572"/>
            <a:ext cx="6400800" cy="342900"/>
          </a:xfrm>
        </p:spPr>
        <p:txBody>
          <a:bodyPr/>
          <a:lstStyle>
            <a:lvl1pPr marL="0" indent="0">
              <a:buFontTx/>
              <a:buNone/>
              <a:defRPr sz="1600">
                <a:latin typeface="Times New Roman" panose="02020603050405020304" pitchFamily="18" charset="0"/>
              </a:defRPr>
            </a:lvl1pPr>
          </a:lstStyle>
          <a:p>
            <a:r>
              <a:rPr lang="zh-CN" altLang="en-US" smtClean="0"/>
              <a:t>单击此处编辑母版副标题样式</a:t>
            </a:r>
            <a:endParaRPr lang="en-US" altLang="zh-CN"/>
          </a:p>
        </p:txBody>
      </p:sp>
      <p:sp>
        <p:nvSpPr>
          <p:cNvPr id="3074" name="Rectangle 2"/>
          <p:cNvSpPr>
            <a:spLocks noGrp="1" noChangeArrowheads="1"/>
          </p:cNvSpPr>
          <p:nvPr>
            <p:ph type="ctrTitle"/>
          </p:nvPr>
        </p:nvSpPr>
        <p:spPr bwMode="gray">
          <a:xfrm>
            <a:off x="333375" y="1413273"/>
            <a:ext cx="8229600" cy="1102519"/>
          </a:xfrm>
          <a:effectLst/>
        </p:spPr>
        <p:txBody>
          <a:bodyPr/>
          <a:lstStyle>
            <a:lvl1pPr>
              <a:defRPr sz="4800"/>
            </a:lvl1pPr>
          </a:lstStyle>
          <a:p>
            <a:r>
              <a:rPr lang="zh-CN" altLang="en-US" smtClean="0"/>
              <a:t>单击此处编辑母版标题样式</a:t>
            </a:r>
            <a:endParaRPr lang="en-US" altLang="zh-CN"/>
          </a:p>
        </p:txBody>
      </p:sp>
      <p:sp>
        <p:nvSpPr>
          <p:cNvPr id="35" name="Rectangle 4"/>
          <p:cNvSpPr>
            <a:spLocks noGrp="1" noChangeArrowheads="1"/>
          </p:cNvSpPr>
          <p:nvPr>
            <p:ph type="dt" sz="half" idx="10"/>
          </p:nvPr>
        </p:nvSpPr>
        <p:spPr>
          <a:xfrm>
            <a:off x="457200" y="4805363"/>
            <a:ext cx="2133600" cy="236537"/>
          </a:xfrm>
        </p:spPr>
        <p:txBody>
          <a:bodyPr/>
          <a:lstStyle>
            <a:lvl1pPr>
              <a:defRPr/>
            </a:lvl1pPr>
          </a:lstStyle>
          <a:p>
            <a:pPr>
              <a:defRPr/>
            </a:pPr>
            <a:fld id="{FA2D36FF-A46C-4327-8AFC-8F8CA4A9DA15}" type="datetimeFigureOut">
              <a:rPr lang="zh-CN" altLang="en-US"/>
            </a:fld>
            <a:endParaRPr lang="zh-CN" altLang="en-US"/>
          </a:p>
        </p:txBody>
      </p:sp>
      <p:sp>
        <p:nvSpPr>
          <p:cNvPr id="36" name="Rectangle 5"/>
          <p:cNvSpPr>
            <a:spLocks noGrp="1" noChangeArrowheads="1"/>
          </p:cNvSpPr>
          <p:nvPr>
            <p:ph type="ftr" sz="quarter" idx="11"/>
          </p:nvPr>
        </p:nvSpPr>
        <p:spPr>
          <a:xfrm>
            <a:off x="3124200" y="4805363"/>
            <a:ext cx="2895600" cy="236537"/>
          </a:xfrm>
        </p:spPr>
        <p:txBody>
          <a:bodyPr/>
          <a:lstStyle>
            <a:lvl1pPr>
              <a:defRPr/>
            </a:lvl1pPr>
          </a:lstStyle>
          <a:p>
            <a:pPr>
              <a:defRPr/>
            </a:pPr>
            <a:endParaRPr lang="zh-CN" altLang="en-US"/>
          </a:p>
        </p:txBody>
      </p:sp>
      <p:sp>
        <p:nvSpPr>
          <p:cNvPr id="37" name="Rectangle 6"/>
          <p:cNvSpPr>
            <a:spLocks noGrp="1" noChangeArrowheads="1"/>
          </p:cNvSpPr>
          <p:nvPr>
            <p:ph type="sldNum" sz="quarter" idx="12"/>
          </p:nvPr>
        </p:nvSpPr>
        <p:spPr>
          <a:xfrm>
            <a:off x="6553200" y="4805363"/>
            <a:ext cx="2133600" cy="236537"/>
          </a:xfrm>
        </p:spPr>
        <p:txBody>
          <a:bodyPr/>
          <a:lstStyle>
            <a:lvl1pPr>
              <a:defRPr/>
            </a:lvl1pPr>
          </a:lstStyle>
          <a:p>
            <a:pPr>
              <a:defRPr/>
            </a:pPr>
            <a:fld id="{AD040C1A-D003-4E5C-A006-F82E32A5D951}" type="slidenum">
              <a:rPr lang="zh-CN" altLang="en-US"/>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10" presetClass="entr" presetSubtype="0" fill="hold" grpId="0" nodeType="withEffect">
                                  <p:stCondLst>
                                    <p:cond delay="6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par>
                                <p:cTn id="11" presetID="10" presetClass="entr" presetSubtype="0" fill="hold" grpId="0" nodeType="withEffect">
                                  <p:stCondLst>
                                    <p:cond delay="1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childTnLst>
                                </p:cTn>
                              </p:par>
                              <p:par>
                                <p:cTn id="14" presetID="10" presetClass="entr" presetSubtype="0" fill="hold" grpId="0" nodeType="withEffect">
                                  <p:stCondLst>
                                    <p:cond delay="20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par>
                          <p:cTn id="17" fill="hold">
                            <p:stCondLst>
                              <p:cond delay="1000"/>
                            </p:stCondLst>
                            <p:childTnLst>
                              <p:par>
                                <p:cTn id="18" presetID="26" presetClass="emph" presetSubtype="0" fill="hold" grpId="1" nodeType="afterEffect">
                                  <p:stCondLst>
                                    <p:cond delay="0"/>
                                  </p:stCondLst>
                                  <p:childTnLst>
                                    <p:animEffect transition="out" filter="fade">
                                      <p:cBhvr>
                                        <p:cTn id="19" dur="2000" tmFilter="0, 0; .2, .5; .8, .5; 1, 0"/>
                                        <p:tgtEl>
                                          <p:spTgt spid="7"/>
                                        </p:tgtEl>
                                      </p:cBhvr>
                                    </p:animEffect>
                                    <p:animScale>
                                      <p:cBhvr>
                                        <p:cTn id="20" dur="1000" autoRev="1" fill="hold"/>
                                        <p:tgtEl>
                                          <p:spTgt spid="7"/>
                                        </p:tgtEl>
                                      </p:cBhvr>
                                      <p:by x="105000" y="105000"/>
                                    </p:animScale>
                                  </p:childTnLst>
                                </p:cTn>
                              </p:par>
                              <p:par>
                                <p:cTn id="21" presetID="26" presetClass="emph" presetSubtype="0" fill="hold" grpId="1" nodeType="withEffect">
                                  <p:stCondLst>
                                    <p:cond delay="500"/>
                                  </p:stCondLst>
                                  <p:childTnLst>
                                    <p:animEffect transition="out" filter="fade">
                                      <p:cBhvr>
                                        <p:cTn id="22" dur="2000" tmFilter="0, 0; .2, .5; .8, .5; 1, 0"/>
                                        <p:tgtEl>
                                          <p:spTgt spid="6"/>
                                        </p:tgtEl>
                                      </p:cBhvr>
                                    </p:animEffect>
                                    <p:animScale>
                                      <p:cBhvr>
                                        <p:cTn id="23" dur="1000" autoRev="1" fill="hold"/>
                                        <p:tgtEl>
                                          <p:spTgt spid="6"/>
                                        </p:tgtEl>
                                      </p:cBhvr>
                                      <p:by x="105000" y="105000"/>
                                    </p:animScale>
                                  </p:childTnLst>
                                </p:cTn>
                              </p:par>
                              <p:par>
                                <p:cTn id="24" presetID="26" presetClass="emph" presetSubtype="0" fill="hold" grpId="1" nodeType="withEffect">
                                  <p:stCondLst>
                                    <p:cond delay="1000"/>
                                  </p:stCondLst>
                                  <p:childTnLst>
                                    <p:animEffect transition="out" filter="fade">
                                      <p:cBhvr>
                                        <p:cTn id="25" dur="2000" tmFilter="0, 0; .2, .5; .8, .5; 1, 0"/>
                                        <p:tgtEl>
                                          <p:spTgt spid="5"/>
                                        </p:tgtEl>
                                      </p:cBhvr>
                                    </p:animEffect>
                                    <p:animScale>
                                      <p:cBhvr>
                                        <p:cTn id="26" dur="1000" autoRev="1" fill="hold"/>
                                        <p:tgtEl>
                                          <p:spTgt spid="5"/>
                                        </p:tgtEl>
                                      </p:cBhvr>
                                      <p:by x="105000" y="105000"/>
                                    </p:animScale>
                                  </p:childTnLst>
                                </p:cTn>
                              </p:par>
                              <p:par>
                                <p:cTn id="27" presetID="26" presetClass="emph" presetSubtype="0" fill="hold" grpId="1" nodeType="withEffect">
                                  <p:stCondLst>
                                    <p:cond delay="1600"/>
                                  </p:stCondLst>
                                  <p:childTnLst>
                                    <p:animEffect transition="out" filter="fade">
                                      <p:cBhvr>
                                        <p:cTn id="28" dur="2000" tmFilter="0, 0; .2, .5; .8, .5; 1, 0"/>
                                        <p:tgtEl>
                                          <p:spTgt spid="4"/>
                                        </p:tgtEl>
                                      </p:cBhvr>
                                    </p:animEffect>
                                    <p:animScale>
                                      <p:cBhvr>
                                        <p:cTn id="29" dur="1000" autoRev="1" fill="hold"/>
                                        <p:tgtEl>
                                          <p:spTgt spid="4"/>
                                        </p:tgtEl>
                                      </p:cBhvr>
                                      <p:by x="105000" y="105000"/>
                                    </p:animScale>
                                  </p:childTnLst>
                                </p:cTn>
                              </p:par>
                              <p:par>
                                <p:cTn id="30" presetID="10" presetClass="entr" presetSubtype="0" fill="hold"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5F3B303A-EB72-400E-B3EF-8F0316D7A345}"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9E7E7D4-3E25-417E-82DA-BA547F68252B}"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fld id="{8C1D0A2E-5D0A-4FBC-A5F4-42EB5A5BBBB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5FEC09FC-EBAE-412D-A6F5-439F4DBE8792}"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fld id="{9D1512C5-0FF1-4BE0-A529-90E42A40E1F4}"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1414B60F-6867-45BC-87D6-C90DD4B1C6AD}"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fld id="{F78AF3D3-1853-4BE4-9C7B-7E2E53B5C00E}" type="datetimeFigureOut">
              <a:rPr lang="zh-CN" altLang="en-US"/>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AA06CEB9-BF2B-4A8E-8C05-06A5DB985C5D}"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fld id="{0048DE47-2E99-4237-9D5B-74CE382D5DF3}" type="datetimeFigureOut">
              <a:rPr lang="zh-CN" altLang="en-US"/>
            </a:fld>
            <a:endParaRPr lang="zh-CN" altLang="en-US"/>
          </a:p>
        </p:txBody>
      </p:sp>
      <p:sp>
        <p:nvSpPr>
          <p:cNvPr id="4" name="页脚占位符 3"/>
          <p:cNvSpPr>
            <a:spLocks noGrp="1"/>
          </p:cNvSpPr>
          <p:nvPr>
            <p:ph type="ftr" sz="quarter" idx="11"/>
          </p:nvPr>
        </p:nvSpPr>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B7EA3765-03C0-49BB-B83A-F33C8D3C348A}"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4F9D3A27-8E7F-4CF2-A595-51D6FFD877B7}" type="datetimeFigureOut">
              <a:rPr lang="zh-CN" altLang="en-US"/>
            </a:fld>
            <a:endParaRPr lang="zh-CN" altLang="en-US"/>
          </a:p>
        </p:txBody>
      </p:sp>
      <p:sp>
        <p:nvSpPr>
          <p:cNvPr id="3" name="页脚占位符 2"/>
          <p:cNvSpPr>
            <a:spLocks noGrp="1"/>
          </p:cNvSpPr>
          <p:nvPr>
            <p:ph type="ftr" sz="quarter" idx="11"/>
          </p:nvPr>
        </p:nvSpPr>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509140AC-4248-41FA-BF5B-A11768E8A9D3}"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fld id="{7973FCC1-315F-47CD-8FDA-D9273C6CAF4C}"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E7515E3C-BF78-482C-B2C0-21EE9C8F9F98}"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fld id="{33977210-F562-4E52-B9A2-711C704FBE5A}"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1CF2BBC5-FA14-42FC-A063-4AC83DC1DD67}"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72ED5D84-95B7-4995-B7A1-544EBA3459E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18E36A07-30CB-4E4B-BA9B-DD249FB1B36A}"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44079"/>
            <a:ext cx="2057400" cy="43505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44079"/>
            <a:ext cx="6019800" cy="4350544"/>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2F41641D-12FF-4823-9BD1-5AC178CD60F3}"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66BAEF94-9603-4039-ABA7-1D4B5F274CA4}"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44079"/>
            <a:ext cx="8229600" cy="6953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200151"/>
            <a:ext cx="4038600" cy="33944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fld id="{88127BE0-CD63-447D-A0E3-18BE2EEFB3C6}"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r>
              <a:rPr lang="en-US" altLang="zh-CN"/>
              <a:t>www.themegallery.com</a:t>
            </a:r>
            <a:endParaRPr lang="en-US" altLang="zh-CN" dirty="0"/>
          </a:p>
        </p:txBody>
      </p:sp>
      <p:sp>
        <p:nvSpPr>
          <p:cNvPr id="7" name="灯片编号占位符 6"/>
          <p:cNvSpPr>
            <a:spLocks noGrp="1"/>
          </p:cNvSpPr>
          <p:nvPr>
            <p:ph type="sldNum" sz="quarter" idx="12"/>
          </p:nvPr>
        </p:nvSpPr>
        <p:spPr/>
        <p:txBody>
          <a:bodyPr/>
          <a:lstStyle>
            <a:lvl1pPr>
              <a:defRPr/>
            </a:lvl1pPr>
          </a:lstStyle>
          <a:p>
            <a:pPr>
              <a:defRPr/>
            </a:pPr>
            <a:fld id="{29F4190F-F75B-40AC-8AFE-9FBDE9D0D0A4}" type="slidenum">
              <a:rPr lang="zh-CN" altLang="en-US"/>
            </a:fld>
            <a:endParaRPr lang="en-US" altLang="zh-CN"/>
          </a:p>
        </p:txBody>
      </p:sp>
    </p:spTree>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457200" y="244079"/>
            <a:ext cx="8229600" cy="6953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200150"/>
            <a:ext cx="8229600" cy="1639491"/>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57200" y="2953942"/>
            <a:ext cx="8229600" cy="1640681"/>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fld id="{31E98E7F-FF63-49ED-B65D-56B26A604FC2}"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r>
              <a:rPr lang="en-US" altLang="zh-CN"/>
              <a:t>www.themegallery.com</a:t>
            </a:r>
            <a:endParaRPr lang="en-US" altLang="zh-CN" dirty="0"/>
          </a:p>
        </p:txBody>
      </p:sp>
      <p:sp>
        <p:nvSpPr>
          <p:cNvPr id="7" name="灯片编号占位符 6"/>
          <p:cNvSpPr>
            <a:spLocks noGrp="1"/>
          </p:cNvSpPr>
          <p:nvPr>
            <p:ph type="sldNum" sz="quarter" idx="12"/>
          </p:nvPr>
        </p:nvSpPr>
        <p:spPr/>
        <p:txBody>
          <a:bodyPr/>
          <a:lstStyle>
            <a:lvl1pPr>
              <a:defRPr/>
            </a:lvl1pPr>
          </a:lstStyle>
          <a:p>
            <a:pPr>
              <a:defRPr/>
            </a:pPr>
            <a:fld id="{32210B80-91FE-4377-B4B9-E828399D2EC8}" type="slidenum">
              <a:rPr lang="zh-CN" altLang="en-US"/>
            </a:fld>
            <a:endParaRPr lang="en-US" altLang="zh-CN"/>
          </a:p>
        </p:txBody>
      </p:sp>
    </p:spTree>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44079"/>
            <a:ext cx="8229600" cy="695325"/>
          </a:xfrm>
        </p:spPr>
        <p:txBody>
          <a:bodyPr/>
          <a:lstStyle/>
          <a:p>
            <a:r>
              <a:rPr lang="zh-CN" altLang="en-US" smtClean="0"/>
              <a:t>单击此处编辑母版标题样式</a:t>
            </a:r>
            <a:endParaRPr lang="zh-CN" altLang="en-US"/>
          </a:p>
        </p:txBody>
      </p:sp>
      <p:sp>
        <p:nvSpPr>
          <p:cNvPr id="3" name="表格占位符 2"/>
          <p:cNvSpPr>
            <a:spLocks noGrp="1"/>
          </p:cNvSpPr>
          <p:nvPr>
            <p:ph type="tbl" idx="1" hasCustomPrompt="1"/>
          </p:nvPr>
        </p:nvSpPr>
        <p:spPr>
          <a:xfrm>
            <a:off x="457200" y="1200151"/>
            <a:ext cx="8229600" cy="3394472"/>
          </a:xfrm>
        </p:spPr>
        <p:txBody>
          <a:bodyPr/>
          <a:lstStyle/>
          <a:p>
            <a:pPr lvl="0"/>
            <a:r>
              <a:rPr lang="zh-CN" altLang="en-US" noProof="0" smtClean="0"/>
              <a:t>单击图标添加表格</a:t>
            </a:r>
            <a:endParaRPr lang="zh-CN" altLang="en-US" noProof="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2415E03F-9046-4BC9-91FC-3DB117B901DE}" type="slidenum">
              <a:rPr lang="zh-CN" altLang="en-US"/>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44079"/>
            <a:ext cx="8229600" cy="695325"/>
          </a:xfrm>
        </p:spPr>
        <p:txBody>
          <a:bodyPr/>
          <a:lstStyle/>
          <a:p>
            <a:r>
              <a:rPr lang="zh-CN" altLang="en-US" smtClean="0"/>
              <a:t>单击此处编辑母版标题样式</a:t>
            </a:r>
            <a:endParaRPr lang="zh-CN" altLang="en-US"/>
          </a:p>
        </p:txBody>
      </p:sp>
      <p:sp>
        <p:nvSpPr>
          <p:cNvPr id="3" name="图表占位符 2"/>
          <p:cNvSpPr>
            <a:spLocks noGrp="1"/>
          </p:cNvSpPr>
          <p:nvPr>
            <p:ph type="chart" idx="1" hasCustomPrompt="1"/>
          </p:nvPr>
        </p:nvSpPr>
        <p:spPr>
          <a:xfrm>
            <a:off x="457200" y="1200151"/>
            <a:ext cx="8229600" cy="3394472"/>
          </a:xfrm>
        </p:spPr>
        <p:txBody>
          <a:bodyPr/>
          <a:lstStyle/>
          <a:p>
            <a:pPr lvl="0"/>
            <a:r>
              <a:rPr lang="zh-CN" altLang="en-US" noProof="0" smtClean="0"/>
              <a:t>单击图标添加图表</a:t>
            </a:r>
            <a:endParaRPr lang="zh-CN" altLang="en-US" noProof="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24D280C2-FD1A-42B6-81BF-808414EBDACF}" type="slidenum">
              <a:rPr lang="zh-CN" altLang="en-US"/>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457200" y="244079"/>
            <a:ext cx="8229600" cy="695325"/>
          </a:xfrm>
        </p:spPr>
        <p:txBody>
          <a:bodyPr/>
          <a:lstStyle/>
          <a:p>
            <a:r>
              <a:rPr lang="zh-CN" altLang="en-US" smtClean="0"/>
              <a:t>单击此处编辑母版标题样式</a:t>
            </a:r>
            <a:endParaRPr lang="zh-CN" altLang="en-US"/>
          </a:p>
        </p:txBody>
      </p:sp>
      <p:sp>
        <p:nvSpPr>
          <p:cNvPr id="3" name="SmartArt 占位符 2"/>
          <p:cNvSpPr>
            <a:spLocks noGrp="1"/>
          </p:cNvSpPr>
          <p:nvPr>
            <p:ph type="pic" idx="1" hasCustomPrompt="1"/>
          </p:nvPr>
        </p:nvSpPr>
        <p:spPr>
          <a:xfrm>
            <a:off x="457200" y="1200151"/>
            <a:ext cx="8229600" cy="3394472"/>
          </a:xfrm>
        </p:spPr>
        <p:txBody>
          <a:bodyPr/>
          <a:lstStyle/>
          <a:p>
            <a:pPr lvl="0"/>
            <a:r>
              <a:rPr lang="zh-CN" altLang="en-US" noProof="0" smtClean="0"/>
              <a:t>单击图标添加 </a:t>
            </a:r>
            <a:r>
              <a:rPr lang="en-US" altLang="zh-CN" noProof="0" smtClean="0"/>
              <a:t>SmartArt </a:t>
            </a:r>
            <a:r>
              <a:rPr lang="zh-CN" altLang="en-US" noProof="0" smtClean="0"/>
              <a:t>图形</a:t>
            </a:r>
            <a:endParaRPr lang="zh-CN" altLang="en-US" noProof="0"/>
          </a:p>
        </p:txBody>
      </p:sp>
      <p:sp>
        <p:nvSpPr>
          <p:cNvPr id="4" name="日期占位符 3"/>
          <p:cNvSpPr>
            <a:spLocks noGrp="1"/>
          </p:cNvSpPr>
          <p:nvPr>
            <p:ph type="dt" sz="half" idx="10"/>
          </p:nvPr>
        </p:nvSpPr>
        <p:spPr/>
        <p:txBody>
          <a:bodyPr/>
          <a:lstStyle>
            <a:lvl1pPr>
              <a:defRPr/>
            </a:lvl1pPr>
          </a:lstStyle>
          <a:p>
            <a:pPr>
              <a:defRPr/>
            </a:pPr>
            <a:fld id="{5E5105B9-EBC0-45AB-ACE3-60C8D4F09A6E}"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www.themegallery.com</a:t>
            </a:r>
            <a:endParaRPr lang="en-US" altLang="zh-CN" dirty="0"/>
          </a:p>
        </p:txBody>
      </p:sp>
      <p:sp>
        <p:nvSpPr>
          <p:cNvPr id="6" name="灯片编号占位符 5"/>
          <p:cNvSpPr>
            <a:spLocks noGrp="1"/>
          </p:cNvSpPr>
          <p:nvPr>
            <p:ph type="sldNum" sz="quarter" idx="12"/>
          </p:nvPr>
        </p:nvSpPr>
        <p:spPr/>
        <p:txBody>
          <a:bodyPr/>
          <a:lstStyle>
            <a:lvl1pPr>
              <a:defRPr/>
            </a:lvl1pPr>
          </a:lstStyle>
          <a:p>
            <a:pPr>
              <a:defRPr/>
            </a:pPr>
            <a:fld id="{32392B56-4AF0-48F3-A189-7C4D46BD7402}" type="slidenum">
              <a:rPr lang="zh-CN" altLang="en-US"/>
            </a:fld>
            <a:endParaRPr lang="en-US" altLang="zh-CN"/>
          </a:p>
        </p:txBody>
      </p:sp>
    </p:spTree>
  </p:cSld>
  <p:clrMapOvr>
    <a:masterClrMapping/>
  </p:clrMapOvr>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2.png"/><Relationship Id="rId17" Type="http://schemas.openxmlformats.org/officeDocument/2006/relationships/image" Target="../media/image1.png"/><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1" name="Freeform 7"/>
          <p:cNvSpPr/>
          <p:nvPr/>
        </p:nvSpPr>
        <p:spPr bwMode="gray">
          <a:xfrm>
            <a:off x="-9525" y="-7938"/>
            <a:ext cx="9156700" cy="5154613"/>
          </a:xfrm>
          <a:custGeom>
            <a:avLst/>
            <a:gdLst/>
            <a:ahLst/>
            <a:cxnLst>
              <a:cxn ang="0">
                <a:pos x="5766" y="605"/>
              </a:cxn>
              <a:cxn ang="0">
                <a:pos x="5768" y="4325"/>
              </a:cxn>
              <a:cxn ang="0">
                <a:pos x="1082" y="4329"/>
              </a:cxn>
              <a:cxn ang="0">
                <a:pos x="13" y="3351"/>
              </a:cxn>
              <a:cxn ang="0">
                <a:pos x="0" y="0"/>
              </a:cxn>
              <a:cxn ang="0">
                <a:pos x="2428" y="7"/>
              </a:cxn>
              <a:cxn ang="0">
                <a:pos x="5766" y="605"/>
              </a:cxn>
            </a:cxnLst>
            <a:rect l="0" t="0" r="r" b="b"/>
            <a:pathLst>
              <a:path w="5768" h="4329">
                <a:moveTo>
                  <a:pt x="5766" y="605"/>
                </a:moveTo>
                <a:cubicBezTo>
                  <a:pt x="5767" y="2464"/>
                  <a:pt x="5768" y="4325"/>
                  <a:pt x="5768" y="4325"/>
                </a:cubicBezTo>
                <a:lnTo>
                  <a:pt x="1082" y="4329"/>
                </a:lnTo>
                <a:cubicBezTo>
                  <a:pt x="318" y="3809"/>
                  <a:pt x="9" y="3349"/>
                  <a:pt x="13" y="3351"/>
                </a:cubicBezTo>
                <a:lnTo>
                  <a:pt x="0" y="0"/>
                </a:lnTo>
                <a:lnTo>
                  <a:pt x="2428" y="7"/>
                </a:lnTo>
                <a:cubicBezTo>
                  <a:pt x="2428" y="12"/>
                  <a:pt x="3096" y="401"/>
                  <a:pt x="5766" y="605"/>
                </a:cubicBezTo>
                <a:close/>
              </a:path>
            </a:pathLst>
          </a:custGeom>
          <a:gradFill rotWithShape="1">
            <a:gsLst>
              <a:gs pos="0">
                <a:schemeClr val="bg1">
                  <a:gamma/>
                  <a:tint val="3137"/>
                  <a:invGamma/>
                </a:schemeClr>
              </a:gs>
              <a:gs pos="100000">
                <a:schemeClr val="bg1">
                  <a:alpha val="70000"/>
                </a:schemeClr>
              </a:gs>
            </a:gsLst>
            <a:lin ang="2700000" scaled="1"/>
          </a:gradFill>
          <a:ln w="9525">
            <a:noFill/>
            <a:round/>
          </a:ln>
          <a:effectLst/>
        </p:spPr>
        <p:txBody>
          <a:bodyPr/>
          <a:lstStyle/>
          <a:p>
            <a:pPr>
              <a:defRPr/>
            </a:pPr>
            <a:endParaRPr lang="zh-CN" altLang="en-US"/>
          </a:p>
        </p:txBody>
      </p:sp>
      <p:sp>
        <p:nvSpPr>
          <p:cNvPr id="1033" name="Freeform 9"/>
          <p:cNvSpPr/>
          <p:nvPr/>
        </p:nvSpPr>
        <p:spPr bwMode="gray">
          <a:xfrm>
            <a:off x="-4763" y="4125913"/>
            <a:ext cx="1441451" cy="1019175"/>
          </a:xfrm>
          <a:custGeom>
            <a:avLst/>
            <a:gdLst>
              <a:gd name="T0" fmla="*/ 0 w 1089"/>
              <a:gd name="T1" fmla="*/ 0 h 1100"/>
              <a:gd name="T2" fmla="*/ 0 w 1089"/>
              <a:gd name="T3" fmla="*/ 1019175 h 1100"/>
              <a:gd name="T4" fmla="*/ 1441451 w 1089"/>
              <a:gd name="T5" fmla="*/ 1019175 h 1100"/>
              <a:gd name="T6" fmla="*/ 0 w 1089"/>
              <a:gd name="T7" fmla="*/ 0 h 11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1100">
                <a:moveTo>
                  <a:pt x="0" y="0"/>
                </a:moveTo>
                <a:cubicBezTo>
                  <a:pt x="0" y="550"/>
                  <a:pt x="0" y="1100"/>
                  <a:pt x="0" y="1100"/>
                </a:cubicBezTo>
                <a:lnTo>
                  <a:pt x="1089" y="1100"/>
                </a:lnTo>
                <a:cubicBezTo>
                  <a:pt x="1089" y="1100"/>
                  <a:pt x="596" y="865"/>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8" name="Line 13"/>
          <p:cNvSpPr>
            <a:spLocks noChangeShapeType="1"/>
          </p:cNvSpPr>
          <p:nvPr/>
        </p:nvSpPr>
        <p:spPr bwMode="gray">
          <a:xfrm>
            <a:off x="527050" y="0"/>
            <a:ext cx="0" cy="4432300"/>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29" name="Line 14"/>
          <p:cNvSpPr>
            <a:spLocks noChangeShapeType="1"/>
          </p:cNvSpPr>
          <p:nvPr/>
        </p:nvSpPr>
        <p:spPr bwMode="gray">
          <a:xfrm>
            <a:off x="1677988" y="0"/>
            <a:ext cx="0" cy="5124450"/>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30" name="Line 15"/>
          <p:cNvSpPr>
            <a:spLocks noChangeShapeType="1"/>
          </p:cNvSpPr>
          <p:nvPr/>
        </p:nvSpPr>
        <p:spPr bwMode="gray">
          <a:xfrm>
            <a:off x="2830513" y="0"/>
            <a:ext cx="0" cy="5146675"/>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2" name="Line 16"/>
          <p:cNvSpPr>
            <a:spLocks noChangeShapeType="1"/>
          </p:cNvSpPr>
          <p:nvPr/>
        </p:nvSpPr>
        <p:spPr bwMode="gray">
          <a:xfrm>
            <a:off x="3983038" y="0"/>
            <a:ext cx="0" cy="5156200"/>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32" name="Line 17"/>
          <p:cNvSpPr>
            <a:spLocks noChangeShapeType="1"/>
          </p:cNvSpPr>
          <p:nvPr/>
        </p:nvSpPr>
        <p:spPr bwMode="gray">
          <a:xfrm>
            <a:off x="5133975" y="292100"/>
            <a:ext cx="0" cy="4864100"/>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3" name="Line 18"/>
          <p:cNvSpPr>
            <a:spLocks noChangeShapeType="1"/>
          </p:cNvSpPr>
          <p:nvPr/>
        </p:nvSpPr>
        <p:spPr bwMode="gray">
          <a:xfrm>
            <a:off x="6286500" y="465138"/>
            <a:ext cx="0" cy="4691062"/>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34" name="Line 19"/>
          <p:cNvSpPr>
            <a:spLocks noChangeShapeType="1"/>
          </p:cNvSpPr>
          <p:nvPr/>
        </p:nvSpPr>
        <p:spPr bwMode="gray">
          <a:xfrm>
            <a:off x="7439025" y="579438"/>
            <a:ext cx="0" cy="4576762"/>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35" name="Line 20"/>
          <p:cNvSpPr>
            <a:spLocks noChangeShapeType="1"/>
          </p:cNvSpPr>
          <p:nvPr/>
        </p:nvSpPr>
        <p:spPr bwMode="gray">
          <a:xfrm>
            <a:off x="8591550" y="674688"/>
            <a:ext cx="0" cy="4481512"/>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36" name="Line 22"/>
          <p:cNvSpPr>
            <a:spLocks noChangeShapeType="1"/>
          </p:cNvSpPr>
          <p:nvPr/>
        </p:nvSpPr>
        <p:spPr bwMode="gray">
          <a:xfrm rot="5400000">
            <a:off x="2595563" y="-2281238"/>
            <a:ext cx="0" cy="5191125"/>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37" name="Line 23"/>
          <p:cNvSpPr>
            <a:spLocks noChangeShapeType="1"/>
          </p:cNvSpPr>
          <p:nvPr/>
        </p:nvSpPr>
        <p:spPr bwMode="gray">
          <a:xfrm rot="5400000">
            <a:off x="4578350" y="-3422650"/>
            <a:ext cx="0" cy="9156700"/>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38" name="Line 24"/>
          <p:cNvSpPr>
            <a:spLocks noChangeShapeType="1"/>
          </p:cNvSpPr>
          <p:nvPr/>
        </p:nvSpPr>
        <p:spPr bwMode="gray">
          <a:xfrm rot="5400000">
            <a:off x="4578350" y="-2579687"/>
            <a:ext cx="0" cy="9156700"/>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39" name="Line 25"/>
          <p:cNvSpPr>
            <a:spLocks noChangeShapeType="1"/>
          </p:cNvSpPr>
          <p:nvPr/>
        </p:nvSpPr>
        <p:spPr bwMode="gray">
          <a:xfrm rot="5400000">
            <a:off x="4579938" y="-1735138"/>
            <a:ext cx="0" cy="9153525"/>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40" name="Line 26"/>
          <p:cNvSpPr>
            <a:spLocks noChangeShapeType="1"/>
          </p:cNvSpPr>
          <p:nvPr/>
        </p:nvSpPr>
        <p:spPr bwMode="gray">
          <a:xfrm rot="5400000">
            <a:off x="4579938" y="-892175"/>
            <a:ext cx="0" cy="9153525"/>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41" name="Line 27"/>
          <p:cNvSpPr>
            <a:spLocks noChangeShapeType="1"/>
          </p:cNvSpPr>
          <p:nvPr/>
        </p:nvSpPr>
        <p:spPr bwMode="gray">
          <a:xfrm rot="5400000">
            <a:off x="4905376" y="315912"/>
            <a:ext cx="0" cy="8423275"/>
          </a:xfrm>
          <a:prstGeom prst="line">
            <a:avLst/>
          </a:prstGeom>
          <a:noFill/>
          <a:ln w="9525">
            <a:solidFill>
              <a:srgbClr val="FFFFFF">
                <a:alpha val="50195"/>
              </a:srgbClr>
            </a:solidFill>
            <a:round/>
          </a:ln>
          <a:effectLst>
            <a:outerShdw dist="17961" dir="2700000" algn="ctr" rotWithShape="0">
              <a:schemeClr val="accent2">
                <a:alpha val="35001"/>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42" name="Rectangle 28"/>
          <p:cNvSpPr>
            <a:spLocks noChangeArrowheads="1"/>
          </p:cNvSpPr>
          <p:nvPr/>
        </p:nvSpPr>
        <p:spPr bwMode="gray">
          <a:xfrm>
            <a:off x="4005263" y="2019300"/>
            <a:ext cx="1128712" cy="809625"/>
          </a:xfrm>
          <a:prstGeom prst="rect">
            <a:avLst/>
          </a:prstGeom>
          <a:solidFill>
            <a:srgbClr val="FFFFFF">
              <a:alpha val="2509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43" name="Rectangle 29"/>
          <p:cNvSpPr>
            <a:spLocks noChangeArrowheads="1"/>
          </p:cNvSpPr>
          <p:nvPr/>
        </p:nvSpPr>
        <p:spPr bwMode="gray">
          <a:xfrm>
            <a:off x="7459663" y="3703638"/>
            <a:ext cx="1120775" cy="809625"/>
          </a:xfrm>
          <a:prstGeom prst="rect">
            <a:avLst/>
          </a:prstGeom>
          <a:solidFill>
            <a:srgbClr val="FFFFFF">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44" name="Rectangle 30"/>
          <p:cNvSpPr>
            <a:spLocks noChangeArrowheads="1"/>
          </p:cNvSpPr>
          <p:nvPr/>
        </p:nvSpPr>
        <p:spPr bwMode="gray">
          <a:xfrm>
            <a:off x="549275" y="2855913"/>
            <a:ext cx="1128713" cy="809625"/>
          </a:xfrm>
          <a:prstGeom prst="rect">
            <a:avLst/>
          </a:prstGeom>
          <a:solidFill>
            <a:srgbClr val="FFFFFF">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45" name="Rectangle 31"/>
          <p:cNvSpPr>
            <a:spLocks noChangeArrowheads="1"/>
          </p:cNvSpPr>
          <p:nvPr/>
        </p:nvSpPr>
        <p:spPr bwMode="gray">
          <a:xfrm>
            <a:off x="6307138" y="4548188"/>
            <a:ext cx="1128712" cy="598487"/>
          </a:xfrm>
          <a:prstGeom prst="rect">
            <a:avLst/>
          </a:prstGeom>
          <a:solidFill>
            <a:srgbClr val="FFFFFF">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46" name="Rectangle 32"/>
          <p:cNvSpPr>
            <a:spLocks noChangeArrowheads="1"/>
          </p:cNvSpPr>
          <p:nvPr/>
        </p:nvSpPr>
        <p:spPr bwMode="gray">
          <a:xfrm>
            <a:off x="2846388" y="0"/>
            <a:ext cx="1128712" cy="303213"/>
          </a:xfrm>
          <a:prstGeom prst="rect">
            <a:avLst/>
          </a:prstGeom>
          <a:solidFill>
            <a:srgbClr val="FFFFFF">
              <a:alpha val="3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47" name="Rectangle 33"/>
          <p:cNvSpPr>
            <a:spLocks noChangeArrowheads="1"/>
          </p:cNvSpPr>
          <p:nvPr/>
        </p:nvSpPr>
        <p:spPr bwMode="gray">
          <a:xfrm>
            <a:off x="2852738" y="3703638"/>
            <a:ext cx="1120775" cy="809625"/>
          </a:xfrm>
          <a:prstGeom prst="rect">
            <a:avLst/>
          </a:prstGeom>
          <a:solidFill>
            <a:srgbClr val="FFFFFF">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48" name="Rectangle 34"/>
          <p:cNvSpPr>
            <a:spLocks noChangeArrowheads="1"/>
          </p:cNvSpPr>
          <p:nvPr/>
        </p:nvSpPr>
        <p:spPr bwMode="gray">
          <a:xfrm>
            <a:off x="6300788" y="1174750"/>
            <a:ext cx="1120775" cy="809625"/>
          </a:xfrm>
          <a:prstGeom prst="rect">
            <a:avLst/>
          </a:prstGeom>
          <a:solidFill>
            <a:srgbClr val="FFFFFF">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49" name="Rectangle 3"/>
          <p:cNvSpPr>
            <a:spLocks noGrp="1" noChangeArrowheads="1"/>
          </p:cNvSpPr>
          <p:nvPr>
            <p:ph type="body" idx="1"/>
          </p:nvPr>
        </p:nvSpPr>
        <p:spPr bwMode="gray">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ltLang="zh-CN" smtClean="0"/>
          </a:p>
        </p:txBody>
      </p:sp>
      <p:sp>
        <p:nvSpPr>
          <p:cNvPr id="4" name="Rectangle 4"/>
          <p:cNvSpPr>
            <a:spLocks noGrp="1" noChangeArrowheads="1"/>
          </p:cNvSpPr>
          <p:nvPr>
            <p:ph type="dt" sz="half" idx="2"/>
          </p:nvPr>
        </p:nvSpPr>
        <p:spPr bwMode="gray">
          <a:xfrm>
            <a:off x="457200" y="4684713"/>
            <a:ext cx="2133600" cy="357187"/>
          </a:xfrm>
          <a:prstGeom prst="rect">
            <a:avLst/>
          </a:prstGeom>
          <a:noFill/>
          <a:ln w="9525">
            <a:noFill/>
            <a:miter lim="800000"/>
          </a:ln>
          <a:effectLst/>
        </p:spPr>
        <p:txBody>
          <a:bodyPr vert="horz" wrap="square" lIns="91440" tIns="45720" rIns="91440" bIns="45720" numCol="1" anchor="t" anchorCtr="0" compatLnSpc="1"/>
          <a:lstStyle>
            <a:lvl1pPr algn="l">
              <a:defRPr sz="1400">
                <a:ea typeface="宋体" panose="02010600030101010101" pitchFamily="2" charset="-122"/>
              </a:defRPr>
            </a:lvl1pPr>
          </a:lstStyle>
          <a:p>
            <a:pPr>
              <a:defRPr/>
            </a:pPr>
            <a:endParaRPr lang="en-US" altLang="zh-CN"/>
          </a:p>
        </p:txBody>
      </p:sp>
      <p:sp>
        <p:nvSpPr>
          <p:cNvPr id="5" name="Rectangle 5"/>
          <p:cNvSpPr>
            <a:spLocks noGrp="1" noChangeArrowheads="1"/>
          </p:cNvSpPr>
          <p:nvPr>
            <p:ph type="ftr" sz="quarter" idx="3"/>
          </p:nvPr>
        </p:nvSpPr>
        <p:spPr bwMode="gray">
          <a:xfrm>
            <a:off x="3124200" y="4684713"/>
            <a:ext cx="2895600" cy="357187"/>
          </a:xfrm>
          <a:prstGeom prst="rect">
            <a:avLst/>
          </a:prstGeom>
          <a:noFill/>
          <a:ln w="9525">
            <a:noFill/>
            <a:miter lim="800000"/>
          </a:ln>
          <a:effectLst/>
        </p:spPr>
        <p:txBody>
          <a:bodyPr vert="horz" wrap="square" lIns="91440" tIns="45720" rIns="91440" bIns="45720" numCol="1" anchor="t" anchorCtr="0" compatLnSpc="1"/>
          <a:lstStyle>
            <a:lvl1pPr>
              <a:defRPr sz="1400">
                <a:ea typeface="宋体" panose="02010600030101010101" pitchFamily="2" charset="-122"/>
              </a:defRPr>
            </a:lvl1pPr>
          </a:lstStyle>
          <a:p>
            <a:pPr>
              <a:defRPr/>
            </a:pPr>
            <a:r>
              <a:rPr lang="en-US" altLang="zh-CN"/>
              <a:t>www.themegallery.com</a:t>
            </a:r>
            <a:endParaRPr lang="en-US" altLang="zh-CN" dirty="0"/>
          </a:p>
        </p:txBody>
      </p:sp>
      <p:sp>
        <p:nvSpPr>
          <p:cNvPr id="6" name="Rectangle 6"/>
          <p:cNvSpPr>
            <a:spLocks noGrp="1" noChangeArrowheads="1"/>
          </p:cNvSpPr>
          <p:nvPr>
            <p:ph type="sldNum" sz="quarter" idx="4"/>
          </p:nvPr>
        </p:nvSpPr>
        <p:spPr bwMode="gray">
          <a:xfrm>
            <a:off x="6553200" y="4684713"/>
            <a:ext cx="2133600" cy="357187"/>
          </a:xfrm>
          <a:prstGeom prst="rect">
            <a:avLst/>
          </a:prstGeom>
          <a:noFill/>
          <a:ln w="9525">
            <a:noFill/>
            <a:miter lim="800000"/>
          </a:ln>
          <a:effectLst/>
        </p:spPr>
        <p:txBody>
          <a:bodyPr vert="horz" wrap="square" lIns="91440" tIns="45720" rIns="91440" bIns="45720" numCol="1" anchor="t" anchorCtr="0" compatLnSpc="1"/>
          <a:lstStyle>
            <a:lvl1pPr algn="r">
              <a:defRPr sz="1400">
                <a:ea typeface="宋体" panose="02010600030101010101" pitchFamily="2" charset="-122"/>
              </a:defRPr>
            </a:lvl1pPr>
          </a:lstStyle>
          <a:p>
            <a:pPr>
              <a:defRPr/>
            </a:pPr>
            <a:fld id="{03FECE39-8918-40C1-8D92-AA0F5C63804D}" type="slidenum">
              <a:rPr lang="zh-CN" altLang="en-US"/>
            </a:fld>
            <a:endParaRPr lang="en-US" altLang="zh-CN"/>
          </a:p>
        </p:txBody>
      </p:sp>
      <p:sp>
        <p:nvSpPr>
          <p:cNvPr id="1060" name="Freeform 36"/>
          <p:cNvSpPr/>
          <p:nvPr/>
        </p:nvSpPr>
        <p:spPr bwMode="gray">
          <a:xfrm>
            <a:off x="4041775" y="0"/>
            <a:ext cx="5105400" cy="555625"/>
          </a:xfrm>
          <a:custGeom>
            <a:avLst/>
            <a:gdLst>
              <a:gd name="T0" fmla="*/ 5105400 w 3130"/>
              <a:gd name="T1" fmla="*/ 555625 h 453"/>
              <a:gd name="T2" fmla="*/ 5105400 w 3130"/>
              <a:gd name="T3" fmla="*/ 0 h 453"/>
              <a:gd name="T4" fmla="*/ 0 w 3130"/>
              <a:gd name="T5" fmla="*/ 0 h 453"/>
              <a:gd name="T6" fmla="*/ 5105400 w 3130"/>
              <a:gd name="T7" fmla="*/ 555625 h 4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30" h="453">
                <a:moveTo>
                  <a:pt x="3130" y="453"/>
                </a:moveTo>
                <a:cubicBezTo>
                  <a:pt x="3130" y="226"/>
                  <a:pt x="3130" y="0"/>
                  <a:pt x="3130" y="0"/>
                </a:cubicBezTo>
                <a:lnTo>
                  <a:pt x="0" y="0"/>
                </a:lnTo>
                <a:cubicBezTo>
                  <a:pt x="0" y="0"/>
                  <a:pt x="1298" y="389"/>
                  <a:pt x="3130" y="453"/>
                </a:cubicBezTo>
                <a:close/>
              </a:path>
            </a:pathLst>
          </a:custGeom>
          <a:solidFill>
            <a:schemeClr va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6" name="Rectangle 2"/>
          <p:cNvSpPr>
            <a:spLocks noGrp="1" noChangeArrowheads="1"/>
          </p:cNvSpPr>
          <p:nvPr>
            <p:ph type="title"/>
          </p:nvPr>
        </p:nvSpPr>
        <p:spPr bwMode="black">
          <a:xfrm>
            <a:off x="457200" y="244475"/>
            <a:ext cx="8229600" cy="695325"/>
          </a:xfrm>
          <a:prstGeom prst="rect">
            <a:avLst/>
          </a:prstGeom>
          <a:noFill/>
          <a:ln>
            <a:noFill/>
          </a:ln>
          <a:effectLst>
            <a:outerShdw dist="35921" dir="2700000" algn="ctr" rotWithShape="0">
              <a:srgbClr val="FFFFF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pic>
        <p:nvPicPr>
          <p:cNvPr id="1055" name="Picture 37" descr="water"/>
          <p:cNvPicPr>
            <a:picLocks noChangeAspect="1" noChangeArrowheads="1"/>
          </p:cNvPicPr>
          <p:nvPr/>
        </p:nvPicPr>
        <p:blipFill>
          <a:blip r:embed="rId17">
            <a:extLst>
              <a:ext uri="{28A0092B-C50C-407E-A947-70E740481C1C}">
                <a14:useLocalDpi xmlns:a14="http://schemas.microsoft.com/office/drawing/2010/main" val="0"/>
              </a:ext>
            </a:extLst>
          </a:blip>
          <a:srcRect l="22409" t="16374" b="27486"/>
          <a:stretch>
            <a:fillRect/>
          </a:stretch>
        </p:blipFill>
        <p:spPr bwMode="gray">
          <a:xfrm rot="786797">
            <a:off x="6629400" y="-285750"/>
            <a:ext cx="2417763"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6" name="Picture 38" descr="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gray">
          <a:xfrm rot="20740733" flipH="1">
            <a:off x="49213" y="4294188"/>
            <a:ext cx="1223962"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ppt_x</p:attrName>
                                        </p:attrNameLst>
                                      </p:cBhvr>
                                      <p:tavLst>
                                        <p:tav tm="0">
                                          <p:val>
                                            <p:strVal val="#ppt_x-.2"/>
                                          </p:val>
                                        </p:tav>
                                        <p:tav tm="100000">
                                          <p:val>
                                            <p:strVal val="#ppt_x"/>
                                          </p:val>
                                        </p:tav>
                                      </p:tavLst>
                                    </p:anim>
                                    <p:anim calcmode="lin" valueType="num">
                                      <p:cBhvr>
                                        <p:cTn id="8" dur="5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500"/>
                                        <p:tgtEl>
                                          <p:spTgt spid="1026"/>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60"/>
                                        </p:tgtEl>
                                        <p:attrNameLst>
                                          <p:attrName>style.visibility</p:attrName>
                                        </p:attrNameLst>
                                      </p:cBhvr>
                                      <p:to>
                                        <p:strVal val="visible"/>
                                      </p:to>
                                    </p:set>
                                    <p:animEffect transition="in" filter="fade">
                                      <p:cBhvr>
                                        <p:cTn id="13" dur="1000"/>
                                        <p:tgtEl>
                                          <p:spTgt spid="1060"/>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033"/>
                                        </p:tgtEl>
                                        <p:attrNameLst>
                                          <p:attrName>style.visibility</p:attrName>
                                        </p:attrNameLst>
                                      </p:cBhvr>
                                      <p:to>
                                        <p:strVal val="visible"/>
                                      </p:to>
                                    </p:set>
                                    <p:animEffect transition="in" filter="fade">
                                      <p:cBhvr>
                                        <p:cTn id="16" dur="1000"/>
                                        <p:tgtEl>
                                          <p:spTgt spid="1033"/>
                                        </p:tgtEl>
                                      </p:cBhvr>
                                    </p:animEffect>
                                  </p:childTnLst>
                                </p:cTn>
                              </p:par>
                            </p:childTnLst>
                          </p:cTn>
                        </p:par>
                        <p:par>
                          <p:cTn id="17" fill="hold">
                            <p:stCondLst>
                              <p:cond delay="1500"/>
                            </p:stCondLst>
                            <p:childTnLst>
                              <p:par>
                                <p:cTn id="18" presetID="1" presetClass="emph" presetSubtype="2" fill="hold" nodeType="afterEffect">
                                  <p:stCondLst>
                                    <p:cond delay="0"/>
                                  </p:stCondLst>
                                  <p:childTnLst>
                                    <p:animClr clrSpc="rgb" dir="cw">
                                      <p:cBhvr>
                                        <p:cTn id="19" dur="1000" fill="hold"/>
                                        <p:tgtEl>
                                          <p:spTgt spid="1060"/>
                                        </p:tgtEl>
                                        <p:attrNameLst>
                                          <p:attrName>fillcolor</p:attrName>
                                        </p:attrNameLst>
                                      </p:cBhvr>
                                      <p:to>
                                        <a:schemeClr val="folHlink"/>
                                      </p:to>
                                    </p:animClr>
                                    <p:set>
                                      <p:cBhvr>
                                        <p:cTn id="20" dur="1000" fill="hold"/>
                                        <p:tgtEl>
                                          <p:spTgt spid="1060"/>
                                        </p:tgtEl>
                                        <p:attrNameLst>
                                          <p:attrName>fill.type</p:attrName>
                                        </p:attrNameLst>
                                      </p:cBhvr>
                                      <p:to>
                                        <p:strVal val="solid"/>
                                      </p:to>
                                    </p:set>
                                    <p:set>
                                      <p:cBhvr>
                                        <p:cTn id="21" dur="1000" fill="hold"/>
                                        <p:tgtEl>
                                          <p:spTgt spid="1060"/>
                                        </p:tgtEl>
                                        <p:attrNameLst>
                                          <p:attrName>fill.on</p:attrName>
                                        </p:attrNameLst>
                                      </p:cBhvr>
                                      <p:to>
                                        <p:strVal val="true"/>
                                      </p:to>
                                    </p:set>
                                  </p:childTnLst>
                                </p:cTn>
                              </p:par>
                              <p:par>
                                <p:cTn id="22" presetID="1" presetClass="emph" presetSubtype="2" fill="hold" nodeType="withEffect">
                                  <p:stCondLst>
                                    <p:cond delay="700"/>
                                  </p:stCondLst>
                                  <p:childTnLst>
                                    <p:animClr clrSpc="rgb" dir="cw">
                                      <p:cBhvr>
                                        <p:cTn id="23" dur="1000" fill="hold"/>
                                        <p:tgtEl>
                                          <p:spTgt spid="1033"/>
                                        </p:tgtEl>
                                        <p:attrNameLst>
                                          <p:attrName>fillcolor</p:attrName>
                                        </p:attrNameLst>
                                      </p:cBhvr>
                                      <p:to>
                                        <a:schemeClr val="accent1"/>
                                      </p:to>
                                    </p:animClr>
                                    <p:set>
                                      <p:cBhvr>
                                        <p:cTn id="24" dur="1000" fill="hold"/>
                                        <p:tgtEl>
                                          <p:spTgt spid="1033"/>
                                        </p:tgtEl>
                                        <p:attrNameLst>
                                          <p:attrName>fill.type</p:attrName>
                                        </p:attrNameLst>
                                      </p:cBhvr>
                                      <p:to>
                                        <p:strVal val="solid"/>
                                      </p:to>
                                    </p:set>
                                    <p:set>
                                      <p:cBhvr>
                                        <p:cTn id="25" dur="1000" fill="hold"/>
                                        <p:tgtEl>
                                          <p:spTgt spid="103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 grpId="0" animBg="1"/>
      <p:bldP spid="1060" grpId="0" animBg="1"/>
      <p:bldP spid="1026" grpId="0"/>
    </p:bldLst>
  </p:timing>
  <p:hf sldNum="0" hdr="0" dt="0"/>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panose="020B0604020202020204" pitchFamily="34" charset="0"/>
        </a:defRPr>
      </a:lvl2pPr>
      <a:lvl3pPr algn="l" rtl="0" eaLnBrk="0" fontAlgn="base" hangingPunct="0">
        <a:spcBef>
          <a:spcPct val="0"/>
        </a:spcBef>
        <a:spcAft>
          <a:spcPct val="0"/>
        </a:spcAft>
        <a:defRPr sz="4400" b="1">
          <a:solidFill>
            <a:schemeClr val="tx2"/>
          </a:solidFill>
          <a:latin typeface="Arial" panose="020B0604020202020204" pitchFamily="34" charset="0"/>
        </a:defRPr>
      </a:lvl3pPr>
      <a:lvl4pPr algn="l" rtl="0" eaLnBrk="0" fontAlgn="base" hangingPunct="0">
        <a:spcBef>
          <a:spcPct val="0"/>
        </a:spcBef>
        <a:spcAft>
          <a:spcPct val="0"/>
        </a:spcAft>
        <a:defRPr sz="4400" b="1">
          <a:solidFill>
            <a:schemeClr val="tx2"/>
          </a:solidFill>
          <a:latin typeface="Arial" panose="020B0604020202020204" pitchFamily="34" charset="0"/>
        </a:defRPr>
      </a:lvl4pPr>
      <a:lvl5pPr algn="l" rtl="0" eaLnBrk="0" fontAlgn="base" hangingPunct="0">
        <a:spcBef>
          <a:spcPct val="0"/>
        </a:spcBef>
        <a:spcAft>
          <a:spcPct val="0"/>
        </a:spcAft>
        <a:defRPr sz="4400" b="1">
          <a:solidFill>
            <a:schemeClr val="tx2"/>
          </a:solidFill>
          <a:latin typeface="Arial" panose="020B0604020202020204" pitchFamily="34" charset="0"/>
        </a:defRPr>
      </a:lvl5pPr>
      <a:lvl6pPr marL="457200" algn="l" rtl="0" eaLnBrk="1" fontAlgn="base" hangingPunct="1">
        <a:spcBef>
          <a:spcPct val="0"/>
        </a:spcBef>
        <a:spcAft>
          <a:spcPct val="0"/>
        </a:spcAft>
        <a:defRPr sz="4400" b="1">
          <a:solidFill>
            <a:schemeClr val="tx2"/>
          </a:solidFill>
          <a:latin typeface="Arial" panose="020B0604020202020204" pitchFamily="34" charset="0"/>
        </a:defRPr>
      </a:lvl6pPr>
      <a:lvl7pPr marL="914400" algn="l" rtl="0" eaLnBrk="1" fontAlgn="base" hangingPunct="1">
        <a:spcBef>
          <a:spcPct val="0"/>
        </a:spcBef>
        <a:spcAft>
          <a:spcPct val="0"/>
        </a:spcAft>
        <a:defRPr sz="4400" b="1">
          <a:solidFill>
            <a:schemeClr val="tx2"/>
          </a:solidFill>
          <a:latin typeface="Arial" panose="020B0604020202020204" pitchFamily="34" charset="0"/>
        </a:defRPr>
      </a:lvl7pPr>
      <a:lvl8pPr marL="1371600" algn="l" rtl="0" eaLnBrk="1" fontAlgn="base" hangingPunct="1">
        <a:spcBef>
          <a:spcPct val="0"/>
        </a:spcBef>
        <a:spcAft>
          <a:spcPct val="0"/>
        </a:spcAft>
        <a:defRPr sz="4400" b="1">
          <a:solidFill>
            <a:schemeClr val="tx2"/>
          </a:solidFill>
          <a:latin typeface="Arial" panose="020B0604020202020204" pitchFamily="34" charset="0"/>
        </a:defRPr>
      </a:lvl8pPr>
      <a:lvl9pPr marL="1828800" algn="l" rtl="0" eaLnBrk="1" fontAlgn="base" hangingPunct="1">
        <a:spcBef>
          <a:spcPct val="0"/>
        </a:spcBef>
        <a:spcAft>
          <a:spcPct val="0"/>
        </a:spcAft>
        <a:defRPr sz="44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1" name="Rectangle 17"/>
          <p:cNvSpPr>
            <a:spLocks noChangeArrowheads="1"/>
          </p:cNvSpPr>
          <p:nvPr/>
        </p:nvSpPr>
        <p:spPr bwMode="auto">
          <a:xfrm>
            <a:off x="1066800" y="1275606"/>
            <a:ext cx="7042150" cy="90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80" tIns="34290" rIns="68580" bIns="34290">
            <a:spAutoFit/>
          </a:bodyPr>
          <a:lstStyle/>
          <a:p>
            <a:pPr algn="ctr" defTabSz="685800">
              <a:defRPr/>
            </a:pPr>
            <a:r>
              <a:rPr lang="zh-CN" altLang="en-US" sz="5400" dirty="0">
                <a:solidFill>
                  <a:srgbClr val="00B050"/>
                </a:solidFill>
                <a:latin typeface="华文新魏" panose="02010800040101010101" pitchFamily="2" charset="-122"/>
                <a:ea typeface="华文新魏" panose="02010800040101010101" pitchFamily="2" charset="-122"/>
              </a:rPr>
              <a:t>通信工程制图</a:t>
            </a:r>
            <a:endParaRPr lang="zh-CN" altLang="en-US" sz="5400" dirty="0">
              <a:solidFill>
                <a:srgbClr val="00B050"/>
              </a:solidFill>
              <a:latin typeface="华文新魏" panose="02010800040101010101" pitchFamily="2" charset="-122"/>
              <a:ea typeface="华文新魏" panose="02010800040101010101" pitchFamily="2" charset="-122"/>
            </a:endParaRPr>
          </a:p>
        </p:txBody>
      </p:sp>
    </p:spTree>
  </p:cSld>
  <p:clrMapOvr>
    <a:masterClrMapping/>
  </p:clrMapOvr>
  <p:transition advTm="2515"/>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sz="3200" dirty="0" smtClean="0">
                <a:latin typeface="华文新魏" panose="02010800040101010101" pitchFamily="2" charset="-122"/>
                <a:ea typeface="华文新魏" panose="02010800040101010101" pitchFamily="2" charset="-122"/>
                <a:sym typeface="+mn-ea"/>
              </a:rPr>
              <a:t>工程量列表的绘制</a:t>
            </a:r>
            <a:endParaRPr lang="zh-CN" altLang="en-US" sz="3200" dirty="0" smtClean="0">
              <a:latin typeface="华文新魏" panose="02010800040101010101" pitchFamily="2" charset="-122"/>
              <a:ea typeface="华文新魏" panose="02010800040101010101" pitchFamily="2" charset="-122"/>
              <a:sym typeface="+mn-ea"/>
            </a:endParaRPr>
          </a:p>
        </p:txBody>
      </p:sp>
      <p:sp>
        <p:nvSpPr>
          <p:cNvPr id="18439" name="Text Box 35"/>
          <p:cNvSpPr txBox="1">
            <a:spLocks noChangeArrowheads="1"/>
          </p:cNvSpPr>
          <p:nvPr/>
        </p:nvSpPr>
        <p:spPr bwMode="auto">
          <a:xfrm>
            <a:off x="1660525" y="5413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6" name="组合 25"/>
          <p:cNvGrpSpPr/>
          <p:nvPr/>
        </p:nvGrpSpPr>
        <p:grpSpPr>
          <a:xfrm>
            <a:off x="2123758" y="1275715"/>
            <a:ext cx="4813935" cy="3075068"/>
            <a:chOff x="4929" y="1793"/>
            <a:chExt cx="7581" cy="4843"/>
          </a:xfrm>
        </p:grpSpPr>
        <p:grpSp>
          <p:nvGrpSpPr>
            <p:cNvPr id="18435" name="Group 3"/>
            <p:cNvGrpSpPr/>
            <p:nvPr/>
          </p:nvGrpSpPr>
          <p:grpSpPr bwMode="auto">
            <a:xfrm>
              <a:off x="4965" y="4979"/>
              <a:ext cx="7545" cy="846"/>
              <a:chOff x="1152" y="1272"/>
              <a:chExt cx="3408" cy="451"/>
            </a:xfrm>
          </p:grpSpPr>
          <p:grpSp>
            <p:nvGrpSpPr>
              <p:cNvPr id="18462" name="Group 4"/>
              <p:cNvGrpSpPr/>
              <p:nvPr/>
            </p:nvGrpSpPr>
            <p:grpSpPr bwMode="auto">
              <a:xfrm>
                <a:off x="1152" y="1275"/>
                <a:ext cx="480" cy="419"/>
                <a:chOff x="1110" y="2656"/>
                <a:chExt cx="1549" cy="1351"/>
              </a:xfrm>
            </p:grpSpPr>
            <p:sp>
              <p:nvSpPr>
                <p:cNvPr id="18466"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18467"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46087" name="AutoShape 7"/>
                <p:cNvSpPr>
                  <a:spLocks noChangeArrowheads="1"/>
                </p:cNvSpPr>
                <p:nvPr/>
              </p:nvSpPr>
              <p:spPr bwMode="gray">
                <a:xfrm>
                  <a:off x="1201" y="2737"/>
                  <a:ext cx="1348" cy="1169"/>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a:defRPr/>
                  </a:pPr>
                  <a:endParaRPr lang="zh-CN" altLang="en-US">
                    <a:latin typeface="华文新魏" panose="02010800040101010101" pitchFamily="2" charset="-122"/>
                    <a:ea typeface="华文新魏" panose="02010800040101010101" pitchFamily="2" charset="-122"/>
                  </a:endParaRPr>
                </a:p>
              </p:txBody>
            </p:sp>
          </p:grpSp>
          <p:sp>
            <p:nvSpPr>
              <p:cNvPr id="18463" name="Line 8"/>
              <p:cNvSpPr>
                <a:spLocks noChangeShapeType="1"/>
              </p:cNvSpPr>
              <p:nvPr/>
            </p:nvSpPr>
            <p:spPr bwMode="auto">
              <a:xfrm>
                <a:off x="1536" y="1659"/>
                <a:ext cx="3024" cy="0"/>
              </a:xfrm>
              <a:prstGeom prst="line">
                <a:avLst/>
              </a:prstGeom>
              <a:noFill/>
              <a:ln w="25400">
                <a:solidFill>
                  <a:schemeClr val="tx2"/>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4" name="Text Box 9"/>
              <p:cNvSpPr txBox="1">
                <a:spLocks noChangeArrowheads="1"/>
              </p:cNvSpPr>
              <p:nvPr/>
            </p:nvSpPr>
            <p:spPr bwMode="auto">
              <a:xfrm>
                <a:off x="1818" y="1272"/>
                <a:ext cx="229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a:solidFill>
                      <a:schemeClr val="tx2"/>
                    </a:solidFill>
                    <a:latin typeface="华文新魏" panose="02010800040101010101" pitchFamily="2" charset="-122"/>
                    <a:ea typeface="华文新魏" panose="02010800040101010101" pitchFamily="2" charset="-122"/>
                    <a:sym typeface="+mn-ea"/>
                  </a:rPr>
                  <a:t>工程量列表参数的输入</a:t>
                </a:r>
                <a:endParaRPr lang="zh-CN" altLang="en-US" sz="2400">
                  <a:solidFill>
                    <a:schemeClr val="tx2"/>
                  </a:solidFill>
                  <a:latin typeface="华文新魏" panose="02010800040101010101" pitchFamily="2" charset="-122"/>
                  <a:ea typeface="华文新魏" panose="02010800040101010101" pitchFamily="2" charset="-122"/>
                  <a:sym typeface="+mn-ea"/>
                </a:endParaRPr>
              </a:p>
            </p:txBody>
          </p:sp>
          <p:sp>
            <p:nvSpPr>
              <p:cNvPr id="18465" name="Text Box 10"/>
              <p:cNvSpPr txBox="1">
                <a:spLocks noChangeArrowheads="1"/>
              </p:cNvSpPr>
              <p:nvPr/>
            </p:nvSpPr>
            <p:spPr bwMode="gray">
              <a:xfrm>
                <a:off x="1260" y="1337"/>
                <a:ext cx="254"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a:solidFill>
                      <a:schemeClr val="bg1"/>
                    </a:solidFill>
                    <a:latin typeface="华文新魏" panose="02010800040101010101" pitchFamily="2" charset="-122"/>
                    <a:ea typeface="华文新魏" panose="02010800040101010101" pitchFamily="2" charset="-122"/>
                  </a:rPr>
                  <a:t>5</a:t>
                </a:r>
                <a:endParaRPr lang="en-US" altLang="zh-CN" sz="2400" b="1">
                  <a:solidFill>
                    <a:schemeClr val="bg1"/>
                  </a:solidFill>
                  <a:latin typeface="华文新魏" panose="02010800040101010101" pitchFamily="2" charset="-122"/>
                  <a:ea typeface="华文新魏" panose="02010800040101010101" pitchFamily="2" charset="-122"/>
                </a:endParaRPr>
              </a:p>
            </p:txBody>
          </p:sp>
        </p:grpSp>
        <p:grpSp>
          <p:nvGrpSpPr>
            <p:cNvPr id="18436" name="Group 11"/>
            <p:cNvGrpSpPr/>
            <p:nvPr/>
          </p:nvGrpSpPr>
          <p:grpSpPr bwMode="auto">
            <a:xfrm>
              <a:off x="4932" y="2552"/>
              <a:ext cx="7545" cy="875"/>
              <a:chOff x="1152" y="1834"/>
              <a:chExt cx="3408" cy="466"/>
            </a:xfrm>
          </p:grpSpPr>
          <p:grpSp>
            <p:nvGrpSpPr>
              <p:cNvPr id="18455" name="Group 12"/>
              <p:cNvGrpSpPr/>
              <p:nvPr/>
            </p:nvGrpSpPr>
            <p:grpSpPr bwMode="auto">
              <a:xfrm>
                <a:off x="1152" y="1851"/>
                <a:ext cx="480" cy="419"/>
                <a:chOff x="3174" y="2656"/>
                <a:chExt cx="1549" cy="1351"/>
              </a:xfrm>
            </p:grpSpPr>
            <p:sp>
              <p:nvSpPr>
                <p:cNvPr id="18459"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18460"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46095" name="AutoShape 15"/>
                <p:cNvSpPr>
                  <a:spLocks noChangeArrowheads="1"/>
                </p:cNvSpPr>
                <p:nvPr/>
              </p:nvSpPr>
              <p:spPr bwMode="gray">
                <a:xfrm>
                  <a:off x="3265" y="2739"/>
                  <a:ext cx="1348"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a:defRPr/>
                  </a:pPr>
                  <a:endParaRPr lang="zh-CN" altLang="en-US">
                    <a:latin typeface="华文新魏" panose="02010800040101010101" pitchFamily="2" charset="-122"/>
                    <a:ea typeface="华文新魏" panose="02010800040101010101" pitchFamily="2" charset="-122"/>
                  </a:endParaRPr>
                </a:p>
              </p:txBody>
            </p:sp>
          </p:grpSp>
          <p:sp>
            <p:nvSpPr>
              <p:cNvPr id="18456" name="Line 16"/>
              <p:cNvSpPr>
                <a:spLocks noChangeShapeType="1"/>
              </p:cNvSpPr>
              <p:nvPr/>
            </p:nvSpPr>
            <p:spPr bwMode="auto">
              <a:xfrm>
                <a:off x="1536" y="2235"/>
                <a:ext cx="3024" cy="0"/>
              </a:xfrm>
              <a:prstGeom prst="line">
                <a:avLst/>
              </a:prstGeom>
              <a:noFill/>
              <a:ln w="25400">
                <a:solidFill>
                  <a:schemeClr val="tx2"/>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7" name="Text Box 17"/>
              <p:cNvSpPr txBox="1">
                <a:spLocks noChangeArrowheads="1"/>
              </p:cNvSpPr>
              <p:nvPr/>
            </p:nvSpPr>
            <p:spPr bwMode="auto">
              <a:xfrm>
                <a:off x="1793" y="1834"/>
                <a:ext cx="1214"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dirty="0">
                    <a:solidFill>
                      <a:schemeClr val="tx2"/>
                    </a:solidFill>
                    <a:latin typeface="华文新魏" panose="02010800040101010101" pitchFamily="2" charset="-122"/>
                    <a:ea typeface="华文新魏" panose="02010800040101010101" pitchFamily="2" charset="-122"/>
                    <a:sym typeface="+mn-ea"/>
                  </a:rPr>
                  <a:t>表格的绘制</a:t>
                </a:r>
                <a:endParaRPr lang="zh-CN" altLang="en-US" sz="2400" dirty="0">
                  <a:solidFill>
                    <a:schemeClr val="tx2"/>
                  </a:solidFill>
                  <a:latin typeface="华文新魏" panose="02010800040101010101" pitchFamily="2" charset="-122"/>
                  <a:ea typeface="华文新魏" panose="02010800040101010101" pitchFamily="2" charset="-122"/>
                  <a:sym typeface="+mn-ea"/>
                </a:endParaRPr>
              </a:p>
            </p:txBody>
          </p:sp>
          <p:sp>
            <p:nvSpPr>
              <p:cNvPr id="18458" name="Text Box 18"/>
              <p:cNvSpPr txBox="1">
                <a:spLocks noChangeArrowheads="1"/>
              </p:cNvSpPr>
              <p:nvPr/>
            </p:nvSpPr>
            <p:spPr bwMode="gray">
              <a:xfrm>
                <a:off x="1259" y="1913"/>
                <a:ext cx="25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a:solidFill>
                      <a:schemeClr val="bg1"/>
                    </a:solidFill>
                    <a:latin typeface="华文新魏" panose="02010800040101010101" pitchFamily="2" charset="-122"/>
                    <a:ea typeface="华文新魏" panose="02010800040101010101" pitchFamily="2" charset="-122"/>
                  </a:rPr>
                  <a:t>2</a:t>
                </a:r>
                <a:endParaRPr lang="en-US" altLang="zh-CN" sz="2400" b="1">
                  <a:solidFill>
                    <a:schemeClr val="bg1"/>
                  </a:solidFill>
                  <a:latin typeface="华文新魏" panose="02010800040101010101" pitchFamily="2" charset="-122"/>
                  <a:ea typeface="华文新魏" panose="02010800040101010101" pitchFamily="2" charset="-122"/>
                </a:endParaRPr>
              </a:p>
            </p:txBody>
          </p:sp>
        </p:grpSp>
        <p:grpSp>
          <p:nvGrpSpPr>
            <p:cNvPr id="18437" name="Group 19"/>
            <p:cNvGrpSpPr/>
            <p:nvPr/>
          </p:nvGrpSpPr>
          <p:grpSpPr bwMode="auto">
            <a:xfrm>
              <a:off x="4957" y="3378"/>
              <a:ext cx="7545" cy="850"/>
              <a:chOff x="1152" y="2409"/>
              <a:chExt cx="3408" cy="454"/>
            </a:xfrm>
          </p:grpSpPr>
          <p:grpSp>
            <p:nvGrpSpPr>
              <p:cNvPr id="18448" name="Group 20"/>
              <p:cNvGrpSpPr/>
              <p:nvPr/>
            </p:nvGrpSpPr>
            <p:grpSpPr bwMode="auto">
              <a:xfrm>
                <a:off x="1152" y="2413"/>
                <a:ext cx="480" cy="419"/>
                <a:chOff x="1110" y="2656"/>
                <a:chExt cx="1549" cy="1351"/>
              </a:xfrm>
            </p:grpSpPr>
            <p:sp>
              <p:nvSpPr>
                <p:cNvPr id="18452"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18453"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46103" name="AutoShape 23"/>
                <p:cNvSpPr>
                  <a:spLocks noChangeArrowheads="1"/>
                </p:cNvSpPr>
                <p:nvPr/>
              </p:nvSpPr>
              <p:spPr bwMode="gray">
                <a:xfrm>
                  <a:off x="1201" y="2738"/>
                  <a:ext cx="1348"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a:defRPr/>
                  </a:pPr>
                  <a:endParaRPr lang="zh-CN" altLang="en-US">
                    <a:latin typeface="华文新魏" panose="02010800040101010101" pitchFamily="2" charset="-122"/>
                    <a:ea typeface="华文新魏" panose="02010800040101010101" pitchFamily="2" charset="-122"/>
                  </a:endParaRPr>
                </a:p>
              </p:txBody>
            </p:sp>
          </p:grpSp>
          <p:sp>
            <p:nvSpPr>
              <p:cNvPr id="18449" name="Line 24"/>
              <p:cNvSpPr>
                <a:spLocks noChangeShapeType="1"/>
              </p:cNvSpPr>
              <p:nvPr/>
            </p:nvSpPr>
            <p:spPr bwMode="auto">
              <a:xfrm>
                <a:off x="1536" y="2797"/>
                <a:ext cx="3024" cy="0"/>
              </a:xfrm>
              <a:prstGeom prst="line">
                <a:avLst/>
              </a:prstGeom>
              <a:noFill/>
              <a:ln w="25400">
                <a:solidFill>
                  <a:schemeClr val="tx2"/>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0" name="Text Box 25"/>
              <p:cNvSpPr txBox="1">
                <a:spLocks noChangeArrowheads="1"/>
              </p:cNvSpPr>
              <p:nvPr/>
            </p:nvSpPr>
            <p:spPr bwMode="auto">
              <a:xfrm>
                <a:off x="1818" y="2409"/>
                <a:ext cx="1865"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a:solidFill>
                      <a:schemeClr val="tx2"/>
                    </a:solidFill>
                    <a:latin typeface="华文新魏" panose="02010800040101010101" pitchFamily="2" charset="-122"/>
                    <a:ea typeface="华文新魏" panose="02010800040101010101" pitchFamily="2" charset="-122"/>
                    <a:sym typeface="+mn-ea"/>
                  </a:rPr>
                  <a:t>表格的调整与修改</a:t>
                </a:r>
                <a:endParaRPr lang="zh-CN" altLang="en-US" sz="2400">
                  <a:solidFill>
                    <a:schemeClr val="tx2"/>
                  </a:solidFill>
                  <a:latin typeface="华文新魏" panose="02010800040101010101" pitchFamily="2" charset="-122"/>
                  <a:ea typeface="华文新魏" panose="02010800040101010101" pitchFamily="2" charset="-122"/>
                  <a:sym typeface="+mn-ea"/>
                </a:endParaRPr>
              </a:p>
            </p:txBody>
          </p:sp>
          <p:sp>
            <p:nvSpPr>
              <p:cNvPr id="18451" name="Text Box 26"/>
              <p:cNvSpPr txBox="1">
                <a:spLocks noChangeArrowheads="1"/>
              </p:cNvSpPr>
              <p:nvPr/>
            </p:nvSpPr>
            <p:spPr bwMode="gray">
              <a:xfrm>
                <a:off x="1259" y="2475"/>
                <a:ext cx="25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a:solidFill>
                      <a:schemeClr val="bg1"/>
                    </a:solidFill>
                    <a:latin typeface="华文新魏" panose="02010800040101010101" pitchFamily="2" charset="-122"/>
                    <a:ea typeface="华文新魏" panose="02010800040101010101" pitchFamily="2" charset="-122"/>
                  </a:rPr>
                  <a:t>3</a:t>
                </a:r>
                <a:endParaRPr lang="en-US" altLang="zh-CN" sz="2400" b="1">
                  <a:solidFill>
                    <a:schemeClr val="bg1"/>
                  </a:solidFill>
                  <a:latin typeface="华文新魏" panose="02010800040101010101" pitchFamily="2" charset="-122"/>
                  <a:ea typeface="华文新魏" panose="02010800040101010101" pitchFamily="2" charset="-122"/>
                </a:endParaRPr>
              </a:p>
            </p:txBody>
          </p:sp>
        </p:grpSp>
        <p:grpSp>
          <p:nvGrpSpPr>
            <p:cNvPr id="18438" name="Group 27"/>
            <p:cNvGrpSpPr/>
            <p:nvPr/>
          </p:nvGrpSpPr>
          <p:grpSpPr bwMode="auto">
            <a:xfrm>
              <a:off x="4965" y="5770"/>
              <a:ext cx="7545" cy="866"/>
              <a:chOff x="1152" y="2976"/>
              <a:chExt cx="3408" cy="462"/>
            </a:xfrm>
          </p:grpSpPr>
          <p:grpSp>
            <p:nvGrpSpPr>
              <p:cNvPr id="18441" name="Group 28"/>
              <p:cNvGrpSpPr/>
              <p:nvPr/>
            </p:nvGrpSpPr>
            <p:grpSpPr bwMode="auto">
              <a:xfrm>
                <a:off x="1152" y="2989"/>
                <a:ext cx="480" cy="419"/>
                <a:chOff x="3174" y="2656"/>
                <a:chExt cx="1549" cy="1351"/>
              </a:xfrm>
            </p:grpSpPr>
            <p:sp>
              <p:nvSpPr>
                <p:cNvPr id="18445" name="AutoShape 29"/>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18446" name="AutoShape 30"/>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46111" name="AutoShape 31"/>
                <p:cNvSpPr>
                  <a:spLocks noChangeArrowheads="1"/>
                </p:cNvSpPr>
                <p:nvPr/>
              </p:nvSpPr>
              <p:spPr bwMode="gray">
                <a:xfrm>
                  <a:off x="3265" y="2739"/>
                  <a:ext cx="1348" cy="1166"/>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a:defRPr/>
                  </a:pPr>
                  <a:endParaRPr lang="zh-CN" altLang="en-US">
                    <a:latin typeface="华文新魏" panose="02010800040101010101" pitchFamily="2" charset="-122"/>
                    <a:ea typeface="华文新魏" panose="02010800040101010101" pitchFamily="2" charset="-122"/>
                  </a:endParaRPr>
                </a:p>
              </p:txBody>
            </p:sp>
          </p:grpSp>
          <p:sp>
            <p:nvSpPr>
              <p:cNvPr id="18442" name="Line 32"/>
              <p:cNvSpPr>
                <a:spLocks noChangeShapeType="1"/>
              </p:cNvSpPr>
              <p:nvPr/>
            </p:nvSpPr>
            <p:spPr bwMode="auto">
              <a:xfrm>
                <a:off x="1536" y="3373"/>
                <a:ext cx="3024" cy="0"/>
              </a:xfrm>
              <a:prstGeom prst="line">
                <a:avLst/>
              </a:prstGeom>
              <a:noFill/>
              <a:ln w="25400">
                <a:solidFill>
                  <a:schemeClr val="tx2"/>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3" name="Text Box 33"/>
              <p:cNvSpPr txBox="1">
                <a:spLocks noChangeArrowheads="1"/>
              </p:cNvSpPr>
              <p:nvPr/>
            </p:nvSpPr>
            <p:spPr bwMode="auto">
              <a:xfrm>
                <a:off x="1818" y="2976"/>
                <a:ext cx="1865"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a:solidFill>
                      <a:schemeClr val="tx2"/>
                    </a:solidFill>
                    <a:latin typeface="华文新魏" panose="02010800040101010101" pitchFamily="2" charset="-122"/>
                    <a:ea typeface="华文新魏" panose="02010800040101010101" pitchFamily="2" charset="-122"/>
                  </a:rPr>
                  <a:t>工程量列表的调整</a:t>
                </a:r>
                <a:endParaRPr lang="zh-CN" altLang="en-US" sz="2400">
                  <a:solidFill>
                    <a:schemeClr val="tx2"/>
                  </a:solidFill>
                  <a:latin typeface="华文新魏" panose="02010800040101010101" pitchFamily="2" charset="-122"/>
                  <a:ea typeface="华文新魏" panose="02010800040101010101" pitchFamily="2" charset="-122"/>
                </a:endParaRPr>
              </a:p>
            </p:txBody>
          </p:sp>
          <p:sp>
            <p:nvSpPr>
              <p:cNvPr id="18444" name="Text Box 34"/>
              <p:cNvSpPr txBox="1">
                <a:spLocks noChangeArrowheads="1"/>
              </p:cNvSpPr>
              <p:nvPr/>
            </p:nvSpPr>
            <p:spPr bwMode="gray">
              <a:xfrm>
                <a:off x="1260" y="3051"/>
                <a:ext cx="254"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a:solidFill>
                      <a:schemeClr val="bg1"/>
                    </a:solidFill>
                    <a:latin typeface="华文新魏" panose="02010800040101010101" pitchFamily="2" charset="-122"/>
                    <a:ea typeface="华文新魏" panose="02010800040101010101" pitchFamily="2" charset="-122"/>
                  </a:rPr>
                  <a:t>6</a:t>
                </a:r>
                <a:endParaRPr lang="en-US" altLang="zh-CN" sz="2400" b="1">
                  <a:solidFill>
                    <a:schemeClr val="bg1"/>
                  </a:solidFill>
                  <a:latin typeface="华文新魏" panose="02010800040101010101" pitchFamily="2" charset="-122"/>
                  <a:ea typeface="华文新魏" panose="02010800040101010101" pitchFamily="2" charset="-122"/>
                </a:endParaRPr>
              </a:p>
            </p:txBody>
          </p:sp>
        </p:grpSp>
        <p:grpSp>
          <p:nvGrpSpPr>
            <p:cNvPr id="10" name="Group 27"/>
            <p:cNvGrpSpPr/>
            <p:nvPr/>
          </p:nvGrpSpPr>
          <p:grpSpPr bwMode="auto">
            <a:xfrm>
              <a:off x="4943" y="4183"/>
              <a:ext cx="7545" cy="868"/>
              <a:chOff x="1152" y="2976"/>
              <a:chExt cx="3408" cy="463"/>
            </a:xfrm>
          </p:grpSpPr>
          <p:grpSp>
            <p:nvGrpSpPr>
              <p:cNvPr id="11" name="Group 28"/>
              <p:cNvGrpSpPr/>
              <p:nvPr/>
            </p:nvGrpSpPr>
            <p:grpSpPr bwMode="auto">
              <a:xfrm>
                <a:off x="1152" y="2989"/>
                <a:ext cx="480" cy="419"/>
                <a:chOff x="3174" y="2656"/>
                <a:chExt cx="1549" cy="1351"/>
              </a:xfrm>
            </p:grpSpPr>
            <p:sp>
              <p:nvSpPr>
                <p:cNvPr id="12" name="AutoShape 29"/>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13" name="AutoShape 30"/>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14" name="AutoShape 31"/>
                <p:cNvSpPr>
                  <a:spLocks noChangeArrowheads="1"/>
                </p:cNvSpPr>
                <p:nvPr/>
              </p:nvSpPr>
              <p:spPr bwMode="gray">
                <a:xfrm>
                  <a:off x="3265" y="2739"/>
                  <a:ext cx="1348" cy="1166"/>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a:defRPr/>
                  </a:pPr>
                  <a:endParaRPr lang="zh-CN" altLang="en-US">
                    <a:latin typeface="华文新魏" panose="02010800040101010101" pitchFamily="2" charset="-122"/>
                    <a:ea typeface="华文新魏" panose="02010800040101010101" pitchFamily="2" charset="-122"/>
                  </a:endParaRPr>
                </a:p>
              </p:txBody>
            </p:sp>
          </p:grpSp>
          <p:sp>
            <p:nvSpPr>
              <p:cNvPr id="15" name="Line 32"/>
              <p:cNvSpPr>
                <a:spLocks noChangeShapeType="1"/>
              </p:cNvSpPr>
              <p:nvPr/>
            </p:nvSpPr>
            <p:spPr bwMode="auto">
              <a:xfrm>
                <a:off x="1536" y="3373"/>
                <a:ext cx="3024" cy="0"/>
              </a:xfrm>
              <a:prstGeom prst="line">
                <a:avLst/>
              </a:prstGeom>
              <a:noFill/>
              <a:ln w="25400">
                <a:solidFill>
                  <a:schemeClr val="tx2"/>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Text Box 33"/>
              <p:cNvSpPr txBox="1">
                <a:spLocks noChangeArrowheads="1"/>
              </p:cNvSpPr>
              <p:nvPr/>
            </p:nvSpPr>
            <p:spPr bwMode="auto">
              <a:xfrm>
                <a:off x="1818" y="2976"/>
                <a:ext cx="2298"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a:solidFill>
                      <a:schemeClr val="tx2"/>
                    </a:solidFill>
                    <a:latin typeface="华文新魏" panose="02010800040101010101" pitchFamily="2" charset="-122"/>
                    <a:ea typeface="华文新魏" panose="02010800040101010101" pitchFamily="2" charset="-122"/>
                    <a:sym typeface="+mn-ea"/>
                  </a:rPr>
                  <a:t>工程量列表样式的设置</a:t>
                </a:r>
                <a:endParaRPr lang="zh-CN" altLang="en-US" sz="2400">
                  <a:solidFill>
                    <a:schemeClr val="tx2"/>
                  </a:solidFill>
                  <a:latin typeface="华文新魏" panose="02010800040101010101" pitchFamily="2" charset="-122"/>
                  <a:ea typeface="华文新魏" panose="02010800040101010101" pitchFamily="2" charset="-122"/>
                  <a:sym typeface="+mn-ea"/>
                </a:endParaRPr>
              </a:p>
            </p:txBody>
          </p:sp>
          <p:sp>
            <p:nvSpPr>
              <p:cNvPr id="17" name="Text Box 34"/>
              <p:cNvSpPr txBox="1">
                <a:spLocks noChangeArrowheads="1"/>
              </p:cNvSpPr>
              <p:nvPr/>
            </p:nvSpPr>
            <p:spPr bwMode="gray">
              <a:xfrm>
                <a:off x="1259" y="3051"/>
                <a:ext cx="25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a:solidFill>
                      <a:schemeClr val="bg1"/>
                    </a:solidFill>
                    <a:latin typeface="华文新魏" panose="02010800040101010101" pitchFamily="2" charset="-122"/>
                    <a:ea typeface="华文新魏" panose="02010800040101010101" pitchFamily="2" charset="-122"/>
                  </a:rPr>
                  <a:t>4</a:t>
                </a:r>
                <a:endParaRPr lang="en-US" altLang="zh-CN" sz="2400" b="1">
                  <a:solidFill>
                    <a:schemeClr val="bg1"/>
                  </a:solidFill>
                  <a:latin typeface="华文新魏" panose="02010800040101010101" pitchFamily="2" charset="-122"/>
                  <a:ea typeface="华文新魏" panose="02010800040101010101" pitchFamily="2" charset="-122"/>
                </a:endParaRPr>
              </a:p>
            </p:txBody>
          </p:sp>
        </p:grpSp>
        <p:grpSp>
          <p:nvGrpSpPr>
            <p:cNvPr id="18" name="Group 3"/>
            <p:cNvGrpSpPr/>
            <p:nvPr/>
          </p:nvGrpSpPr>
          <p:grpSpPr bwMode="auto">
            <a:xfrm>
              <a:off x="4929" y="1793"/>
              <a:ext cx="7545" cy="850"/>
              <a:chOff x="1152" y="1272"/>
              <a:chExt cx="3408" cy="453"/>
            </a:xfrm>
          </p:grpSpPr>
          <p:grpSp>
            <p:nvGrpSpPr>
              <p:cNvPr id="19" name="Group 4"/>
              <p:cNvGrpSpPr/>
              <p:nvPr/>
            </p:nvGrpSpPr>
            <p:grpSpPr bwMode="auto">
              <a:xfrm>
                <a:off x="1152" y="1275"/>
                <a:ext cx="480" cy="419"/>
                <a:chOff x="1110" y="2656"/>
                <a:chExt cx="1549" cy="1351"/>
              </a:xfrm>
            </p:grpSpPr>
            <p:sp>
              <p:nvSpPr>
                <p:cNvPr id="20"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21"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22" name="AutoShape 7"/>
                <p:cNvSpPr>
                  <a:spLocks noChangeArrowheads="1"/>
                </p:cNvSpPr>
                <p:nvPr/>
              </p:nvSpPr>
              <p:spPr bwMode="gray">
                <a:xfrm>
                  <a:off x="1201" y="2737"/>
                  <a:ext cx="1348" cy="1169"/>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a:defRPr/>
                  </a:pPr>
                  <a:endParaRPr lang="zh-CN" altLang="en-US">
                    <a:latin typeface="华文新魏" panose="02010800040101010101" pitchFamily="2" charset="-122"/>
                    <a:ea typeface="华文新魏" panose="02010800040101010101" pitchFamily="2" charset="-122"/>
                  </a:endParaRPr>
                </a:p>
              </p:txBody>
            </p:sp>
          </p:grpSp>
          <p:sp>
            <p:nvSpPr>
              <p:cNvPr id="23" name="Line 8"/>
              <p:cNvSpPr>
                <a:spLocks noChangeShapeType="1"/>
              </p:cNvSpPr>
              <p:nvPr/>
            </p:nvSpPr>
            <p:spPr bwMode="auto">
              <a:xfrm>
                <a:off x="1536" y="1659"/>
                <a:ext cx="3024" cy="0"/>
              </a:xfrm>
              <a:prstGeom prst="line">
                <a:avLst/>
              </a:prstGeom>
              <a:noFill/>
              <a:ln w="25400">
                <a:solidFill>
                  <a:schemeClr val="tx2"/>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Text Box 9"/>
              <p:cNvSpPr txBox="1">
                <a:spLocks noChangeArrowheads="1"/>
              </p:cNvSpPr>
              <p:nvPr/>
            </p:nvSpPr>
            <p:spPr bwMode="auto">
              <a:xfrm>
                <a:off x="1818" y="1272"/>
                <a:ext cx="2559"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dirty="0">
                    <a:solidFill>
                      <a:schemeClr val="tx2"/>
                    </a:solidFill>
                    <a:latin typeface="华文新魏" panose="02010800040101010101" pitchFamily="2" charset="-122"/>
                    <a:ea typeface="华文新魏" panose="02010800040101010101" pitchFamily="2" charset="-122"/>
                    <a:sym typeface="+mn-ea"/>
                  </a:rPr>
                  <a:t>表格样式的设置</a:t>
                </a:r>
                <a:endParaRPr lang="zh-CN" altLang="en-US" sz="2400" dirty="0">
                  <a:solidFill>
                    <a:schemeClr val="tx2"/>
                  </a:solidFill>
                  <a:latin typeface="华文新魏" panose="02010800040101010101" pitchFamily="2" charset="-122"/>
                  <a:ea typeface="华文新魏" panose="02010800040101010101" pitchFamily="2" charset="-122"/>
                  <a:sym typeface="+mn-ea"/>
                </a:endParaRPr>
              </a:p>
            </p:txBody>
          </p:sp>
          <p:sp>
            <p:nvSpPr>
              <p:cNvPr id="25" name="Text Box 10"/>
              <p:cNvSpPr txBox="1">
                <a:spLocks noChangeArrowheads="1"/>
              </p:cNvSpPr>
              <p:nvPr/>
            </p:nvSpPr>
            <p:spPr bwMode="gray">
              <a:xfrm>
                <a:off x="1275" y="1337"/>
                <a:ext cx="22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a:solidFill>
                      <a:schemeClr val="bg1"/>
                    </a:solidFill>
                    <a:latin typeface="华文新魏" panose="02010800040101010101" pitchFamily="2" charset="-122"/>
                    <a:ea typeface="华文新魏" panose="02010800040101010101" pitchFamily="2" charset="-122"/>
                  </a:rPr>
                  <a:t>1</a:t>
                </a:r>
                <a:endParaRPr lang="en-US" altLang="zh-CN" sz="2400" b="1">
                  <a:solidFill>
                    <a:schemeClr val="bg1"/>
                  </a:solidFill>
                  <a:latin typeface="华文新魏" panose="02010800040101010101" pitchFamily="2" charset="-122"/>
                  <a:ea typeface="华文新魏" panose="0201080004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chemeClr val="tx2"/>
                </a:solidFill>
                <a:latin typeface="华文新魏" panose="02010800040101010101" pitchFamily="2" charset="-122"/>
                <a:ea typeface="华文新魏" panose="02010800040101010101" pitchFamily="2" charset="-122"/>
                <a:sym typeface="+mn-ea"/>
              </a:rPr>
              <a:t>1</a:t>
            </a:r>
            <a:r>
              <a:rPr lang="zh-CN" altLang="en-US" sz="3200" b="1" dirty="0">
                <a:solidFill>
                  <a:schemeClr val="tx2"/>
                </a:solidFill>
                <a:latin typeface="华文新魏" panose="02010800040101010101" pitchFamily="2" charset="-122"/>
                <a:ea typeface="华文新魏" panose="02010800040101010101" pitchFamily="2" charset="-122"/>
                <a:sym typeface="+mn-ea"/>
              </a:rPr>
              <a:t>、表格样式的设置</a:t>
            </a:r>
            <a:endParaRPr lang="zh-CN" altLang="en-US" sz="3200" b="1" dirty="0">
              <a:solidFill>
                <a:schemeClr val="tx2"/>
              </a:solidFill>
              <a:latin typeface="华文新魏" panose="02010800040101010101" pitchFamily="2" charset="-122"/>
              <a:ea typeface="华文新魏" panose="02010800040101010101" pitchFamily="2" charset="-122"/>
              <a:sym typeface="+mn-ea"/>
            </a:endParaRPr>
          </a:p>
        </p:txBody>
      </p:sp>
      <p:sp>
        <p:nvSpPr>
          <p:cNvPr id="4" name="文本框 3"/>
          <p:cNvSpPr txBox="1"/>
          <p:nvPr/>
        </p:nvSpPr>
        <p:spPr>
          <a:xfrm>
            <a:off x="539750" y="771525"/>
            <a:ext cx="8421370" cy="1076325"/>
          </a:xfrm>
          <a:prstGeom prst="rect">
            <a:avLst/>
          </a:prstGeom>
          <a:noFill/>
        </p:spPr>
        <p:txBody>
          <a:bodyPr wrap="square" rtlCol="0" anchor="t">
            <a:spAutoFit/>
          </a:bodyPr>
          <a:p>
            <a:r>
              <a:rPr lang="zh-CN" altLang="en-US" sz="1600"/>
              <a:t>AutoCAD中可以根据需要绘制表格，如果表内容较多，也可将Excel中的表格复制粘贴到AutoCAD的绘图区。绘制表格前，需要对表格的样式进行设置，可选择【格式】→【表格样式】命令，或单击【表格】按钮，如图6</a:t>
            </a:r>
            <a:r>
              <a:rPr lang="en-US" altLang="zh-CN" sz="1600"/>
              <a:t>-</a:t>
            </a:r>
            <a:r>
              <a:rPr lang="zh-CN" altLang="en-US" sz="1600"/>
              <a:t>1所示，或从【绘图】工具栏中打开【表格样式】对话框，如图6</a:t>
            </a:r>
            <a:r>
              <a:rPr lang="en-US" altLang="zh-CN" sz="1600"/>
              <a:t>-</a:t>
            </a:r>
            <a:r>
              <a:rPr lang="zh-CN" altLang="en-US" sz="1600"/>
              <a:t>2所示。</a:t>
            </a:r>
            <a:endParaRPr lang="zh-CN" altLang="en-US" sz="1600"/>
          </a:p>
        </p:txBody>
      </p:sp>
      <p:grpSp>
        <p:nvGrpSpPr>
          <p:cNvPr id="11" name="组合 10"/>
          <p:cNvGrpSpPr/>
          <p:nvPr/>
        </p:nvGrpSpPr>
        <p:grpSpPr>
          <a:xfrm>
            <a:off x="1331595" y="2284095"/>
            <a:ext cx="1584960" cy="1808480"/>
            <a:chOff x="2097" y="3597"/>
            <a:chExt cx="2496" cy="2848"/>
          </a:xfrm>
        </p:grpSpPr>
        <p:pic>
          <p:nvPicPr>
            <p:cNvPr id="2" name="图片 -2147482255"/>
            <p:cNvPicPr>
              <a:picLocks noChangeAspect="1"/>
            </p:cNvPicPr>
            <p:nvPr/>
          </p:nvPicPr>
          <p:blipFill>
            <a:blip r:embed="rId1"/>
            <a:stretch>
              <a:fillRect/>
            </a:stretch>
          </p:blipFill>
          <p:spPr>
            <a:xfrm>
              <a:off x="2097" y="3597"/>
              <a:ext cx="2496" cy="2032"/>
            </a:xfrm>
            <a:prstGeom prst="rect">
              <a:avLst/>
            </a:prstGeom>
            <a:noFill/>
            <a:ln w="9525">
              <a:noFill/>
            </a:ln>
          </p:spPr>
        </p:pic>
        <p:sp>
          <p:nvSpPr>
            <p:cNvPr id="10" name="文本框 9"/>
            <p:cNvSpPr txBox="1"/>
            <p:nvPr/>
          </p:nvSpPr>
          <p:spPr>
            <a:xfrm>
              <a:off x="2902" y="5865"/>
              <a:ext cx="887" cy="580"/>
            </a:xfrm>
            <a:prstGeom prst="rect">
              <a:avLst/>
            </a:prstGeom>
            <a:noFill/>
          </p:spPr>
          <p:txBody>
            <a:bodyPr wrap="square" rtlCol="0">
              <a:spAutoFit/>
            </a:bodyPr>
            <a:p>
              <a:r>
                <a:rPr lang="en-US" altLang="zh-CN"/>
                <a:t>6-1</a:t>
              </a:r>
              <a:endParaRPr lang="en-US" altLang="zh-CN"/>
            </a:p>
          </p:txBody>
        </p:sp>
      </p:grpSp>
      <p:grpSp>
        <p:nvGrpSpPr>
          <p:cNvPr id="13" name="组合 12"/>
          <p:cNvGrpSpPr/>
          <p:nvPr/>
        </p:nvGrpSpPr>
        <p:grpSpPr>
          <a:xfrm>
            <a:off x="3347720" y="1635760"/>
            <a:ext cx="4871720" cy="3470275"/>
            <a:chOff x="5272" y="2463"/>
            <a:chExt cx="7672" cy="5465"/>
          </a:xfrm>
        </p:grpSpPr>
        <p:pic>
          <p:nvPicPr>
            <p:cNvPr id="3" name="图片 -2147482408"/>
            <p:cNvPicPr>
              <a:picLocks noChangeAspect="1"/>
            </p:cNvPicPr>
            <p:nvPr/>
          </p:nvPicPr>
          <p:blipFill>
            <a:blip r:embed="rId2"/>
            <a:stretch>
              <a:fillRect/>
            </a:stretch>
          </p:blipFill>
          <p:spPr>
            <a:xfrm>
              <a:off x="5272" y="2463"/>
              <a:ext cx="7673" cy="4885"/>
            </a:xfrm>
            <a:prstGeom prst="rect">
              <a:avLst/>
            </a:prstGeom>
            <a:noFill/>
            <a:ln w="9525">
              <a:noFill/>
            </a:ln>
          </p:spPr>
        </p:pic>
        <p:sp>
          <p:nvSpPr>
            <p:cNvPr id="12" name="文本框 11"/>
            <p:cNvSpPr txBox="1"/>
            <p:nvPr/>
          </p:nvSpPr>
          <p:spPr>
            <a:xfrm>
              <a:off x="8659" y="7348"/>
              <a:ext cx="898" cy="580"/>
            </a:xfrm>
            <a:prstGeom prst="rect">
              <a:avLst/>
            </a:prstGeom>
            <a:noFill/>
          </p:spPr>
          <p:txBody>
            <a:bodyPr wrap="square" rtlCol="0">
              <a:spAutoFit/>
            </a:bodyPr>
            <a:p>
              <a:r>
                <a:rPr lang="en-US" altLang="zh-CN"/>
                <a:t>6-2</a:t>
              </a:r>
              <a:endParaRPr lang="en-US" altLang="zh-CN"/>
            </a:p>
          </p:txBody>
        </p:sp>
      </p:gr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chemeClr val="tx2"/>
                </a:solidFill>
                <a:latin typeface="华文新魏" panose="02010800040101010101" pitchFamily="2" charset="-122"/>
                <a:ea typeface="华文新魏" panose="02010800040101010101" pitchFamily="2" charset="-122"/>
                <a:sym typeface="+mn-ea"/>
              </a:rPr>
              <a:t>1</a:t>
            </a:r>
            <a:r>
              <a:rPr lang="zh-CN" altLang="en-US" sz="3200" b="1" dirty="0">
                <a:solidFill>
                  <a:schemeClr val="tx2"/>
                </a:solidFill>
                <a:latin typeface="华文新魏" panose="02010800040101010101" pitchFamily="2" charset="-122"/>
                <a:ea typeface="华文新魏" panose="02010800040101010101" pitchFamily="2" charset="-122"/>
                <a:sym typeface="+mn-ea"/>
              </a:rPr>
              <a:t>、表格样式的设置</a:t>
            </a:r>
            <a:endParaRPr lang="zh-CN" altLang="en-US" sz="3200" b="1" dirty="0">
              <a:solidFill>
                <a:schemeClr val="tx2"/>
              </a:solidFill>
              <a:latin typeface="华文新魏" panose="02010800040101010101" pitchFamily="2" charset="-122"/>
              <a:ea typeface="华文新魏" panose="02010800040101010101" pitchFamily="2" charset="-122"/>
              <a:sym typeface="+mn-ea"/>
            </a:endParaRPr>
          </a:p>
        </p:txBody>
      </p:sp>
      <p:sp>
        <p:nvSpPr>
          <p:cNvPr id="4" name="文本框 3"/>
          <p:cNvSpPr txBox="1"/>
          <p:nvPr/>
        </p:nvSpPr>
        <p:spPr>
          <a:xfrm>
            <a:off x="539750" y="771525"/>
            <a:ext cx="8421370" cy="1322070"/>
          </a:xfrm>
          <a:prstGeom prst="rect">
            <a:avLst/>
          </a:prstGeom>
          <a:noFill/>
        </p:spPr>
        <p:txBody>
          <a:bodyPr wrap="square" rtlCol="0" anchor="t">
            <a:spAutoFit/>
          </a:bodyPr>
          <a:p>
            <a:r>
              <a:rPr sz="1600"/>
              <a:t>使用【表格样式】对话框，可以新建表格样式，也可以修改已有表格样式中的参数。在通信工程图纸的绘制过程中，建议新建一个表格样式，不建议在标准的表格样式上修改。设置个性化表格样式参数时可参考标准表格样式中的参数。</a:t>
            </a:r>
            <a:endParaRPr sz="1600"/>
          </a:p>
          <a:p>
            <a:r>
              <a:rPr sz="1600"/>
              <a:t>【修改表格样式】对话框如图6</a:t>
            </a:r>
            <a:r>
              <a:rPr lang="en-US" sz="1600"/>
              <a:t>-</a:t>
            </a:r>
            <a:r>
              <a:rPr sz="1600"/>
              <a:t>3所示，有数据、列标题和标题3个单元样式，每个单元样式中的参数含义相同，这里以数据的参数设置为例，介绍表格样式中参数</a:t>
            </a:r>
            <a:endParaRPr sz="1600"/>
          </a:p>
        </p:txBody>
      </p:sp>
      <p:grpSp>
        <p:nvGrpSpPr>
          <p:cNvPr id="6" name="组合 5"/>
          <p:cNvGrpSpPr/>
          <p:nvPr/>
        </p:nvGrpSpPr>
        <p:grpSpPr>
          <a:xfrm>
            <a:off x="2682240" y="2068195"/>
            <a:ext cx="3779520" cy="3104515"/>
            <a:chOff x="3004" y="3257"/>
            <a:chExt cx="5952" cy="4889"/>
          </a:xfrm>
        </p:grpSpPr>
        <p:pic>
          <p:nvPicPr>
            <p:cNvPr id="2" name="图片 -2147482414"/>
            <p:cNvPicPr>
              <a:picLocks noChangeAspect="1"/>
            </p:cNvPicPr>
            <p:nvPr/>
          </p:nvPicPr>
          <p:blipFill>
            <a:blip r:embed="rId1"/>
            <a:stretch>
              <a:fillRect/>
            </a:stretch>
          </p:blipFill>
          <p:spPr>
            <a:xfrm>
              <a:off x="3004" y="3257"/>
              <a:ext cx="5952" cy="4431"/>
            </a:xfrm>
            <a:prstGeom prst="rect">
              <a:avLst/>
            </a:prstGeom>
            <a:noFill/>
            <a:ln w="9525">
              <a:noFill/>
            </a:ln>
          </p:spPr>
        </p:pic>
        <p:sp>
          <p:nvSpPr>
            <p:cNvPr id="5" name="文本框 4"/>
            <p:cNvSpPr txBox="1"/>
            <p:nvPr/>
          </p:nvSpPr>
          <p:spPr>
            <a:xfrm>
              <a:off x="5499" y="7566"/>
              <a:ext cx="874" cy="580"/>
            </a:xfrm>
            <a:prstGeom prst="rect">
              <a:avLst/>
            </a:prstGeom>
            <a:noFill/>
          </p:spPr>
          <p:txBody>
            <a:bodyPr wrap="square" rtlCol="0">
              <a:spAutoFit/>
            </a:bodyPr>
            <a:p>
              <a:r>
                <a:rPr lang="en-US" altLang="zh-CN"/>
                <a:t>6-3</a:t>
              </a:r>
              <a:endParaRPr lang="en-US" altLang="zh-CN"/>
            </a:p>
          </p:txBody>
        </p:sp>
      </p:gr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chemeClr val="tx2"/>
                </a:solidFill>
                <a:latin typeface="华文新魏" panose="02010800040101010101" pitchFamily="2" charset="-122"/>
                <a:ea typeface="华文新魏" panose="02010800040101010101" pitchFamily="2" charset="-122"/>
                <a:sym typeface="+mn-ea"/>
              </a:rPr>
              <a:t>2</a:t>
            </a:r>
            <a:r>
              <a:rPr lang="zh-CN" altLang="en-US" sz="3200" b="1" dirty="0">
                <a:solidFill>
                  <a:schemeClr val="tx2"/>
                </a:solidFill>
                <a:latin typeface="华文新魏" panose="02010800040101010101" pitchFamily="2" charset="-122"/>
                <a:ea typeface="华文新魏" panose="02010800040101010101" pitchFamily="2" charset="-122"/>
                <a:sym typeface="+mn-ea"/>
              </a:rPr>
              <a:t>、表格的绘制</a:t>
            </a:r>
            <a:endParaRPr lang="zh-CN" altLang="en-US" sz="3200" b="1" dirty="0">
              <a:solidFill>
                <a:schemeClr val="tx2"/>
              </a:solidFill>
              <a:latin typeface="华文新魏" panose="02010800040101010101" pitchFamily="2" charset="-122"/>
              <a:ea typeface="华文新魏" panose="02010800040101010101" pitchFamily="2" charset="-122"/>
              <a:sym typeface="+mn-ea"/>
            </a:endParaRPr>
          </a:p>
        </p:txBody>
      </p:sp>
      <p:sp>
        <p:nvSpPr>
          <p:cNvPr id="102" name="文本框 101"/>
          <p:cNvSpPr txBox="1"/>
          <p:nvPr/>
        </p:nvSpPr>
        <p:spPr>
          <a:xfrm>
            <a:off x="323850" y="771525"/>
            <a:ext cx="8616950" cy="737235"/>
          </a:xfrm>
          <a:prstGeom prst="rect">
            <a:avLst/>
          </a:prstGeom>
          <a:noFill/>
          <a:ln w="9525">
            <a:noFill/>
          </a:ln>
        </p:spPr>
        <p:txBody>
          <a:bodyPr wrap="square">
            <a:spAutoFit/>
          </a:bodyPr>
          <a:p>
            <a:pPr marL="0" indent="261620"/>
            <a:r>
              <a:rPr sz="1400">
                <a:solidFill>
                  <a:srgbClr val="000000"/>
                </a:solidFill>
                <a:cs typeface="方正宋一简体" charset="0"/>
              </a:rPr>
              <a:t>当表格样式设置好后，可通过【插入表格】命令，设置插入几列表格及列宽、几行数据及行高。注意是数据行的数量，不包括标题和列标题的。行高默认为1行。</a:t>
            </a:r>
            <a:endParaRPr sz="1400">
              <a:solidFill>
                <a:srgbClr val="000000"/>
              </a:solidFill>
              <a:cs typeface="方正宋一简体" charset="0"/>
            </a:endParaRPr>
          </a:p>
          <a:p>
            <a:pPr marL="0" indent="261620"/>
            <a:r>
              <a:rPr sz="1400">
                <a:solidFill>
                  <a:srgbClr val="000000"/>
                </a:solidFill>
                <a:cs typeface="方正宋一简体" charset="0"/>
              </a:rPr>
              <a:t>下面以绘制一个表6</a:t>
            </a:r>
            <a:r>
              <a:rPr lang="en-US" sz="1400">
                <a:solidFill>
                  <a:srgbClr val="000000"/>
                </a:solidFill>
                <a:cs typeface="方正宋一简体" charset="0"/>
              </a:rPr>
              <a:t>-</a:t>
            </a:r>
            <a:r>
              <a:rPr sz="1400">
                <a:solidFill>
                  <a:srgbClr val="000000"/>
                </a:solidFill>
                <a:cs typeface="方正宋一简体" charset="0"/>
              </a:rPr>
              <a:t>1所示的3行5列表格为例，学习表格的绘制方法</a:t>
            </a:r>
            <a:r>
              <a:rPr lang="zh-CN" sz="1400">
                <a:solidFill>
                  <a:srgbClr val="000000"/>
                </a:solidFill>
                <a:cs typeface="方正宋一简体" charset="0"/>
              </a:rPr>
              <a:t>。</a:t>
            </a:r>
            <a:endParaRPr lang="zh-CN" sz="1400">
              <a:solidFill>
                <a:srgbClr val="000000"/>
              </a:solidFill>
              <a:cs typeface="方正宋一简体" charset="0"/>
            </a:endParaRPr>
          </a:p>
        </p:txBody>
      </p:sp>
      <p:grpSp>
        <p:nvGrpSpPr>
          <p:cNvPr id="16" name="组合 15"/>
          <p:cNvGrpSpPr/>
          <p:nvPr/>
        </p:nvGrpSpPr>
        <p:grpSpPr>
          <a:xfrm>
            <a:off x="2656840" y="1708150"/>
            <a:ext cx="4368800" cy="3248660"/>
            <a:chOff x="4184" y="2690"/>
            <a:chExt cx="6880" cy="5116"/>
          </a:xfrm>
        </p:grpSpPr>
        <p:pic>
          <p:nvPicPr>
            <p:cNvPr id="2" name="图片 -2147482410"/>
            <p:cNvPicPr>
              <a:picLocks noChangeAspect="1"/>
            </p:cNvPicPr>
            <p:nvPr/>
          </p:nvPicPr>
          <p:blipFill>
            <a:blip r:embed="rId1"/>
            <a:stretch>
              <a:fillRect/>
            </a:stretch>
          </p:blipFill>
          <p:spPr>
            <a:xfrm>
              <a:off x="4184" y="2690"/>
              <a:ext cx="6881" cy="4367"/>
            </a:xfrm>
            <a:prstGeom prst="rect">
              <a:avLst/>
            </a:prstGeom>
            <a:noFill/>
            <a:ln w="9525">
              <a:noFill/>
            </a:ln>
          </p:spPr>
        </p:pic>
        <p:sp>
          <p:nvSpPr>
            <p:cNvPr id="15" name="文本框 14"/>
            <p:cNvSpPr txBox="1"/>
            <p:nvPr/>
          </p:nvSpPr>
          <p:spPr>
            <a:xfrm>
              <a:off x="7173" y="7226"/>
              <a:ext cx="902" cy="580"/>
            </a:xfrm>
            <a:prstGeom prst="rect">
              <a:avLst/>
            </a:prstGeom>
            <a:noFill/>
          </p:spPr>
          <p:txBody>
            <a:bodyPr wrap="square" rtlCol="0">
              <a:spAutoFit/>
            </a:bodyPr>
            <a:p>
              <a:r>
                <a:rPr lang="en-US" altLang="zh-CN"/>
                <a:t>6-1</a:t>
              </a:r>
              <a:endParaRPr lang="en-US" altLang="zh-CN"/>
            </a:p>
          </p:txBody>
        </p:sp>
      </p:gr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chemeClr val="tx2"/>
                </a:solidFill>
                <a:latin typeface="华文新魏" panose="02010800040101010101" pitchFamily="2" charset="-122"/>
                <a:ea typeface="华文新魏" panose="02010800040101010101" pitchFamily="2" charset="-122"/>
                <a:sym typeface="+mn-ea"/>
              </a:rPr>
              <a:t>2</a:t>
            </a:r>
            <a:r>
              <a:rPr lang="zh-CN" altLang="en-US" sz="3200" b="1" dirty="0">
                <a:solidFill>
                  <a:schemeClr val="tx2"/>
                </a:solidFill>
                <a:latin typeface="华文新魏" panose="02010800040101010101" pitchFamily="2" charset="-122"/>
                <a:ea typeface="华文新魏" panose="02010800040101010101" pitchFamily="2" charset="-122"/>
                <a:sym typeface="+mn-ea"/>
              </a:rPr>
              <a:t>、表格的绘制</a:t>
            </a:r>
            <a:endParaRPr lang="zh-CN" altLang="en-US" sz="3200" b="1" dirty="0">
              <a:solidFill>
                <a:schemeClr val="tx2"/>
              </a:solidFill>
              <a:latin typeface="华文新魏" panose="02010800040101010101" pitchFamily="2" charset="-122"/>
              <a:ea typeface="华文新魏" panose="02010800040101010101" pitchFamily="2" charset="-122"/>
              <a:sym typeface="+mn-ea"/>
            </a:endParaRPr>
          </a:p>
        </p:txBody>
      </p:sp>
      <p:sp>
        <p:nvSpPr>
          <p:cNvPr id="102" name="文本框 101"/>
          <p:cNvSpPr txBox="1"/>
          <p:nvPr/>
        </p:nvSpPr>
        <p:spPr>
          <a:xfrm>
            <a:off x="323850" y="771525"/>
            <a:ext cx="8616950" cy="737235"/>
          </a:xfrm>
          <a:prstGeom prst="rect">
            <a:avLst/>
          </a:prstGeom>
          <a:noFill/>
          <a:ln w="9525">
            <a:noFill/>
          </a:ln>
        </p:spPr>
        <p:txBody>
          <a:bodyPr wrap="square">
            <a:spAutoFit/>
          </a:bodyPr>
          <a:p>
            <a:pPr marL="0" indent="261620"/>
            <a:r>
              <a:rPr sz="1400">
                <a:solidFill>
                  <a:srgbClr val="000000"/>
                </a:solidFill>
                <a:cs typeface="方正宋一简体" charset="0"/>
              </a:rPr>
              <a:t>按照图6</a:t>
            </a:r>
            <a:r>
              <a:rPr lang="en-US" sz="1400">
                <a:solidFill>
                  <a:srgbClr val="000000"/>
                </a:solidFill>
                <a:cs typeface="方正宋一简体" charset="0"/>
              </a:rPr>
              <a:t>-</a:t>
            </a:r>
            <a:r>
              <a:rPr sz="1400">
                <a:solidFill>
                  <a:srgbClr val="000000"/>
                </a:solidFill>
                <a:cs typeface="方正宋一简体" charset="0"/>
              </a:rPr>
              <a:t>7所示设置好表格的行列参数后，表格会随鼠标指针移动，将鼠标指针移到需要的位置并单击，弹出表格的标题输入对话框，按照表6</a:t>
            </a:r>
            <a:r>
              <a:rPr lang="en-US" sz="1400">
                <a:solidFill>
                  <a:srgbClr val="000000"/>
                </a:solidFill>
                <a:cs typeface="方正宋一简体" charset="0"/>
              </a:rPr>
              <a:t>-</a:t>
            </a:r>
            <a:r>
              <a:rPr sz="1400">
                <a:solidFill>
                  <a:srgbClr val="000000"/>
                </a:solidFill>
                <a:cs typeface="方正宋一简体" charset="0"/>
              </a:rPr>
              <a:t>1中的内容输入文字，如图6</a:t>
            </a:r>
            <a:r>
              <a:rPr lang="en-US" sz="1400">
                <a:solidFill>
                  <a:srgbClr val="000000"/>
                </a:solidFill>
                <a:cs typeface="方正宋一简体" charset="0"/>
              </a:rPr>
              <a:t>-</a:t>
            </a:r>
            <a:r>
              <a:rPr sz="1400">
                <a:solidFill>
                  <a:srgbClr val="000000"/>
                </a:solidFill>
                <a:cs typeface="方正宋一简体" charset="0"/>
              </a:rPr>
              <a:t>8所示。此时也可以不用输入，以后在表格里双击鼠标左键也可以输入文字。</a:t>
            </a:r>
            <a:endParaRPr sz="1400">
              <a:solidFill>
                <a:srgbClr val="000000"/>
              </a:solidFill>
              <a:cs typeface="方正宋一简体" charset="0"/>
            </a:endParaRPr>
          </a:p>
        </p:txBody>
      </p:sp>
      <p:graphicFrame>
        <p:nvGraphicFramePr>
          <p:cNvPr id="12" name="表格 11"/>
          <p:cNvGraphicFramePr/>
          <p:nvPr>
            <p:custDataLst>
              <p:tags r:id="rId1"/>
            </p:custDataLst>
          </p:nvPr>
        </p:nvGraphicFramePr>
        <p:xfrm>
          <a:off x="323850" y="1995805"/>
          <a:ext cx="3404235" cy="1673225"/>
        </p:xfrm>
        <a:graphic>
          <a:graphicData uri="http://schemas.openxmlformats.org/drawingml/2006/table">
            <a:tbl>
              <a:tblPr firstRow="1" bandRow="1">
                <a:tableStyleId>{5940675A-B579-460E-94D1-54222C63F5DA}</a:tableStyleId>
              </a:tblPr>
              <a:tblGrid>
                <a:gridCol w="680720"/>
                <a:gridCol w="680085"/>
                <a:gridCol w="680720"/>
                <a:gridCol w="680720"/>
                <a:gridCol w="681990"/>
              </a:tblGrid>
              <a:tr h="318770">
                <a:tc gridSpan="5">
                  <a:txBody>
                    <a:bodyPr/>
                    <a:p>
                      <a:pPr indent="0" algn="ctr">
                        <a:buNone/>
                      </a:pPr>
                      <a:r>
                        <a:rPr lang="en-US" sz="1400" b="0">
                          <a:latin typeface="方正黑体简体" charset="0"/>
                          <a:cs typeface="方正黑体简体" charset="0"/>
                        </a:rPr>
                        <a:t>标题</a:t>
                      </a:r>
                      <a:endParaRPr lang="en-US" altLang="en-US" sz="1400" b="0">
                        <a:latin typeface="方正黑体简体" charset="0"/>
                        <a:ea typeface="方正黑体简体" charset="0"/>
                        <a:cs typeface="方正黑体简体" charset="0"/>
                      </a:endParaRPr>
                    </a:p>
                  </a:txBody>
                  <a:tcPr marL="68580" marR="68580" marT="0" marB="0" vert="horz" anchor="t" anchorCtr="0">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23215">
                <a:tc>
                  <a:txBody>
                    <a:bodyPr/>
                    <a:p>
                      <a:pPr indent="0" algn="ctr">
                        <a:buNone/>
                      </a:pPr>
                      <a:r>
                        <a:rPr lang="en-US" sz="1400" b="0">
                          <a:latin typeface="方正宋一简体" charset="0"/>
                          <a:cs typeface="方正宋一简体" charset="0"/>
                        </a:rPr>
                        <a:t>列标题</a:t>
                      </a:r>
                      <a:endParaRPr lang="en-US" altLang="en-US" sz="1400" b="0">
                        <a:latin typeface="方正宋一简体" charset="0"/>
                        <a:ea typeface="方正宋一简体" charset="0"/>
                        <a:cs typeface="方正宋一简体" charset="0"/>
                      </a:endParaRPr>
                    </a:p>
                  </a:txBody>
                  <a:tcPr marL="68580" marR="68580" marT="0" marB="0" vert="horz" anchor="t" anchorCtr="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列标题</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列标题</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列标题</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列标题</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2900">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4805">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3535">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方正宋一简体" charset="0"/>
                          <a:cs typeface="方正宋一简体" charset="0"/>
                        </a:rPr>
                        <a:t>数据</a:t>
                      </a:r>
                      <a:endParaRPr lang="en-US" altLang="en-US" sz="1400" b="0">
                        <a:latin typeface="方正宋一简体" charset="0"/>
                        <a:ea typeface="方正宋一简体" charset="0"/>
                        <a:cs typeface="方正宋一简体" charset="0"/>
                      </a:endParaRPr>
                    </a:p>
                  </a:txBody>
                  <a:tcPr marL="68580" marR="68580" marT="0" marB="0" vert="horz" anchor="t" anchorCtr="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3" name="文本框 12"/>
          <p:cNvSpPr txBox="1"/>
          <p:nvPr/>
        </p:nvSpPr>
        <p:spPr>
          <a:xfrm>
            <a:off x="1764030" y="3868420"/>
            <a:ext cx="887095" cy="368300"/>
          </a:xfrm>
          <a:prstGeom prst="rect">
            <a:avLst/>
          </a:prstGeom>
          <a:noFill/>
        </p:spPr>
        <p:txBody>
          <a:bodyPr wrap="square" rtlCol="0">
            <a:spAutoFit/>
          </a:bodyPr>
          <a:p>
            <a:r>
              <a:rPr lang="zh-CN" altLang="en-US"/>
              <a:t>表6-1</a:t>
            </a:r>
            <a:endParaRPr lang="zh-CN" altLang="en-US"/>
          </a:p>
        </p:txBody>
      </p:sp>
      <p:grpSp>
        <p:nvGrpSpPr>
          <p:cNvPr id="16" name="组合 15"/>
          <p:cNvGrpSpPr/>
          <p:nvPr/>
        </p:nvGrpSpPr>
        <p:grpSpPr>
          <a:xfrm>
            <a:off x="4067810" y="1924050"/>
            <a:ext cx="4725670" cy="1736090"/>
            <a:chOff x="6406" y="3030"/>
            <a:chExt cx="7442" cy="2734"/>
          </a:xfrm>
        </p:grpSpPr>
        <p:pic>
          <p:nvPicPr>
            <p:cNvPr id="2" name="图片 -2147481820"/>
            <p:cNvPicPr>
              <a:picLocks noChangeAspect="1"/>
            </p:cNvPicPr>
            <p:nvPr/>
          </p:nvPicPr>
          <p:blipFill>
            <a:blip r:embed="rId2"/>
            <a:srcRect r="8932" b="58632"/>
            <a:stretch>
              <a:fillRect/>
            </a:stretch>
          </p:blipFill>
          <p:spPr>
            <a:xfrm>
              <a:off x="6406" y="3030"/>
              <a:ext cx="7443" cy="2013"/>
            </a:xfrm>
            <a:prstGeom prst="rect">
              <a:avLst/>
            </a:prstGeom>
            <a:noFill/>
            <a:ln w="9525">
              <a:noFill/>
            </a:ln>
          </p:spPr>
        </p:pic>
        <p:sp>
          <p:nvSpPr>
            <p:cNvPr id="15" name="文本框 14"/>
            <p:cNvSpPr txBox="1"/>
            <p:nvPr/>
          </p:nvSpPr>
          <p:spPr>
            <a:xfrm>
              <a:off x="9682" y="5184"/>
              <a:ext cx="891" cy="580"/>
            </a:xfrm>
            <a:prstGeom prst="rect">
              <a:avLst/>
            </a:prstGeom>
            <a:noFill/>
          </p:spPr>
          <p:txBody>
            <a:bodyPr wrap="square" rtlCol="0">
              <a:spAutoFit/>
            </a:bodyPr>
            <a:p>
              <a:r>
                <a:rPr lang="en-US" altLang="zh-CN"/>
                <a:t>6-8</a:t>
              </a:r>
              <a:endParaRPr lang="en-US" altLang="zh-CN"/>
            </a:p>
          </p:txBody>
        </p:sp>
      </p:gr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sz="3200" b="1" dirty="0">
                <a:solidFill>
                  <a:schemeClr val="tx2"/>
                </a:solidFill>
                <a:latin typeface="华文新魏" panose="02010800040101010101" pitchFamily="2" charset="-122"/>
                <a:ea typeface="华文新魏" panose="02010800040101010101" pitchFamily="2" charset="-122"/>
                <a:sym typeface="+mn-ea"/>
              </a:rPr>
              <a:t>3</a:t>
            </a:r>
            <a:r>
              <a:rPr lang="zh-CN" altLang="en-US" sz="3200" b="1" dirty="0">
                <a:solidFill>
                  <a:schemeClr val="tx2"/>
                </a:solidFill>
                <a:latin typeface="华文新魏" panose="02010800040101010101" pitchFamily="2" charset="-122"/>
                <a:ea typeface="华文新魏" panose="02010800040101010101" pitchFamily="2" charset="-122"/>
                <a:sym typeface="+mn-ea"/>
              </a:rPr>
              <a:t>、表格的调整与修改</a:t>
            </a:r>
            <a:endParaRPr lang="zh-CN" altLang="en-US" sz="3200" b="1" dirty="0">
              <a:solidFill>
                <a:schemeClr val="tx2"/>
              </a:solidFill>
              <a:latin typeface="华文新魏" panose="02010800040101010101" pitchFamily="2" charset="-122"/>
              <a:ea typeface="华文新魏" panose="02010800040101010101" pitchFamily="2" charset="-122"/>
              <a:sym typeface="+mn-ea"/>
            </a:endParaRPr>
          </a:p>
        </p:txBody>
      </p:sp>
      <p:sp>
        <p:nvSpPr>
          <p:cNvPr id="102" name="文本框 101"/>
          <p:cNvSpPr txBox="1"/>
          <p:nvPr/>
        </p:nvSpPr>
        <p:spPr>
          <a:xfrm>
            <a:off x="323850" y="771525"/>
            <a:ext cx="8616950" cy="2584450"/>
          </a:xfrm>
          <a:prstGeom prst="rect">
            <a:avLst/>
          </a:prstGeom>
          <a:noFill/>
          <a:ln w="9525">
            <a:noFill/>
          </a:ln>
        </p:spPr>
        <p:txBody>
          <a:bodyPr wrap="square">
            <a:spAutoFit/>
          </a:bodyPr>
          <a:p>
            <a:pPr marL="0" indent="261620"/>
            <a:r>
              <a:rPr sz="1600" b="0">
                <a:solidFill>
                  <a:srgbClr val="000000"/>
                </a:solidFill>
                <a:cs typeface="方正宋一简体" charset="0"/>
              </a:rPr>
              <a:t>表格默认的尺寸是等比例的，表格内容编辑完后，常需要根据表格的内容对表格的行间距和列宽等参数进行调整与修改。在这个过程中，需要用到如下功能。</a:t>
            </a:r>
            <a:endParaRPr sz="1600" b="0">
              <a:solidFill>
                <a:srgbClr val="000000"/>
              </a:solidFill>
              <a:cs typeface="方正宋一简体" charset="0"/>
            </a:endParaRPr>
          </a:p>
          <a:p>
            <a:pPr marL="0" indent="261620"/>
            <a:r>
              <a:rPr sz="1800" b="1">
                <a:solidFill>
                  <a:srgbClr val="000000"/>
                </a:solidFill>
                <a:cs typeface="方正宋一简体" charset="0"/>
              </a:rPr>
              <a:t>1．夹点的功能</a:t>
            </a:r>
            <a:endParaRPr sz="1800" b="1">
              <a:solidFill>
                <a:srgbClr val="000000"/>
              </a:solidFill>
              <a:cs typeface="方正宋一简体" charset="0"/>
            </a:endParaRPr>
          </a:p>
          <a:p>
            <a:pPr marL="0" indent="261620"/>
            <a:r>
              <a:rPr sz="1600" b="0">
                <a:solidFill>
                  <a:srgbClr val="000000"/>
                </a:solidFill>
                <a:cs typeface="方正宋一简体" charset="0"/>
              </a:rPr>
              <a:t>表格中有两类夹点，一是单击表格线框，会出现图6</a:t>
            </a:r>
            <a:r>
              <a:rPr lang="en-US" sz="1600" b="0">
                <a:solidFill>
                  <a:srgbClr val="000000"/>
                </a:solidFill>
                <a:cs typeface="方正宋一简体" charset="0"/>
              </a:rPr>
              <a:t>-</a:t>
            </a:r>
            <a:r>
              <a:rPr sz="1600" b="0">
                <a:solidFill>
                  <a:srgbClr val="000000"/>
                </a:solidFill>
                <a:cs typeface="方正宋一简体" charset="0"/>
              </a:rPr>
              <a:t>9所示的夹点，其中左上夹点具有移动表格的功能；左下夹点具有加大或缩小行间距的功能；右上夹点具有加大或缩小列宽的功能；右下夹点具有同时加大或缩小行间距和列宽的功能。注意，使用左下、右上和右下夹点调整行间距和列宽时，各行间距和各列宽均相等，如需各列宽不等，可通过各列夹点进行调整。还可以通过Ctrl+列夹点来加大或缩小相邻列而不改变表格的宽度。</a:t>
            </a:r>
            <a:endParaRPr sz="1600" b="0">
              <a:solidFill>
                <a:srgbClr val="000000"/>
              </a:solidFill>
              <a:cs typeface="方正宋一简体" charset="0"/>
            </a:endParaRPr>
          </a:p>
          <a:p>
            <a:pPr marL="0" indent="261620"/>
            <a:r>
              <a:rPr sz="1600" b="0">
                <a:solidFill>
                  <a:srgbClr val="000000"/>
                </a:solidFill>
                <a:cs typeface="方正宋一简体" charset="0"/>
              </a:rPr>
              <a:t>二是单击表格中的单元格，会出现图6</a:t>
            </a:r>
            <a:r>
              <a:rPr lang="en-US" sz="1600" b="0">
                <a:solidFill>
                  <a:srgbClr val="000000"/>
                </a:solidFill>
                <a:cs typeface="方正宋一简体" charset="0"/>
              </a:rPr>
              <a:t>-</a:t>
            </a:r>
            <a:r>
              <a:rPr sz="1600" b="0">
                <a:solidFill>
                  <a:srgbClr val="000000"/>
                </a:solidFill>
                <a:cs typeface="方正宋一简体" charset="0"/>
              </a:rPr>
              <a:t>10所示的4个夹点，可利用这4个夹点调整该单元格所在的行间距和列宽。</a:t>
            </a:r>
            <a:endParaRPr sz="1600" b="0">
              <a:solidFill>
                <a:srgbClr val="000000"/>
              </a:solidFill>
              <a:cs typeface="方正宋一简体" charset="0"/>
            </a:endParaRPr>
          </a:p>
        </p:txBody>
      </p:sp>
      <p:grpSp>
        <p:nvGrpSpPr>
          <p:cNvPr id="8" name="组合 7"/>
          <p:cNvGrpSpPr/>
          <p:nvPr/>
        </p:nvGrpSpPr>
        <p:grpSpPr>
          <a:xfrm>
            <a:off x="1403985" y="3324860"/>
            <a:ext cx="3138170" cy="1586230"/>
            <a:chOff x="2211" y="5236"/>
            <a:chExt cx="4942" cy="2498"/>
          </a:xfrm>
        </p:grpSpPr>
        <p:pic>
          <p:nvPicPr>
            <p:cNvPr id="2" name="图片 -2147482407"/>
            <p:cNvPicPr>
              <a:picLocks noChangeAspect="1"/>
            </p:cNvPicPr>
            <p:nvPr/>
          </p:nvPicPr>
          <p:blipFill>
            <a:blip r:embed="rId1"/>
            <a:stretch>
              <a:fillRect/>
            </a:stretch>
          </p:blipFill>
          <p:spPr>
            <a:xfrm>
              <a:off x="2211" y="5236"/>
              <a:ext cx="4942" cy="1823"/>
            </a:xfrm>
            <a:prstGeom prst="rect">
              <a:avLst/>
            </a:prstGeom>
            <a:noFill/>
            <a:ln w="9525">
              <a:noFill/>
            </a:ln>
          </p:spPr>
        </p:pic>
        <p:sp>
          <p:nvSpPr>
            <p:cNvPr id="6" name="文本框 5"/>
            <p:cNvSpPr txBox="1"/>
            <p:nvPr/>
          </p:nvSpPr>
          <p:spPr>
            <a:xfrm>
              <a:off x="4154" y="7154"/>
              <a:ext cx="1056" cy="580"/>
            </a:xfrm>
            <a:prstGeom prst="rect">
              <a:avLst/>
            </a:prstGeom>
            <a:noFill/>
          </p:spPr>
          <p:txBody>
            <a:bodyPr wrap="square" rtlCol="0">
              <a:spAutoFit/>
            </a:bodyPr>
            <a:p>
              <a:r>
                <a:rPr lang="en-US" altLang="zh-CN"/>
                <a:t>6-9</a:t>
              </a:r>
              <a:endParaRPr lang="en-US" altLang="zh-CN"/>
            </a:p>
          </p:txBody>
        </p:sp>
      </p:grpSp>
      <p:grpSp>
        <p:nvGrpSpPr>
          <p:cNvPr id="10" name="组合 9"/>
          <p:cNvGrpSpPr/>
          <p:nvPr/>
        </p:nvGrpSpPr>
        <p:grpSpPr>
          <a:xfrm>
            <a:off x="5004435" y="3324860"/>
            <a:ext cx="2452370" cy="1598930"/>
            <a:chOff x="7881" y="5236"/>
            <a:chExt cx="3862" cy="2518"/>
          </a:xfrm>
        </p:grpSpPr>
        <p:pic>
          <p:nvPicPr>
            <p:cNvPr id="3" name="图片 -2147482402"/>
            <p:cNvPicPr>
              <a:picLocks noChangeAspect="1"/>
            </p:cNvPicPr>
            <p:nvPr/>
          </p:nvPicPr>
          <p:blipFill>
            <a:blip r:embed="rId2"/>
            <a:stretch>
              <a:fillRect/>
            </a:stretch>
          </p:blipFill>
          <p:spPr>
            <a:xfrm>
              <a:off x="7881" y="5236"/>
              <a:ext cx="3862" cy="1918"/>
            </a:xfrm>
            <a:prstGeom prst="rect">
              <a:avLst/>
            </a:prstGeom>
            <a:noFill/>
            <a:ln w="9525">
              <a:noFill/>
            </a:ln>
          </p:spPr>
        </p:pic>
        <p:sp>
          <p:nvSpPr>
            <p:cNvPr id="9" name="文本框 8"/>
            <p:cNvSpPr txBox="1"/>
            <p:nvPr/>
          </p:nvSpPr>
          <p:spPr>
            <a:xfrm>
              <a:off x="9375" y="7174"/>
              <a:ext cx="1114" cy="580"/>
            </a:xfrm>
            <a:prstGeom prst="rect">
              <a:avLst/>
            </a:prstGeom>
            <a:noFill/>
          </p:spPr>
          <p:txBody>
            <a:bodyPr wrap="square" rtlCol="0">
              <a:spAutoFit/>
            </a:bodyPr>
            <a:p>
              <a:r>
                <a:rPr lang="en-US" altLang="zh-CN"/>
                <a:t>6-10</a:t>
              </a:r>
              <a:endParaRPr lang="en-US" altLang="zh-CN"/>
            </a:p>
          </p:txBody>
        </p:sp>
      </p:gr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sz="3200" b="1" dirty="0">
                <a:solidFill>
                  <a:schemeClr val="tx2"/>
                </a:solidFill>
                <a:latin typeface="华文新魏" panose="02010800040101010101" pitchFamily="2" charset="-122"/>
                <a:ea typeface="华文新魏" panose="02010800040101010101" pitchFamily="2" charset="-122"/>
                <a:sym typeface="+mn-ea"/>
              </a:rPr>
              <a:t>3</a:t>
            </a:r>
            <a:r>
              <a:rPr lang="zh-CN" altLang="en-US" sz="3200" b="1" dirty="0">
                <a:solidFill>
                  <a:schemeClr val="tx2"/>
                </a:solidFill>
                <a:latin typeface="华文新魏" panose="02010800040101010101" pitchFamily="2" charset="-122"/>
                <a:ea typeface="华文新魏" panose="02010800040101010101" pitchFamily="2" charset="-122"/>
                <a:sym typeface="+mn-ea"/>
              </a:rPr>
              <a:t>、表格的调整与修改</a:t>
            </a:r>
            <a:endParaRPr lang="zh-CN" altLang="en-US" sz="3200" b="1" dirty="0">
              <a:solidFill>
                <a:schemeClr val="tx2"/>
              </a:solidFill>
              <a:latin typeface="华文新魏" panose="02010800040101010101" pitchFamily="2" charset="-122"/>
              <a:ea typeface="华文新魏" panose="02010800040101010101" pitchFamily="2" charset="-122"/>
              <a:sym typeface="+mn-ea"/>
            </a:endParaRPr>
          </a:p>
        </p:txBody>
      </p:sp>
      <p:sp>
        <p:nvSpPr>
          <p:cNvPr id="102" name="文本框 101"/>
          <p:cNvSpPr txBox="1"/>
          <p:nvPr/>
        </p:nvSpPr>
        <p:spPr>
          <a:xfrm>
            <a:off x="323850" y="771525"/>
            <a:ext cx="8616950" cy="860425"/>
          </a:xfrm>
          <a:prstGeom prst="rect">
            <a:avLst/>
          </a:prstGeom>
          <a:noFill/>
          <a:ln w="9525">
            <a:noFill/>
          </a:ln>
        </p:spPr>
        <p:txBody>
          <a:bodyPr wrap="square">
            <a:spAutoFit/>
          </a:bodyPr>
          <a:p>
            <a:pPr marL="0" indent="261620"/>
            <a:r>
              <a:rPr sz="1800" b="1">
                <a:solidFill>
                  <a:srgbClr val="000000"/>
                </a:solidFill>
                <a:cs typeface="方正宋一简体" charset="0"/>
              </a:rPr>
              <a:t>2．合并单元格</a:t>
            </a:r>
            <a:endParaRPr sz="1800" b="1">
              <a:solidFill>
                <a:srgbClr val="000000"/>
              </a:solidFill>
              <a:cs typeface="方正宋一简体" charset="0"/>
            </a:endParaRPr>
          </a:p>
          <a:p>
            <a:pPr marL="0" indent="261620"/>
            <a:r>
              <a:rPr sz="1600">
                <a:solidFill>
                  <a:srgbClr val="000000"/>
                </a:solidFill>
                <a:cs typeface="方正宋一简体" charset="0"/>
              </a:rPr>
              <a:t>选中需要合并的单元格，单击鼠标右键，在弹出的菜单中选择【合并单元】→【全部】命令即可合并单元格，如图6</a:t>
            </a:r>
            <a:r>
              <a:rPr lang="en-US" sz="1600">
                <a:solidFill>
                  <a:srgbClr val="000000"/>
                </a:solidFill>
                <a:cs typeface="方正宋一简体" charset="0"/>
              </a:rPr>
              <a:t>-</a:t>
            </a:r>
            <a:r>
              <a:rPr sz="1600">
                <a:solidFill>
                  <a:srgbClr val="000000"/>
                </a:solidFill>
                <a:cs typeface="方正宋一简体" charset="0"/>
              </a:rPr>
              <a:t>11所示。</a:t>
            </a:r>
            <a:endParaRPr sz="1600">
              <a:solidFill>
                <a:srgbClr val="000000"/>
              </a:solidFill>
              <a:cs typeface="方正宋一简体" charset="0"/>
            </a:endParaRPr>
          </a:p>
        </p:txBody>
      </p:sp>
      <p:grpSp>
        <p:nvGrpSpPr>
          <p:cNvPr id="5" name="组合 4"/>
          <p:cNvGrpSpPr/>
          <p:nvPr/>
        </p:nvGrpSpPr>
        <p:grpSpPr>
          <a:xfrm>
            <a:off x="3275965" y="1645920"/>
            <a:ext cx="2489200" cy="3094355"/>
            <a:chOff x="5159" y="2592"/>
            <a:chExt cx="3920" cy="4873"/>
          </a:xfrm>
        </p:grpSpPr>
        <p:pic>
          <p:nvPicPr>
            <p:cNvPr id="2" name="图片 2639" descr="说明: C:\Users\admin\AppData\Roaming\Tencent\Users\16699815\QQ\WinTemp\RichOle\_(%5~443F46XQ24RDZF0H5K.png"/>
            <p:cNvPicPr>
              <a:picLocks noChangeAspect="1"/>
            </p:cNvPicPr>
            <p:nvPr/>
          </p:nvPicPr>
          <p:blipFill>
            <a:blip r:embed="rId1"/>
            <a:stretch>
              <a:fillRect/>
            </a:stretch>
          </p:blipFill>
          <p:spPr>
            <a:xfrm>
              <a:off x="5159" y="2592"/>
              <a:ext cx="3921" cy="4272"/>
            </a:xfrm>
            <a:prstGeom prst="rect">
              <a:avLst/>
            </a:prstGeom>
            <a:noFill/>
            <a:ln w="9525">
              <a:noFill/>
            </a:ln>
          </p:spPr>
        </p:pic>
        <p:sp>
          <p:nvSpPr>
            <p:cNvPr id="4" name="文本框 3"/>
            <p:cNvSpPr txBox="1"/>
            <p:nvPr/>
          </p:nvSpPr>
          <p:spPr>
            <a:xfrm>
              <a:off x="6667" y="6885"/>
              <a:ext cx="1066" cy="580"/>
            </a:xfrm>
            <a:prstGeom prst="rect">
              <a:avLst/>
            </a:prstGeom>
            <a:noFill/>
          </p:spPr>
          <p:txBody>
            <a:bodyPr wrap="square" rtlCol="0">
              <a:spAutoFit/>
            </a:bodyPr>
            <a:p>
              <a:r>
                <a:rPr lang="en-US" altLang="zh-CN"/>
                <a:t>6-11</a:t>
              </a:r>
              <a:endParaRPr lang="en-US" altLang="zh-CN"/>
            </a:p>
          </p:txBody>
        </p:sp>
      </p:gr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sz="3200" b="1" dirty="0">
                <a:solidFill>
                  <a:schemeClr val="tx2"/>
                </a:solidFill>
                <a:latin typeface="华文新魏" panose="02010800040101010101" pitchFamily="2" charset="-122"/>
                <a:ea typeface="华文新魏" panose="02010800040101010101" pitchFamily="2" charset="-122"/>
                <a:sym typeface="+mn-ea"/>
              </a:rPr>
              <a:t>3</a:t>
            </a:r>
            <a:r>
              <a:rPr lang="zh-CN" altLang="en-US" sz="3200" b="1" dirty="0">
                <a:solidFill>
                  <a:schemeClr val="tx2"/>
                </a:solidFill>
                <a:latin typeface="华文新魏" panose="02010800040101010101" pitchFamily="2" charset="-122"/>
                <a:ea typeface="华文新魏" panose="02010800040101010101" pitchFamily="2" charset="-122"/>
                <a:sym typeface="+mn-ea"/>
              </a:rPr>
              <a:t>、表格的调整与修改</a:t>
            </a:r>
            <a:endParaRPr lang="zh-CN" altLang="en-US" sz="3200" b="1" dirty="0">
              <a:solidFill>
                <a:schemeClr val="tx2"/>
              </a:solidFill>
              <a:latin typeface="华文新魏" panose="02010800040101010101" pitchFamily="2" charset="-122"/>
              <a:ea typeface="华文新魏" panose="02010800040101010101" pitchFamily="2" charset="-122"/>
              <a:sym typeface="+mn-ea"/>
            </a:endParaRPr>
          </a:p>
        </p:txBody>
      </p:sp>
      <p:sp>
        <p:nvSpPr>
          <p:cNvPr id="102" name="文本框 101"/>
          <p:cNvSpPr txBox="1"/>
          <p:nvPr/>
        </p:nvSpPr>
        <p:spPr>
          <a:xfrm>
            <a:off x="323850" y="771525"/>
            <a:ext cx="8616950" cy="1353185"/>
          </a:xfrm>
          <a:prstGeom prst="rect">
            <a:avLst/>
          </a:prstGeom>
          <a:noFill/>
          <a:ln w="9525">
            <a:noFill/>
          </a:ln>
        </p:spPr>
        <p:txBody>
          <a:bodyPr wrap="square">
            <a:spAutoFit/>
          </a:bodyPr>
          <a:p>
            <a:pPr marL="0" indent="261620"/>
            <a:r>
              <a:rPr sz="1800" b="1">
                <a:solidFill>
                  <a:srgbClr val="000000"/>
                </a:solidFill>
                <a:cs typeface="方正宋一简体" charset="0"/>
              </a:rPr>
              <a:t>3．特性修改</a:t>
            </a:r>
            <a:endParaRPr sz="1800" b="1">
              <a:solidFill>
                <a:srgbClr val="000000"/>
              </a:solidFill>
              <a:cs typeface="方正宋一简体" charset="0"/>
            </a:endParaRPr>
          </a:p>
          <a:p>
            <a:pPr marL="0" indent="261620"/>
            <a:r>
              <a:rPr sz="1600">
                <a:solidFill>
                  <a:srgbClr val="000000"/>
                </a:solidFill>
                <a:cs typeface="方正宋一简体" charset="0"/>
              </a:rPr>
              <a:t>在表格中选中一个或多个单元格，单击鼠标右键，会出现包含修改表格或单元格命令的快捷菜单，其中有复制、粘贴、插入或删除行或列、单元对齐方式、单元边框的修改等命令。这里特别介绍一下格式的修改，在输入数值的时候，有时要对数值的类型（如整数还是小数）及精度进行设置，表格单元格式参数的设置如图6</a:t>
            </a:r>
            <a:r>
              <a:rPr lang="en-US" sz="1600">
                <a:solidFill>
                  <a:srgbClr val="000000"/>
                </a:solidFill>
                <a:cs typeface="方正宋一简体" charset="0"/>
              </a:rPr>
              <a:t>-</a:t>
            </a:r>
            <a:r>
              <a:rPr sz="1600">
                <a:solidFill>
                  <a:srgbClr val="000000"/>
                </a:solidFill>
                <a:cs typeface="方正宋一简体" charset="0"/>
              </a:rPr>
              <a:t>12所示。</a:t>
            </a:r>
            <a:endParaRPr sz="1600">
              <a:solidFill>
                <a:srgbClr val="000000"/>
              </a:solidFill>
              <a:cs typeface="方正宋一简体" charset="0"/>
            </a:endParaRPr>
          </a:p>
        </p:txBody>
      </p:sp>
      <p:grpSp>
        <p:nvGrpSpPr>
          <p:cNvPr id="8" name="组合 7"/>
          <p:cNvGrpSpPr/>
          <p:nvPr/>
        </p:nvGrpSpPr>
        <p:grpSpPr>
          <a:xfrm>
            <a:off x="2124075" y="2139950"/>
            <a:ext cx="4594225" cy="2816860"/>
            <a:chOff x="3345" y="3370"/>
            <a:chExt cx="7235" cy="4436"/>
          </a:xfrm>
        </p:grpSpPr>
        <p:pic>
          <p:nvPicPr>
            <p:cNvPr id="2" name="图片 -2147482572"/>
            <p:cNvPicPr>
              <a:picLocks noChangeAspect="1"/>
            </p:cNvPicPr>
            <p:nvPr/>
          </p:nvPicPr>
          <p:blipFill>
            <a:blip r:embed="rId1"/>
            <a:srcRect r="50488"/>
            <a:stretch>
              <a:fillRect/>
            </a:stretch>
          </p:blipFill>
          <p:spPr>
            <a:xfrm>
              <a:off x="3345" y="4050"/>
              <a:ext cx="2832" cy="2821"/>
            </a:xfrm>
            <a:prstGeom prst="rect">
              <a:avLst/>
            </a:prstGeom>
            <a:noFill/>
            <a:ln w="9525">
              <a:noFill/>
            </a:ln>
          </p:spPr>
        </p:pic>
        <p:pic>
          <p:nvPicPr>
            <p:cNvPr id="3" name="图片 -2147482571"/>
            <p:cNvPicPr>
              <a:picLocks noChangeAspect="1"/>
            </p:cNvPicPr>
            <p:nvPr/>
          </p:nvPicPr>
          <p:blipFill>
            <a:blip r:embed="rId2"/>
            <a:stretch>
              <a:fillRect/>
            </a:stretch>
          </p:blipFill>
          <p:spPr>
            <a:xfrm>
              <a:off x="6860" y="3370"/>
              <a:ext cx="3721" cy="3712"/>
            </a:xfrm>
            <a:prstGeom prst="rect">
              <a:avLst/>
            </a:prstGeom>
            <a:noFill/>
            <a:ln w="9525">
              <a:noFill/>
            </a:ln>
          </p:spPr>
        </p:pic>
        <p:sp>
          <p:nvSpPr>
            <p:cNvPr id="6" name="文本框 5"/>
            <p:cNvSpPr txBox="1"/>
            <p:nvPr/>
          </p:nvSpPr>
          <p:spPr>
            <a:xfrm>
              <a:off x="6066" y="7226"/>
              <a:ext cx="1063" cy="580"/>
            </a:xfrm>
            <a:prstGeom prst="rect">
              <a:avLst/>
            </a:prstGeom>
            <a:noFill/>
          </p:spPr>
          <p:txBody>
            <a:bodyPr wrap="square" rtlCol="0">
              <a:spAutoFit/>
            </a:bodyPr>
            <a:p>
              <a:r>
                <a:rPr lang="en-US" altLang="zh-CN"/>
                <a:t>6-12</a:t>
              </a:r>
              <a:endParaRPr lang="en-US" altLang="zh-CN"/>
            </a:p>
          </p:txBody>
        </p:sp>
      </p:gr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sz="3200" b="1" dirty="0">
                <a:solidFill>
                  <a:schemeClr val="tx2"/>
                </a:solidFill>
                <a:latin typeface="华文新魏" panose="02010800040101010101" pitchFamily="2" charset="-122"/>
                <a:ea typeface="华文新魏" panose="02010800040101010101" pitchFamily="2" charset="-122"/>
                <a:sym typeface="+mn-ea"/>
              </a:rPr>
              <a:t>4</a:t>
            </a:r>
            <a:r>
              <a:rPr lang="zh-CN" sz="3200" b="1" dirty="0">
                <a:solidFill>
                  <a:schemeClr val="tx2"/>
                </a:solidFill>
                <a:latin typeface="华文新魏" panose="02010800040101010101" pitchFamily="2" charset="-122"/>
                <a:ea typeface="华文新魏" panose="02010800040101010101" pitchFamily="2" charset="-122"/>
                <a:sym typeface="+mn-ea"/>
              </a:rPr>
              <a:t>、</a:t>
            </a:r>
            <a:r>
              <a:rPr sz="3200" b="1" dirty="0">
                <a:solidFill>
                  <a:schemeClr val="tx2"/>
                </a:solidFill>
                <a:latin typeface="华文新魏" panose="02010800040101010101" pitchFamily="2" charset="-122"/>
                <a:ea typeface="华文新魏" panose="02010800040101010101" pitchFamily="2" charset="-122"/>
                <a:sym typeface="+mn-ea"/>
              </a:rPr>
              <a:t>工程量列表样式的设置</a:t>
            </a:r>
            <a:endParaRPr sz="3200" b="1" dirty="0">
              <a:solidFill>
                <a:schemeClr val="tx2"/>
              </a:solidFill>
              <a:latin typeface="华文新魏" panose="02010800040101010101" pitchFamily="2" charset="-122"/>
              <a:ea typeface="华文新魏" panose="02010800040101010101" pitchFamily="2" charset="-122"/>
              <a:sym typeface="+mn-ea"/>
            </a:endParaRPr>
          </a:p>
        </p:txBody>
      </p:sp>
      <p:sp>
        <p:nvSpPr>
          <p:cNvPr id="102" name="文本框 101"/>
          <p:cNvSpPr txBox="1"/>
          <p:nvPr/>
        </p:nvSpPr>
        <p:spPr>
          <a:xfrm>
            <a:off x="323850" y="771525"/>
            <a:ext cx="8616950" cy="1568450"/>
          </a:xfrm>
          <a:prstGeom prst="rect">
            <a:avLst/>
          </a:prstGeom>
          <a:noFill/>
          <a:ln w="9525">
            <a:noFill/>
          </a:ln>
        </p:spPr>
        <p:txBody>
          <a:bodyPr wrap="square">
            <a:spAutoFit/>
          </a:bodyPr>
          <a:p>
            <a:pPr marL="0" indent="261620"/>
            <a:r>
              <a:rPr sz="1600">
                <a:cs typeface="方正宋一简体" charset="0"/>
              </a:rPr>
              <a:t>首先打开【表格样式】对话框，在【Standard】基础样式上新建一个表格样式，如图6</a:t>
            </a:r>
            <a:r>
              <a:rPr lang="en-US" sz="1600">
                <a:cs typeface="方正宋一简体" charset="0"/>
              </a:rPr>
              <a:t>-</a:t>
            </a:r>
            <a:r>
              <a:rPr sz="1600">
                <a:cs typeface="方正宋一简体" charset="0"/>
              </a:rPr>
              <a:t>13所示。单击【修改】按钮，打开【修改表格样式】对话框，选择【数据】选项，单击【文字】选项卡，进行文字样式的设置，如图6-14所示，然后按照图6</a:t>
            </a:r>
            <a:r>
              <a:rPr lang="en-US" sz="1600">
                <a:cs typeface="方正宋一简体" charset="0"/>
              </a:rPr>
              <a:t>-1</a:t>
            </a:r>
            <a:r>
              <a:rPr sz="1600">
                <a:cs typeface="方正宋一简体" charset="0"/>
              </a:rPr>
              <a:t>5所示选定新的文字样式应用于表格中。按照图6</a:t>
            </a:r>
            <a:r>
              <a:rPr lang="en-US" sz="1600">
                <a:cs typeface="方正宋一简体" charset="0"/>
              </a:rPr>
              <a:t>-</a:t>
            </a:r>
            <a:r>
              <a:rPr sz="1600">
                <a:cs typeface="方正宋一简体" charset="0"/>
              </a:rPr>
              <a:t>15所示，将【数据】行的【文字高度】设为3，【表头】中的【文字高度】设为3.5，【标题】中的【文字高度】设为4，后续在表格调整的时候可以重设文字高度参数。最后将工程量列表表格样式置为当前。</a:t>
            </a:r>
            <a:endParaRPr sz="1600">
              <a:cs typeface="方正宋一简体" charset="0"/>
            </a:endParaRPr>
          </a:p>
        </p:txBody>
      </p:sp>
      <p:pic>
        <p:nvPicPr>
          <p:cNvPr id="2" name="图片 -2147482443" descr="6-13"/>
          <p:cNvPicPr>
            <a:picLocks noChangeAspect="1"/>
          </p:cNvPicPr>
          <p:nvPr/>
        </p:nvPicPr>
        <p:blipFill>
          <a:blip r:embed="rId1"/>
          <a:srcRect t="636" b="1907"/>
          <a:stretch>
            <a:fillRect/>
          </a:stretch>
        </p:blipFill>
        <p:spPr>
          <a:xfrm>
            <a:off x="5501005" y="2068195"/>
            <a:ext cx="2641600" cy="1642110"/>
          </a:xfrm>
          <a:prstGeom prst="rect">
            <a:avLst/>
          </a:prstGeom>
          <a:noFill/>
          <a:ln w="9525">
            <a:noFill/>
          </a:ln>
        </p:spPr>
      </p:pic>
      <p:pic>
        <p:nvPicPr>
          <p:cNvPr id="3" name="图片 -2147482396"/>
          <p:cNvPicPr>
            <a:picLocks noChangeAspect="1"/>
          </p:cNvPicPr>
          <p:nvPr/>
        </p:nvPicPr>
        <p:blipFill>
          <a:blip r:embed="rId2"/>
          <a:stretch>
            <a:fillRect/>
          </a:stretch>
        </p:blipFill>
        <p:spPr>
          <a:xfrm>
            <a:off x="539750" y="2285365"/>
            <a:ext cx="2855595" cy="2750820"/>
          </a:xfrm>
          <a:prstGeom prst="rect">
            <a:avLst/>
          </a:prstGeom>
          <a:noFill/>
          <a:ln w="9525">
            <a:noFill/>
          </a:ln>
        </p:spPr>
      </p:pic>
      <p:pic>
        <p:nvPicPr>
          <p:cNvPr id="4" name="图片 2638"/>
          <p:cNvPicPr>
            <a:picLocks noChangeAspect="1"/>
          </p:cNvPicPr>
          <p:nvPr/>
        </p:nvPicPr>
        <p:blipFill>
          <a:blip r:embed="rId3"/>
          <a:stretch>
            <a:fillRect/>
          </a:stretch>
        </p:blipFill>
        <p:spPr>
          <a:xfrm>
            <a:off x="3636010" y="3787775"/>
            <a:ext cx="4506595" cy="1240155"/>
          </a:xfrm>
          <a:prstGeom prst="rect">
            <a:avLst/>
          </a:prstGeom>
          <a:noFill/>
          <a:ln w="9525">
            <a:noFill/>
          </a:ln>
        </p:spPr>
      </p:pic>
      <p:sp>
        <p:nvSpPr>
          <p:cNvPr id="9" name="文本框 8"/>
          <p:cNvSpPr txBox="1"/>
          <p:nvPr/>
        </p:nvSpPr>
        <p:spPr>
          <a:xfrm>
            <a:off x="3420110" y="2860040"/>
            <a:ext cx="652145" cy="368300"/>
          </a:xfrm>
          <a:prstGeom prst="rect">
            <a:avLst/>
          </a:prstGeom>
          <a:noFill/>
        </p:spPr>
        <p:txBody>
          <a:bodyPr wrap="square" rtlCol="0">
            <a:spAutoFit/>
          </a:bodyPr>
          <a:p>
            <a:r>
              <a:rPr lang="en-US" altLang="zh-CN"/>
              <a:t>6-15</a:t>
            </a:r>
            <a:endParaRPr lang="en-US" altLang="zh-CN"/>
          </a:p>
        </p:txBody>
      </p:sp>
      <p:sp>
        <p:nvSpPr>
          <p:cNvPr id="10" name="文本框 9"/>
          <p:cNvSpPr txBox="1"/>
          <p:nvPr/>
        </p:nvSpPr>
        <p:spPr>
          <a:xfrm>
            <a:off x="8100695" y="2705100"/>
            <a:ext cx="671830" cy="368300"/>
          </a:xfrm>
          <a:prstGeom prst="rect">
            <a:avLst/>
          </a:prstGeom>
          <a:noFill/>
        </p:spPr>
        <p:txBody>
          <a:bodyPr wrap="square" rtlCol="0">
            <a:spAutoFit/>
          </a:bodyPr>
          <a:p>
            <a:r>
              <a:rPr lang="en-US" altLang="zh-CN"/>
              <a:t>6-13</a:t>
            </a:r>
            <a:endParaRPr lang="en-US" altLang="zh-CN"/>
          </a:p>
        </p:txBody>
      </p:sp>
      <p:sp>
        <p:nvSpPr>
          <p:cNvPr id="11" name="文本框 10"/>
          <p:cNvSpPr txBox="1"/>
          <p:nvPr/>
        </p:nvSpPr>
        <p:spPr>
          <a:xfrm>
            <a:off x="8142605" y="4224020"/>
            <a:ext cx="741045" cy="368300"/>
          </a:xfrm>
          <a:prstGeom prst="rect">
            <a:avLst/>
          </a:prstGeom>
          <a:noFill/>
        </p:spPr>
        <p:txBody>
          <a:bodyPr wrap="square" rtlCol="0">
            <a:spAutoFit/>
          </a:bodyPr>
          <a:p>
            <a:r>
              <a:rPr lang="en-US" altLang="zh-CN"/>
              <a:t>6-14</a:t>
            </a:r>
            <a:endParaRPr lang="en-US" altLang="zh-CN"/>
          </a:p>
        </p:txBody>
      </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sz="3200" b="1" dirty="0">
                <a:solidFill>
                  <a:schemeClr val="tx2"/>
                </a:solidFill>
                <a:latin typeface="华文新魏" panose="02010800040101010101" pitchFamily="2" charset="-122"/>
                <a:ea typeface="华文新魏" panose="02010800040101010101" pitchFamily="2" charset="-122"/>
                <a:sym typeface="+mn-ea"/>
              </a:rPr>
              <a:t>5</a:t>
            </a:r>
            <a:r>
              <a:rPr lang="zh-CN" sz="3200" b="1" dirty="0">
                <a:solidFill>
                  <a:schemeClr val="tx2"/>
                </a:solidFill>
                <a:latin typeface="华文新魏" panose="02010800040101010101" pitchFamily="2" charset="-122"/>
                <a:ea typeface="华文新魏" panose="02010800040101010101" pitchFamily="2" charset="-122"/>
                <a:sym typeface="+mn-ea"/>
              </a:rPr>
              <a:t>、</a:t>
            </a:r>
            <a:r>
              <a:rPr sz="3200" b="1" dirty="0">
                <a:solidFill>
                  <a:schemeClr val="tx2"/>
                </a:solidFill>
                <a:latin typeface="华文新魏" panose="02010800040101010101" pitchFamily="2" charset="-122"/>
                <a:ea typeface="华文新魏" panose="02010800040101010101" pitchFamily="2" charset="-122"/>
                <a:sym typeface="+mn-ea"/>
              </a:rPr>
              <a:t>工程量列表参数的输入</a:t>
            </a:r>
            <a:endParaRPr sz="3200" b="1" dirty="0">
              <a:solidFill>
                <a:schemeClr val="tx2"/>
              </a:solidFill>
              <a:latin typeface="华文新魏" panose="02010800040101010101" pitchFamily="2" charset="-122"/>
              <a:ea typeface="华文新魏" panose="02010800040101010101" pitchFamily="2" charset="-122"/>
              <a:sym typeface="+mn-ea"/>
            </a:endParaRPr>
          </a:p>
        </p:txBody>
      </p:sp>
      <p:sp>
        <p:nvSpPr>
          <p:cNvPr id="102" name="文本框 101"/>
          <p:cNvSpPr txBox="1"/>
          <p:nvPr/>
        </p:nvSpPr>
        <p:spPr>
          <a:xfrm>
            <a:off x="323850" y="1059815"/>
            <a:ext cx="8616950" cy="583565"/>
          </a:xfrm>
          <a:prstGeom prst="rect">
            <a:avLst/>
          </a:prstGeom>
          <a:noFill/>
          <a:ln w="9525">
            <a:noFill/>
          </a:ln>
        </p:spPr>
        <p:txBody>
          <a:bodyPr wrap="square">
            <a:spAutoFit/>
          </a:bodyPr>
          <a:p>
            <a:pPr marL="0" indent="261620"/>
            <a:r>
              <a:rPr sz="1600" b="0">
                <a:solidFill>
                  <a:srgbClr val="000000"/>
                </a:solidFill>
                <a:cs typeface="方正宋一简体" charset="0"/>
              </a:rPr>
              <a:t>表6</a:t>
            </a:r>
            <a:r>
              <a:rPr lang="en-US" sz="1600" b="0">
                <a:solidFill>
                  <a:srgbClr val="000000"/>
                </a:solidFill>
                <a:cs typeface="方正宋一简体" charset="0"/>
              </a:rPr>
              <a:t>-</a:t>
            </a:r>
            <a:r>
              <a:rPr sz="1600" b="0">
                <a:solidFill>
                  <a:srgbClr val="000000"/>
                </a:solidFill>
                <a:cs typeface="方正宋一简体" charset="0"/>
              </a:rPr>
              <a:t>2所示的主要工程量列表为10行5列表格，按照图6</a:t>
            </a:r>
            <a:r>
              <a:rPr lang="en-US" sz="1600" b="0">
                <a:solidFill>
                  <a:srgbClr val="000000"/>
                </a:solidFill>
                <a:cs typeface="方正宋一简体" charset="0"/>
              </a:rPr>
              <a:t>-</a:t>
            </a:r>
            <a:r>
              <a:rPr sz="1600" b="0">
                <a:solidFill>
                  <a:srgbClr val="000000"/>
                </a:solidFill>
                <a:cs typeface="方正宋一简体" charset="0"/>
              </a:rPr>
              <a:t>16所示设置表格的行和列。然后利用方向键、Tab键等将表格内容输入完整。</a:t>
            </a:r>
            <a:endParaRPr sz="1600" b="0">
              <a:solidFill>
                <a:srgbClr val="000000"/>
              </a:solidFill>
              <a:cs typeface="方正宋一简体" charset="0"/>
            </a:endParaRPr>
          </a:p>
        </p:txBody>
      </p:sp>
      <p:grpSp>
        <p:nvGrpSpPr>
          <p:cNvPr id="10" name="组合 9"/>
          <p:cNvGrpSpPr/>
          <p:nvPr/>
        </p:nvGrpSpPr>
        <p:grpSpPr>
          <a:xfrm>
            <a:off x="2195830" y="1643380"/>
            <a:ext cx="4611370" cy="3385185"/>
            <a:chOff x="3458" y="2588"/>
            <a:chExt cx="7262" cy="5331"/>
          </a:xfrm>
        </p:grpSpPr>
        <p:pic>
          <p:nvPicPr>
            <p:cNvPr id="2" name="图片 -2147482399"/>
            <p:cNvPicPr>
              <a:picLocks noChangeAspect="1"/>
            </p:cNvPicPr>
            <p:nvPr/>
          </p:nvPicPr>
          <p:blipFill>
            <a:blip r:embed="rId1"/>
            <a:stretch>
              <a:fillRect/>
            </a:stretch>
          </p:blipFill>
          <p:spPr>
            <a:xfrm>
              <a:off x="3458" y="2588"/>
              <a:ext cx="7263" cy="4625"/>
            </a:xfrm>
            <a:prstGeom prst="rect">
              <a:avLst/>
            </a:prstGeom>
            <a:noFill/>
            <a:ln w="9525">
              <a:noFill/>
            </a:ln>
          </p:spPr>
        </p:pic>
        <p:sp>
          <p:nvSpPr>
            <p:cNvPr id="9" name="文本框 8"/>
            <p:cNvSpPr txBox="1"/>
            <p:nvPr/>
          </p:nvSpPr>
          <p:spPr>
            <a:xfrm>
              <a:off x="6694" y="7339"/>
              <a:ext cx="1012" cy="580"/>
            </a:xfrm>
            <a:prstGeom prst="rect">
              <a:avLst/>
            </a:prstGeom>
            <a:noFill/>
          </p:spPr>
          <p:txBody>
            <a:bodyPr wrap="square" rtlCol="0">
              <a:spAutoFit/>
            </a:bodyPr>
            <a:p>
              <a:r>
                <a:rPr lang="en-US" altLang="zh-CN"/>
                <a:t>6-16</a:t>
              </a:r>
              <a:endParaRPr lang="en-US" altLang="zh-CN"/>
            </a:p>
          </p:txBody>
        </p:sp>
      </p:gr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sz="3200" b="1" dirty="0">
                <a:solidFill>
                  <a:schemeClr val="tx2"/>
                </a:solidFill>
                <a:latin typeface="华文新魏" panose="02010800040101010101" pitchFamily="2" charset="-122"/>
                <a:ea typeface="华文新魏" panose="02010800040101010101" pitchFamily="2" charset="-122"/>
                <a:sym typeface="+mn-ea"/>
              </a:rPr>
              <a:t>6</a:t>
            </a:r>
            <a:r>
              <a:rPr lang="zh-CN" sz="3200" b="1" dirty="0">
                <a:solidFill>
                  <a:schemeClr val="tx2"/>
                </a:solidFill>
                <a:latin typeface="华文新魏" panose="02010800040101010101" pitchFamily="2" charset="-122"/>
                <a:ea typeface="华文新魏" panose="02010800040101010101" pitchFamily="2" charset="-122"/>
                <a:sym typeface="+mn-ea"/>
              </a:rPr>
              <a:t>、</a:t>
            </a:r>
            <a:r>
              <a:rPr sz="3200" b="1" dirty="0">
                <a:solidFill>
                  <a:schemeClr val="tx2"/>
                </a:solidFill>
                <a:latin typeface="华文新魏" panose="02010800040101010101" pitchFamily="2" charset="-122"/>
                <a:ea typeface="华文新魏" panose="02010800040101010101" pitchFamily="2" charset="-122"/>
                <a:sym typeface="+mn-ea"/>
              </a:rPr>
              <a:t>工程量列表的调整</a:t>
            </a:r>
            <a:endParaRPr sz="3200" b="1" dirty="0">
              <a:solidFill>
                <a:schemeClr val="tx2"/>
              </a:solidFill>
              <a:latin typeface="华文新魏" panose="02010800040101010101" pitchFamily="2" charset="-122"/>
              <a:ea typeface="华文新魏" panose="02010800040101010101" pitchFamily="2" charset="-122"/>
              <a:sym typeface="+mn-ea"/>
            </a:endParaRPr>
          </a:p>
        </p:txBody>
      </p:sp>
      <p:sp>
        <p:nvSpPr>
          <p:cNvPr id="102" name="文本框 101"/>
          <p:cNvSpPr txBox="1"/>
          <p:nvPr/>
        </p:nvSpPr>
        <p:spPr>
          <a:xfrm>
            <a:off x="498475" y="915670"/>
            <a:ext cx="8035925" cy="583565"/>
          </a:xfrm>
          <a:prstGeom prst="rect">
            <a:avLst/>
          </a:prstGeom>
          <a:noFill/>
          <a:ln w="9525">
            <a:noFill/>
          </a:ln>
        </p:spPr>
        <p:txBody>
          <a:bodyPr wrap="square">
            <a:spAutoFit/>
          </a:bodyPr>
          <a:p>
            <a:pPr marL="0" indent="261620"/>
            <a:r>
              <a:rPr sz="1600" b="0">
                <a:solidFill>
                  <a:srgbClr val="000000"/>
                </a:solidFill>
                <a:cs typeface="方正宋一简体" charset="0"/>
              </a:rPr>
              <a:t>工程量列表的内容输入完后，如图6</a:t>
            </a:r>
            <a:r>
              <a:rPr lang="en-US" sz="1600" b="0">
                <a:solidFill>
                  <a:srgbClr val="000000"/>
                </a:solidFill>
                <a:cs typeface="方正宋一简体" charset="0"/>
              </a:rPr>
              <a:t>-</a:t>
            </a:r>
            <a:r>
              <a:rPr sz="1600" b="0">
                <a:solidFill>
                  <a:srgbClr val="000000"/>
                </a:solidFill>
                <a:cs typeface="方正宋一简体" charset="0"/>
              </a:rPr>
              <a:t>17所示，还需要对表格中的内容进行处理，如序号列的数字应该居中，数量列的数据格式不对等。</a:t>
            </a:r>
            <a:endParaRPr sz="1600" b="0">
              <a:solidFill>
                <a:srgbClr val="000000"/>
              </a:solidFill>
              <a:cs typeface="方正宋一简体" charset="0"/>
            </a:endParaRPr>
          </a:p>
        </p:txBody>
      </p:sp>
      <p:grpSp>
        <p:nvGrpSpPr>
          <p:cNvPr id="12" name="组合 11"/>
          <p:cNvGrpSpPr/>
          <p:nvPr/>
        </p:nvGrpSpPr>
        <p:grpSpPr>
          <a:xfrm>
            <a:off x="2813050" y="1491615"/>
            <a:ext cx="3407410" cy="3321050"/>
            <a:chOff x="4430" y="2349"/>
            <a:chExt cx="5366" cy="5230"/>
          </a:xfrm>
        </p:grpSpPr>
        <p:pic>
          <p:nvPicPr>
            <p:cNvPr id="2" name="图片 -2147482403"/>
            <p:cNvPicPr>
              <a:picLocks noChangeAspect="1"/>
            </p:cNvPicPr>
            <p:nvPr/>
          </p:nvPicPr>
          <p:blipFill>
            <a:blip r:embed="rId1"/>
            <a:stretch>
              <a:fillRect/>
            </a:stretch>
          </p:blipFill>
          <p:spPr>
            <a:xfrm>
              <a:off x="4430" y="2349"/>
              <a:ext cx="5366" cy="4573"/>
            </a:xfrm>
            <a:prstGeom prst="rect">
              <a:avLst/>
            </a:prstGeom>
            <a:noFill/>
            <a:ln w="9525">
              <a:noFill/>
            </a:ln>
          </p:spPr>
        </p:pic>
        <p:sp>
          <p:nvSpPr>
            <p:cNvPr id="11" name="文本框 10"/>
            <p:cNvSpPr txBox="1"/>
            <p:nvPr/>
          </p:nvSpPr>
          <p:spPr>
            <a:xfrm>
              <a:off x="6566" y="6999"/>
              <a:ext cx="1094" cy="580"/>
            </a:xfrm>
            <a:prstGeom prst="rect">
              <a:avLst/>
            </a:prstGeom>
            <a:noFill/>
          </p:spPr>
          <p:txBody>
            <a:bodyPr wrap="square" rtlCol="0">
              <a:spAutoFit/>
            </a:bodyPr>
            <a:p>
              <a:r>
                <a:rPr lang="en-US" altLang="zh-CN"/>
                <a:t>6-17</a:t>
              </a:r>
              <a:endParaRPr lang="en-US" altLang="zh-CN"/>
            </a:p>
          </p:txBody>
        </p:sp>
      </p:gr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ChangeArrowheads="1"/>
          </p:cNvSpPr>
          <p:nvPr/>
        </p:nvSpPr>
        <p:spPr bwMode="auto">
          <a:xfrm>
            <a:off x="539750" y="267970"/>
            <a:ext cx="86042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sz="3200" b="1" dirty="0">
                <a:solidFill>
                  <a:schemeClr val="tx2"/>
                </a:solidFill>
                <a:latin typeface="华文新魏" panose="02010800040101010101" pitchFamily="2" charset="-122"/>
                <a:ea typeface="华文新魏" panose="02010800040101010101" pitchFamily="2" charset="-122"/>
                <a:sym typeface="+mn-ea"/>
              </a:rPr>
              <a:t>6</a:t>
            </a:r>
            <a:r>
              <a:rPr lang="zh-CN" sz="3200" b="1" dirty="0">
                <a:solidFill>
                  <a:schemeClr val="tx2"/>
                </a:solidFill>
                <a:latin typeface="华文新魏" panose="02010800040101010101" pitchFamily="2" charset="-122"/>
                <a:ea typeface="华文新魏" panose="02010800040101010101" pitchFamily="2" charset="-122"/>
                <a:sym typeface="+mn-ea"/>
              </a:rPr>
              <a:t>、</a:t>
            </a:r>
            <a:r>
              <a:rPr sz="3200" b="1" dirty="0">
                <a:solidFill>
                  <a:schemeClr val="tx2"/>
                </a:solidFill>
                <a:latin typeface="华文新魏" panose="02010800040101010101" pitchFamily="2" charset="-122"/>
                <a:ea typeface="华文新魏" panose="02010800040101010101" pitchFamily="2" charset="-122"/>
                <a:sym typeface="+mn-ea"/>
              </a:rPr>
              <a:t>工程量列表的调整</a:t>
            </a:r>
            <a:endParaRPr sz="3200" b="1" dirty="0">
              <a:solidFill>
                <a:schemeClr val="tx2"/>
              </a:solidFill>
              <a:latin typeface="华文新魏" panose="02010800040101010101" pitchFamily="2" charset="-122"/>
              <a:ea typeface="华文新魏" panose="02010800040101010101" pitchFamily="2" charset="-122"/>
              <a:sym typeface="+mn-ea"/>
            </a:endParaRPr>
          </a:p>
        </p:txBody>
      </p:sp>
      <p:sp>
        <p:nvSpPr>
          <p:cNvPr id="102" name="文本框 101"/>
          <p:cNvSpPr txBox="1"/>
          <p:nvPr/>
        </p:nvSpPr>
        <p:spPr>
          <a:xfrm>
            <a:off x="498475" y="915670"/>
            <a:ext cx="8035925" cy="829945"/>
          </a:xfrm>
          <a:prstGeom prst="rect">
            <a:avLst/>
          </a:prstGeom>
          <a:noFill/>
          <a:ln w="9525">
            <a:noFill/>
          </a:ln>
        </p:spPr>
        <p:txBody>
          <a:bodyPr wrap="square">
            <a:spAutoFit/>
          </a:bodyPr>
          <a:p>
            <a:pPr marL="0" indent="261620"/>
            <a:r>
              <a:rPr sz="1600" b="0">
                <a:solidFill>
                  <a:srgbClr val="000000"/>
                </a:solidFill>
                <a:cs typeface="方正宋一简体" charset="0"/>
              </a:rPr>
              <a:t>选中这些序号并单击鼠标右键，选择【对齐】→【正中】命令；选中数量列中的数据，单击鼠标右键，选择【数据格式…】命令，打开【表格单元格式】对话框，如图6-18和图6</a:t>
            </a:r>
            <a:r>
              <a:rPr lang="en-US" sz="1600" b="0">
                <a:solidFill>
                  <a:srgbClr val="000000"/>
                </a:solidFill>
                <a:cs typeface="方正宋一简体" charset="0"/>
              </a:rPr>
              <a:t>-</a:t>
            </a:r>
            <a:r>
              <a:rPr sz="1600" b="0">
                <a:solidFill>
                  <a:srgbClr val="000000"/>
                </a:solidFill>
                <a:cs typeface="方正宋一简体" charset="0"/>
              </a:rPr>
              <a:t>19所示。</a:t>
            </a:r>
            <a:endParaRPr sz="1600" b="0">
              <a:solidFill>
                <a:srgbClr val="000000"/>
              </a:solidFill>
              <a:cs typeface="方正宋一简体" charset="0"/>
            </a:endParaRPr>
          </a:p>
        </p:txBody>
      </p:sp>
      <p:pic>
        <p:nvPicPr>
          <p:cNvPr id="2" name="图片 2637"/>
          <p:cNvPicPr>
            <a:picLocks noChangeAspect="1"/>
          </p:cNvPicPr>
          <p:nvPr/>
        </p:nvPicPr>
        <p:blipFill>
          <a:blip r:embed="rId1"/>
          <a:stretch>
            <a:fillRect/>
          </a:stretch>
        </p:blipFill>
        <p:spPr>
          <a:xfrm>
            <a:off x="1043623" y="1958340"/>
            <a:ext cx="1886585" cy="1798320"/>
          </a:xfrm>
          <a:prstGeom prst="rect">
            <a:avLst/>
          </a:prstGeom>
          <a:noFill/>
          <a:ln w="9525">
            <a:noFill/>
          </a:ln>
        </p:spPr>
      </p:pic>
      <p:pic>
        <p:nvPicPr>
          <p:cNvPr id="3" name="图片 2636"/>
          <p:cNvPicPr>
            <a:picLocks noChangeAspect="1"/>
          </p:cNvPicPr>
          <p:nvPr/>
        </p:nvPicPr>
        <p:blipFill>
          <a:blip r:embed="rId2"/>
          <a:stretch>
            <a:fillRect/>
          </a:stretch>
        </p:blipFill>
        <p:spPr>
          <a:xfrm>
            <a:off x="3060065" y="1958023"/>
            <a:ext cx="1551940" cy="1800225"/>
          </a:xfrm>
          <a:prstGeom prst="rect">
            <a:avLst/>
          </a:prstGeom>
          <a:noFill/>
          <a:ln w="9525">
            <a:noFill/>
          </a:ln>
        </p:spPr>
      </p:pic>
      <p:sp>
        <p:nvSpPr>
          <p:cNvPr id="4" name="文本框 3"/>
          <p:cNvSpPr txBox="1"/>
          <p:nvPr/>
        </p:nvSpPr>
        <p:spPr>
          <a:xfrm>
            <a:off x="2700020" y="3971290"/>
            <a:ext cx="640080" cy="368300"/>
          </a:xfrm>
          <a:prstGeom prst="rect">
            <a:avLst/>
          </a:prstGeom>
          <a:noFill/>
        </p:spPr>
        <p:txBody>
          <a:bodyPr wrap="none" rtlCol="0">
            <a:spAutoFit/>
          </a:bodyPr>
          <a:p>
            <a:r>
              <a:rPr lang="en-US" altLang="zh-CN"/>
              <a:t>6-18</a:t>
            </a:r>
            <a:endParaRPr lang="en-US" altLang="zh-CN"/>
          </a:p>
        </p:txBody>
      </p:sp>
      <p:grpSp>
        <p:nvGrpSpPr>
          <p:cNvPr id="9" name="组合 8"/>
          <p:cNvGrpSpPr/>
          <p:nvPr/>
        </p:nvGrpSpPr>
        <p:grpSpPr>
          <a:xfrm>
            <a:off x="1043940" y="1958340"/>
            <a:ext cx="3568065" cy="2381250"/>
            <a:chOff x="1644" y="3084"/>
            <a:chExt cx="5619" cy="3750"/>
          </a:xfrm>
        </p:grpSpPr>
        <p:pic>
          <p:nvPicPr>
            <p:cNvPr id="5" name="图片 2637"/>
            <p:cNvPicPr>
              <a:picLocks noChangeAspect="1"/>
            </p:cNvPicPr>
            <p:nvPr/>
          </p:nvPicPr>
          <p:blipFill>
            <a:blip r:embed="rId1"/>
            <a:stretch>
              <a:fillRect/>
            </a:stretch>
          </p:blipFill>
          <p:spPr>
            <a:xfrm>
              <a:off x="1644" y="3084"/>
              <a:ext cx="2971" cy="2832"/>
            </a:xfrm>
            <a:prstGeom prst="rect">
              <a:avLst/>
            </a:prstGeom>
            <a:noFill/>
            <a:ln w="9525">
              <a:noFill/>
            </a:ln>
          </p:spPr>
        </p:pic>
        <p:pic>
          <p:nvPicPr>
            <p:cNvPr id="6" name="图片 2636"/>
            <p:cNvPicPr>
              <a:picLocks noChangeAspect="1"/>
            </p:cNvPicPr>
            <p:nvPr/>
          </p:nvPicPr>
          <p:blipFill>
            <a:blip r:embed="rId2"/>
            <a:stretch>
              <a:fillRect/>
            </a:stretch>
          </p:blipFill>
          <p:spPr>
            <a:xfrm>
              <a:off x="4819" y="3084"/>
              <a:ext cx="2444" cy="2835"/>
            </a:xfrm>
            <a:prstGeom prst="rect">
              <a:avLst/>
            </a:prstGeom>
            <a:noFill/>
            <a:ln w="9525">
              <a:noFill/>
            </a:ln>
          </p:spPr>
        </p:pic>
        <p:sp>
          <p:nvSpPr>
            <p:cNvPr id="8" name="文本框 7"/>
            <p:cNvSpPr txBox="1"/>
            <p:nvPr/>
          </p:nvSpPr>
          <p:spPr>
            <a:xfrm>
              <a:off x="4252" y="6254"/>
              <a:ext cx="1008" cy="580"/>
            </a:xfrm>
            <a:prstGeom prst="rect">
              <a:avLst/>
            </a:prstGeom>
            <a:noFill/>
          </p:spPr>
          <p:txBody>
            <a:bodyPr wrap="none" rtlCol="0">
              <a:spAutoFit/>
            </a:bodyPr>
            <a:p>
              <a:r>
                <a:rPr lang="en-US" altLang="zh-CN"/>
                <a:t>6-18</a:t>
              </a:r>
              <a:endParaRPr lang="en-US" altLang="zh-CN"/>
            </a:p>
          </p:txBody>
        </p:sp>
      </p:grpSp>
      <p:grpSp>
        <p:nvGrpSpPr>
          <p:cNvPr id="13" name="组合 12"/>
          <p:cNvGrpSpPr/>
          <p:nvPr/>
        </p:nvGrpSpPr>
        <p:grpSpPr>
          <a:xfrm>
            <a:off x="5004435" y="1958340"/>
            <a:ext cx="3051810" cy="2278380"/>
            <a:chOff x="7881" y="3084"/>
            <a:chExt cx="4806" cy="3588"/>
          </a:xfrm>
        </p:grpSpPr>
        <p:pic>
          <p:nvPicPr>
            <p:cNvPr id="10" name="图片 -2147482395"/>
            <p:cNvPicPr>
              <a:picLocks noChangeAspect="1"/>
            </p:cNvPicPr>
            <p:nvPr/>
          </p:nvPicPr>
          <p:blipFill>
            <a:blip r:embed="rId3"/>
            <a:srcRect l="340" t="607" r="793" b="41530"/>
            <a:stretch>
              <a:fillRect/>
            </a:stretch>
          </p:blipFill>
          <p:spPr>
            <a:xfrm>
              <a:off x="7881" y="3084"/>
              <a:ext cx="4807" cy="2837"/>
            </a:xfrm>
            <a:prstGeom prst="rect">
              <a:avLst/>
            </a:prstGeom>
            <a:noFill/>
            <a:ln w="9525">
              <a:noFill/>
            </a:ln>
          </p:spPr>
        </p:pic>
        <p:sp>
          <p:nvSpPr>
            <p:cNvPr id="11" name="文本框 10"/>
            <p:cNvSpPr txBox="1"/>
            <p:nvPr/>
          </p:nvSpPr>
          <p:spPr>
            <a:xfrm>
              <a:off x="9808" y="6092"/>
              <a:ext cx="1122" cy="580"/>
            </a:xfrm>
            <a:prstGeom prst="rect">
              <a:avLst/>
            </a:prstGeom>
            <a:noFill/>
          </p:spPr>
          <p:txBody>
            <a:bodyPr wrap="square" rtlCol="0">
              <a:spAutoFit/>
            </a:bodyPr>
            <a:p>
              <a:r>
                <a:rPr lang="en-US" altLang="zh-CN"/>
                <a:t>6-19</a:t>
              </a:r>
              <a:endParaRPr lang="en-US" altLang="zh-CN"/>
            </a:p>
          </p:txBody>
        </p:sp>
      </p:grpSp>
    </p:spTree>
  </p:cSld>
  <p:clrMapOvr>
    <a:masterClrMapping/>
  </p:clrMapOvr>
  <p:transition spd="slow"/>
  <p:timing>
    <p:tnLst>
      <p:par>
        <p:cTn id="1" dur="indefinite" restart="never" nodeType="tmRoot"/>
      </p:par>
    </p:tnLst>
  </p:timing>
</p:sld>
</file>

<file path=ppt/tags/tag1.xml><?xml version="1.0" encoding="utf-8"?>
<p:tagLst xmlns:p="http://schemas.openxmlformats.org/presentationml/2006/main">
  <p:tag name="KSO_WM_UNIT_TABLE_BEAUTIFY" val="smartTable{46fc7739-28e7-416f-bc10-7f94e9b3b6b6}"/>
  <p:tag name="TABLE_ENDDRAG_ORIGIN_RECT" val="268*143"/>
  <p:tag name="TABLE_ENDDRAG_RECT" val="25*157*268*143"/>
</p:tagLst>
</file>

<file path=ppt/tags/tag2.xml><?xml version="1.0" encoding="utf-8"?>
<p:tagLst xmlns:p="http://schemas.openxmlformats.org/presentationml/2006/main">
  <p:tag name="COMMONDATA" val="eyJoZGlkIjoiZjQ2OWYxY2Y3NTJjNjQ4ZTBiZGY4NDBmYWM3YjRjNWUifQ=="/>
  <p:tag name="KSO_WPP_MARK_KEY" val="2fcf6cec-e5bb-4072-86ac-ff62f2a53752"/>
  <p:tag name="commondata" val="eyJoZGlkIjoiYmQ3NjQxYmZmN2ZkODIxYWNiNTEzMzQyMTZmNzQ1MmMifQ=="/>
</p:tagLst>
</file>

<file path=ppt/theme/theme1.xml><?xml version="1.0" encoding="utf-8"?>
<a:theme xmlns:a="http://schemas.openxmlformats.org/drawingml/2006/main" name="chrome">
  <a:themeElements>
    <a:clrScheme name="Default Design 1">
      <a:dk1>
        <a:srgbClr val="000000"/>
      </a:dk1>
      <a:lt1>
        <a:srgbClr val="FDF58D"/>
      </a:lt1>
      <a:dk2>
        <a:srgbClr val="CC3300"/>
      </a:dk2>
      <a:lt2>
        <a:srgbClr val="808080"/>
      </a:lt2>
      <a:accent1>
        <a:srgbClr val="FF6161"/>
      </a:accent1>
      <a:accent2>
        <a:srgbClr val="FFC319"/>
      </a:accent2>
      <a:accent3>
        <a:srgbClr val="FEF9C5"/>
      </a:accent3>
      <a:accent4>
        <a:srgbClr val="000000"/>
      </a:accent4>
      <a:accent5>
        <a:srgbClr val="FFB7B7"/>
      </a:accent5>
      <a:accent6>
        <a:srgbClr val="E7B016"/>
      </a:accent6>
      <a:hlink>
        <a:srgbClr val="A8D02A"/>
      </a:hlink>
      <a:folHlink>
        <a:srgbClr val="5CB1F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DF58D"/>
        </a:lt1>
        <a:dk2>
          <a:srgbClr val="CC3300"/>
        </a:dk2>
        <a:lt2>
          <a:srgbClr val="808080"/>
        </a:lt2>
        <a:accent1>
          <a:srgbClr val="FF6161"/>
        </a:accent1>
        <a:accent2>
          <a:srgbClr val="FFC319"/>
        </a:accent2>
        <a:accent3>
          <a:srgbClr val="FEF9C5"/>
        </a:accent3>
        <a:accent4>
          <a:srgbClr val="000000"/>
        </a:accent4>
        <a:accent5>
          <a:srgbClr val="FFB7B7"/>
        </a:accent5>
        <a:accent6>
          <a:srgbClr val="E7B016"/>
        </a:accent6>
        <a:hlink>
          <a:srgbClr val="A8D02A"/>
        </a:hlink>
        <a:folHlink>
          <a:srgbClr val="5CB1FE"/>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E1F4D8"/>
        </a:lt1>
        <a:dk2>
          <a:srgbClr val="003366"/>
        </a:dk2>
        <a:lt2>
          <a:srgbClr val="808080"/>
        </a:lt2>
        <a:accent1>
          <a:srgbClr val="FFC319"/>
        </a:accent1>
        <a:accent2>
          <a:srgbClr val="A8D02A"/>
        </a:accent2>
        <a:accent3>
          <a:srgbClr val="EEF8E9"/>
        </a:accent3>
        <a:accent4>
          <a:srgbClr val="000000"/>
        </a:accent4>
        <a:accent5>
          <a:srgbClr val="FFDEAB"/>
        </a:accent5>
        <a:accent6>
          <a:srgbClr val="98BC25"/>
        </a:accent6>
        <a:hlink>
          <a:srgbClr val="5CB1FE"/>
        </a:hlink>
        <a:folHlink>
          <a:srgbClr val="FF6161"/>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EE9DE"/>
        </a:lt1>
        <a:dk2>
          <a:srgbClr val="000066"/>
        </a:dk2>
        <a:lt2>
          <a:srgbClr val="808080"/>
        </a:lt2>
        <a:accent1>
          <a:srgbClr val="5CB1FE"/>
        </a:accent1>
        <a:accent2>
          <a:srgbClr val="FF7575"/>
        </a:accent2>
        <a:accent3>
          <a:srgbClr val="FEF2EC"/>
        </a:accent3>
        <a:accent4>
          <a:srgbClr val="000000"/>
        </a:accent4>
        <a:accent5>
          <a:srgbClr val="B5D5FE"/>
        </a:accent5>
        <a:accent6>
          <a:srgbClr val="E76969"/>
        </a:accent6>
        <a:hlink>
          <a:srgbClr val="FFC319"/>
        </a:hlink>
        <a:folHlink>
          <a:srgbClr val="A8D02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292TGp_silent night_light</Template>
  <TotalTime>0</TotalTime>
  <Words>1813</Words>
  <Application>WPS 演示</Application>
  <PresentationFormat>全屏显示(16:9)</PresentationFormat>
  <Paragraphs>165</Paragraphs>
  <Slides>13</Slides>
  <Notes>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宋体</vt:lpstr>
      <vt:lpstr>Wingdings</vt:lpstr>
      <vt:lpstr>Arial Black</vt:lpstr>
      <vt:lpstr>Times New Roman</vt:lpstr>
      <vt:lpstr>华文楷体</vt:lpstr>
      <vt:lpstr>微软雅黑</vt:lpstr>
      <vt:lpstr>华文新魏</vt:lpstr>
      <vt:lpstr>楷体</vt:lpstr>
      <vt:lpstr>方正宋一简体</vt:lpstr>
      <vt:lpstr>方正黑体简体</vt:lpstr>
      <vt:lpstr>Arial Unicode MS</vt:lpstr>
      <vt:lpstr>Calibri</vt:lpstr>
      <vt:lpstr>chrome</vt:lpstr>
      <vt:lpstr>PowerPoint 演示文稿</vt:lpstr>
      <vt:lpstr>工程量列表的绘制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chances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 Template</dc:title>
  <dc:creator>j</dc:creator>
  <cp:lastModifiedBy>批注</cp:lastModifiedBy>
  <cp:revision>104</cp:revision>
  <dcterms:created xsi:type="dcterms:W3CDTF">2007-07-24T14:55:00Z</dcterms:created>
  <dcterms:modified xsi:type="dcterms:W3CDTF">2024-09-24T08:02:18Z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B89ACE38D8254DB0896CA238875B6795</vt:lpwstr>
  </property>
  <property fmtid="{D5CDD505-2E9C-101B-9397-08002B2CF9AE}" pid="3" name="KSOProductBuildVer">
    <vt:lpwstr>2052-12.1.0.16729</vt:lpwstr>
  </property>
</Properties>
</file>