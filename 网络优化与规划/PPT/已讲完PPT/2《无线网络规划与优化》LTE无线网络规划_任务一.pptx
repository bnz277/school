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4" r:id="rId3"/>
    <p:sldMasterId id="2147483656" r:id="rId4"/>
    <p:sldMasterId id="2147483662" r:id="rId5"/>
    <p:sldMasterId id="2147483675" r:id="rId6"/>
  </p:sldMasterIdLst>
  <p:notesMasterIdLst>
    <p:notesMasterId r:id="rId28"/>
  </p:notesMasterIdLst>
  <p:handoutMasterIdLst>
    <p:handoutMasterId r:id="rId29"/>
  </p:handoutMasterIdLst>
  <p:sldIdLst>
    <p:sldId id="272" r:id="rId7"/>
    <p:sldId id="415" r:id="rId8"/>
    <p:sldId id="463" r:id="rId9"/>
    <p:sldId id="464" r:id="rId10"/>
    <p:sldId id="316" r:id="rId11"/>
    <p:sldId id="477" r:id="rId12"/>
    <p:sldId id="487" r:id="rId13"/>
    <p:sldId id="486" r:id="rId14"/>
    <p:sldId id="465" r:id="rId15"/>
    <p:sldId id="466" r:id="rId16"/>
    <p:sldId id="480" r:id="rId17"/>
    <p:sldId id="481" r:id="rId18"/>
    <p:sldId id="482" r:id="rId19"/>
    <p:sldId id="483" r:id="rId20"/>
    <p:sldId id="468" r:id="rId21"/>
    <p:sldId id="467" r:id="rId22"/>
    <p:sldId id="469" r:id="rId23"/>
    <p:sldId id="475" r:id="rId24"/>
    <p:sldId id="474" r:id="rId25"/>
    <p:sldId id="422" r:id="rId26"/>
    <p:sldId id="462" r:id="rId27"/>
  </p:sldIdLst>
  <p:sldSz cx="12192000" cy="6858000"/>
  <p:notesSz cx="7104063" cy="10234613"/>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181C"/>
    <a:srgbClr val="5B9BD5"/>
    <a:srgbClr val="D6DCE5"/>
    <a:srgbClr val="FCCDB6"/>
    <a:srgbClr val="FF0000"/>
    <a:srgbClr val="0076CB"/>
    <a:srgbClr val="C9191C"/>
    <a:srgbClr val="EA9ADF"/>
    <a:srgbClr val="FC9988"/>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13" autoAdjust="0"/>
    <p:restoredTop sz="76335" autoAdjust="0"/>
  </p:normalViewPr>
  <p:slideViewPr>
    <p:cSldViewPr snapToGrid="0" showGuides="1">
      <p:cViewPr varScale="1">
        <p:scale>
          <a:sx n="70" d="100"/>
          <a:sy n="70" d="100"/>
        </p:scale>
        <p:origin x="248" y="84"/>
      </p:cViewPr>
      <p:guideLst>
        <p:guide orient="horz" pos="219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tags" Target="tags/tag1.xml"/><Relationship Id="rId8"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FFDD6B5-CD54-47EA-83D0-8678122D9EB5}" type="doc">
      <dgm:prSet loTypeId="urn:microsoft.com/office/officeart/2005/8/layout/hList1" loCatId="list" qsTypeId="urn:microsoft.com/office/officeart/2005/8/quickstyle/simple1#2" qsCatId="simple" csTypeId="urn:microsoft.com/office/officeart/2005/8/colors/accent1_2#2" csCatId="accent1" phldr="1"/>
      <dgm:spPr/>
      <dgm:t>
        <a:bodyPr/>
        <a:lstStyle/>
        <a:p>
          <a:endParaRPr lang="en-US"/>
        </a:p>
      </dgm:t>
    </dgm:pt>
    <dgm:pt modelId="{37636048-933D-49C8-AE1D-E22E4F3AB8BF}">
      <dgm:prSet phldrT="[文本]" custT="1">
        <dgm:style>
          <a:lnRef idx="3">
            <a:schemeClr val="lt1"/>
          </a:lnRef>
          <a:fillRef idx="1">
            <a:schemeClr val="accent1"/>
          </a:fillRef>
          <a:effectRef idx="1">
            <a:schemeClr val="accent1"/>
          </a:effectRef>
          <a:fontRef idx="minor">
            <a:schemeClr val="lt1"/>
          </a:fontRef>
        </dgm:style>
      </dgm:prSet>
      <dgm:spPr>
        <a:xfrm>
          <a:off x="2841" y="40375"/>
          <a:ext cx="1708341" cy="403200"/>
        </a:xfrm>
        <a:solidFill>
          <a:schemeClr val="accent1"/>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sz="1400" b="1">
              <a:solidFill>
                <a:srgbClr val="FFFFFF"/>
              </a:solidFill>
              <a:latin typeface="微软雅黑" panose="020B0503020204020204" charset="-122"/>
              <a:ea typeface="微软雅黑" panose="020B0503020204020204" charset="-122"/>
              <a:cs typeface="+mn-cs"/>
            </a:rPr>
            <a:t>需求分析</a:t>
          </a:r>
          <a:endParaRPr lang="en-US" sz="1400" b="1" dirty="0">
            <a:solidFill>
              <a:srgbClr val="FFFFFF"/>
            </a:solidFill>
            <a:latin typeface="微软雅黑" panose="020B0503020204020204" charset="-122"/>
            <a:ea typeface="微软雅黑" panose="020B0503020204020204" charset="-122"/>
            <a:cs typeface="+mn-cs"/>
          </a:endParaRPr>
        </a:p>
      </dgm:t>
    </dgm:pt>
    <dgm:pt modelId="{18C9CC34-E1BC-466D-81B5-B1FA6A1B8099}" type="parTrans" cxnId="{9E892031-C01C-4488-8700-768F7E27945B}">
      <dgm:prSet/>
      <dgm:spPr/>
      <dgm:t>
        <a:bodyPr/>
        <a:lstStyle/>
        <a:p>
          <a:endParaRPr lang="en-US">
            <a:latin typeface="+mn-lt"/>
          </a:endParaRPr>
        </a:p>
      </dgm:t>
    </dgm:pt>
    <dgm:pt modelId="{D955E7AA-1E1B-475A-9740-444AE6D180EB}" type="sibTrans" cxnId="{9E892031-C01C-4488-8700-768F7E27945B}">
      <dgm:prSet/>
      <dgm:spPr/>
      <dgm:t>
        <a:bodyPr/>
        <a:lstStyle/>
        <a:p>
          <a:endParaRPr lang="en-US">
            <a:latin typeface="+mn-lt"/>
          </a:endParaRPr>
        </a:p>
      </dgm:t>
    </dgm:pt>
    <dgm:pt modelId="{B1B56CE3-EA1E-4D74-A69A-9F92F18E11C3}">
      <dgm:prSet phldrT="[文本]">
        <dgm:style>
          <a:lnRef idx="3">
            <a:schemeClr val="lt1"/>
          </a:lnRef>
          <a:fillRef idx="1">
            <a:schemeClr val="accent2"/>
          </a:fillRef>
          <a:effectRef idx="1">
            <a:schemeClr val="accent2"/>
          </a:effectRef>
          <a:fontRef idx="minor">
            <a:schemeClr val="lt1"/>
          </a:fontRef>
        </dgm:style>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区域划分</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99D31FDF-261D-42DE-9E8E-FF46627FC591}" type="parTrans" cxnId="{41BA4BB2-EA63-46B4-B368-EB1067407470}">
      <dgm:prSet/>
      <dgm:spPr/>
      <dgm:t>
        <a:bodyPr/>
        <a:lstStyle/>
        <a:p>
          <a:endParaRPr lang="en-US">
            <a:latin typeface="+mn-lt"/>
          </a:endParaRPr>
        </a:p>
      </dgm:t>
    </dgm:pt>
    <dgm:pt modelId="{645E4CD8-1E56-481E-9BFD-5C656BFECC31}" type="sibTrans" cxnId="{41BA4BB2-EA63-46B4-B368-EB1067407470}">
      <dgm:prSet/>
      <dgm:spPr/>
      <dgm:t>
        <a:bodyPr/>
        <a:lstStyle/>
        <a:p>
          <a:endParaRPr lang="en-US">
            <a:latin typeface="+mn-lt"/>
          </a:endParaRPr>
        </a:p>
      </dgm:t>
    </dgm:pt>
    <dgm:pt modelId="{82EA28AC-DE4D-4278-9F4E-6C5DC062C466}">
      <dgm:prSet phldrT="[文本]" custT="1">
        <dgm:style>
          <a:lnRef idx="3">
            <a:schemeClr val="lt1"/>
          </a:lnRef>
          <a:fillRef idx="1">
            <a:schemeClr val="accent1"/>
          </a:fillRef>
          <a:effectRef idx="1">
            <a:schemeClr val="accent1"/>
          </a:effectRef>
          <a:fontRef idx="minor">
            <a:schemeClr val="lt1"/>
          </a:fontRef>
        </dgm:style>
      </dgm:prSet>
      <dgm:spPr>
        <a:xfrm>
          <a:off x="1950350" y="40375"/>
          <a:ext cx="1708341" cy="403200"/>
        </a:xfrm>
        <a:solidFill>
          <a:schemeClr val="accent1"/>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400" b="1" dirty="0">
              <a:solidFill>
                <a:srgbClr val="FFFFFF"/>
              </a:solidFill>
              <a:latin typeface="Arial" panose="020B0604020202020204"/>
              <a:ea typeface="微软雅黑" panose="020B0503020204020204" charset="-122"/>
              <a:cs typeface="+mn-cs"/>
            </a:rPr>
            <a:t>规模估算</a:t>
          </a:r>
          <a:endParaRPr kumimoji="0" lang="en-US" altLang="zh-CN" sz="1400" b="1" dirty="0">
            <a:solidFill>
              <a:srgbClr val="FFFFFF"/>
            </a:solidFill>
            <a:latin typeface="Arial" panose="020B0604020202020204"/>
            <a:ea typeface="微软雅黑" panose="020B0503020204020204" charset="-122"/>
            <a:cs typeface="+mn-cs"/>
          </a:endParaRPr>
        </a:p>
      </dgm:t>
    </dgm:pt>
    <dgm:pt modelId="{479FFB3B-3BF0-4D82-A04A-1977BF458C8E}" type="parTrans" cxnId="{63200073-4374-4DCA-8D76-A87F2C1AB091}">
      <dgm:prSet/>
      <dgm:spPr/>
      <dgm:t>
        <a:bodyPr/>
        <a:lstStyle/>
        <a:p>
          <a:endParaRPr lang="en-US">
            <a:latin typeface="+mn-lt"/>
          </a:endParaRPr>
        </a:p>
      </dgm:t>
    </dgm:pt>
    <dgm:pt modelId="{DA0DAC12-BFC8-4EC5-95C6-E147B59B48F6}" type="sibTrans" cxnId="{63200073-4374-4DCA-8D76-A87F2C1AB091}">
      <dgm:prSet/>
      <dgm:spPr/>
      <dgm:t>
        <a:bodyPr/>
        <a:lstStyle/>
        <a:p>
          <a:endParaRPr lang="en-US">
            <a:latin typeface="+mn-lt"/>
          </a:endParaRPr>
        </a:p>
      </dgm:t>
    </dgm:pt>
    <dgm:pt modelId="{6A8A6D2E-DE7D-4700-B864-E494E86672C3}">
      <dgm:prSet phldrT="[文本]">
        <dgm:style>
          <a:lnRef idx="3">
            <a:schemeClr val="lt1"/>
          </a:lnRef>
          <a:fillRef idx="1">
            <a:schemeClr val="accent1"/>
          </a:fillRef>
          <a:effectRef idx="1">
            <a:schemeClr val="accent1"/>
          </a:effectRef>
          <a:fontRef idx="minor">
            <a:schemeClr val="lt1"/>
          </a:fontRef>
        </dgm:style>
      </dgm:prSet>
      <dgm:spPr>
        <a:xfrm>
          <a:off x="195035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覆盖估算</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8CC3B33E-1CDA-4763-9D08-6BFE32BB0712}" type="parTrans" cxnId="{E4BD578F-83A2-442E-803B-A77AD51FD412}">
      <dgm:prSet/>
      <dgm:spPr/>
      <dgm:t>
        <a:bodyPr/>
        <a:lstStyle/>
        <a:p>
          <a:endParaRPr lang="en-US">
            <a:latin typeface="+mn-lt"/>
          </a:endParaRPr>
        </a:p>
      </dgm:t>
    </dgm:pt>
    <dgm:pt modelId="{71ABAA1E-53DA-4C5A-B312-F84169D59BCA}" type="sibTrans" cxnId="{E4BD578F-83A2-442E-803B-A77AD51FD412}">
      <dgm:prSet/>
      <dgm:spPr/>
      <dgm:t>
        <a:bodyPr/>
        <a:lstStyle/>
        <a:p>
          <a:endParaRPr lang="en-US">
            <a:latin typeface="+mn-lt"/>
          </a:endParaRPr>
        </a:p>
      </dgm:t>
    </dgm:pt>
    <dgm:pt modelId="{CC70D90A-39E3-47BA-814B-3964FDB26A9B}">
      <dgm:prSet phldrT="[文本]" custT="1">
        <dgm:style>
          <a:lnRef idx="3">
            <a:schemeClr val="lt1"/>
          </a:lnRef>
          <a:fillRef idx="1">
            <a:schemeClr val="accent1"/>
          </a:fillRef>
          <a:effectRef idx="1">
            <a:schemeClr val="accent1"/>
          </a:effectRef>
          <a:fontRef idx="minor">
            <a:schemeClr val="lt1"/>
          </a:fontRef>
        </dgm:style>
      </dgm:prSet>
      <dgm:spPr>
        <a:xfrm>
          <a:off x="3897860" y="40375"/>
          <a:ext cx="1708341" cy="403200"/>
        </a:xfrm>
        <a:solidFill>
          <a:srgbClr val="5B9BD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200" b="1" dirty="0">
              <a:solidFill>
                <a:srgbClr val="FFFFFF"/>
              </a:solidFill>
              <a:latin typeface="Arial" panose="020B0604020202020204"/>
              <a:ea typeface="微软雅黑" panose="020B0503020204020204" charset="-122"/>
              <a:cs typeface="+mn-cs"/>
            </a:rPr>
            <a:t>站点</a:t>
          </a:r>
          <a:r>
            <a:rPr kumimoji="0" lang="zh-CN" altLang="en-US" sz="1400" b="1" dirty="0">
              <a:solidFill>
                <a:srgbClr val="FFFFFF"/>
              </a:solidFill>
              <a:latin typeface="Arial" panose="020B0604020202020204"/>
              <a:ea typeface="微软雅黑" panose="020B0503020204020204" charset="-122"/>
              <a:cs typeface="+mn-cs"/>
            </a:rPr>
            <a:t>选择</a:t>
          </a:r>
          <a:endParaRPr kumimoji="0" lang="en-US" altLang="zh-CN" sz="1400" b="1" dirty="0">
            <a:solidFill>
              <a:srgbClr val="FFFFFF"/>
            </a:solidFill>
            <a:latin typeface="Arial" panose="020B0604020202020204"/>
            <a:ea typeface="微软雅黑" panose="020B0503020204020204" charset="-122"/>
            <a:cs typeface="+mn-cs"/>
          </a:endParaRPr>
        </a:p>
      </dgm:t>
    </dgm:pt>
    <dgm:pt modelId="{5BC0BB23-C9EA-4FA3-BF2D-40C5B1DF23F0}" type="parTrans" cxnId="{040C892E-7800-4296-807D-A916B5EE2CC4}">
      <dgm:prSet/>
      <dgm:spPr/>
      <dgm:t>
        <a:bodyPr/>
        <a:lstStyle/>
        <a:p>
          <a:endParaRPr lang="en-US">
            <a:latin typeface="+mn-lt"/>
          </a:endParaRPr>
        </a:p>
      </dgm:t>
    </dgm:pt>
    <dgm:pt modelId="{F4591605-E821-4E23-A5C2-459229C7ADC7}" type="sibTrans" cxnId="{040C892E-7800-4296-807D-A916B5EE2CC4}">
      <dgm:prSet/>
      <dgm:spPr/>
      <dgm:t>
        <a:bodyPr/>
        <a:lstStyle/>
        <a:p>
          <a:endParaRPr lang="en-US">
            <a:latin typeface="+mn-lt"/>
          </a:endParaRPr>
        </a:p>
      </dgm:t>
    </dgm:pt>
    <dgm:pt modelId="{666C99CF-FEAE-4191-9AB5-7E36AC3404CB}">
      <dgm:prSet phldrT="[文本]" custT="1">
        <dgm:style>
          <a:lnRef idx="3">
            <a:schemeClr val="lt1"/>
          </a:lnRef>
          <a:fillRef idx="1">
            <a:schemeClr val="accent1"/>
          </a:fillRef>
          <a:effectRef idx="1">
            <a:schemeClr val="accent1"/>
          </a:effectRef>
          <a:fontRef idx="minor">
            <a:schemeClr val="lt1"/>
          </a:fontRef>
        </dgm:style>
      </dgm:prSet>
      <dgm:spPr>
        <a:xfrm>
          <a:off x="5845370" y="40375"/>
          <a:ext cx="1708341" cy="403200"/>
        </a:xfrm>
        <a:solidFill>
          <a:srgbClr val="5B9BD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400" b="1" dirty="0">
              <a:solidFill>
                <a:srgbClr val="FFFFFF"/>
              </a:solidFill>
              <a:latin typeface="Arial" panose="020B0604020202020204"/>
              <a:ea typeface="微软雅黑" panose="020B0503020204020204" charset="-122"/>
              <a:cs typeface="+mn-cs"/>
            </a:rPr>
            <a:t>规划仿真</a:t>
          </a:r>
          <a:endParaRPr kumimoji="0" lang="en-US" altLang="zh-CN" sz="1400" b="1" dirty="0">
            <a:solidFill>
              <a:srgbClr val="FFFFFF"/>
            </a:solidFill>
            <a:latin typeface="Arial" panose="020B0604020202020204"/>
            <a:ea typeface="微软雅黑" panose="020B0503020204020204" charset="-122"/>
            <a:cs typeface="+mn-cs"/>
          </a:endParaRPr>
        </a:p>
      </dgm:t>
    </dgm:pt>
    <dgm:pt modelId="{A1062653-B7AD-4B13-8AEA-F02AF9E86534}" type="parTrans" cxnId="{134C878C-9667-436A-BA93-A9F1CF29347B}">
      <dgm:prSet/>
      <dgm:spPr/>
      <dgm:t>
        <a:bodyPr/>
        <a:lstStyle/>
        <a:p>
          <a:endParaRPr lang="en-US">
            <a:latin typeface="+mn-lt"/>
          </a:endParaRPr>
        </a:p>
      </dgm:t>
    </dgm:pt>
    <dgm:pt modelId="{34DBDA5E-E525-4961-B5AD-1F9CC5F6021B}" type="sibTrans" cxnId="{134C878C-9667-436A-BA93-A9F1CF29347B}">
      <dgm:prSet/>
      <dgm:spPr/>
      <dgm:t>
        <a:bodyPr/>
        <a:lstStyle/>
        <a:p>
          <a:endParaRPr lang="en-US">
            <a:latin typeface="+mn-lt"/>
          </a:endParaRPr>
        </a:p>
      </dgm:t>
    </dgm:pt>
    <dgm:pt modelId="{BC5E922E-FEB6-492D-9603-A2E80677566D}">
      <dgm:prSet phldrT="[文本]">
        <dgm:style>
          <a:lnRef idx="3">
            <a:schemeClr val="lt1"/>
          </a:lnRef>
          <a:fillRef idx="1">
            <a:schemeClr val="accent1"/>
          </a:fillRef>
          <a:effectRef idx="1">
            <a:schemeClr val="accent1"/>
          </a:effectRef>
          <a:fontRef idx="minor">
            <a:schemeClr val="lt1"/>
          </a:fontRef>
        </dgm:style>
      </dgm:prSet>
      <dgm:spPr>
        <a:xfrm>
          <a:off x="195035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容量估算</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9C1FD123-937A-4F26-8619-7A6A4DFD8C65}" type="parTrans" cxnId="{DB41B7F0-97EF-4C67-8DFC-F7A081E903F2}">
      <dgm:prSet/>
      <dgm:spPr/>
      <dgm:t>
        <a:bodyPr/>
        <a:lstStyle/>
        <a:p>
          <a:endParaRPr lang="en-US">
            <a:latin typeface="+mn-lt"/>
          </a:endParaRPr>
        </a:p>
      </dgm:t>
    </dgm:pt>
    <dgm:pt modelId="{450C1EFC-39D3-4B93-98D3-17561BB37F8B}" type="sibTrans" cxnId="{DB41B7F0-97EF-4C67-8DFC-F7A081E903F2}">
      <dgm:prSet/>
      <dgm:spPr/>
      <dgm:t>
        <a:bodyPr/>
        <a:lstStyle/>
        <a:p>
          <a:endParaRPr lang="en-US">
            <a:latin typeface="+mn-lt"/>
          </a:endParaRPr>
        </a:p>
      </dgm:t>
    </dgm:pt>
    <dgm:pt modelId="{D7C6EEF9-211E-4FA5-8F0F-5B8A5C503AEA}">
      <dgm:prSet phldrT="[文本]">
        <dgm:style>
          <a:lnRef idx="3">
            <a:schemeClr val="lt1"/>
          </a:lnRef>
          <a:fillRef idx="1">
            <a:schemeClr val="accent1"/>
          </a:fillRef>
          <a:effectRef idx="1">
            <a:schemeClr val="accent1"/>
          </a:effectRef>
          <a:fontRef idx="minor">
            <a:schemeClr val="lt1"/>
          </a:fontRef>
        </dgm:style>
      </dgm:prSet>
      <dgm:spPr>
        <a:xfrm>
          <a:off x="389786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站点勘察</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0C0A5BF9-BFFD-4A7B-8B62-9ED22B4BC414}" type="parTrans" cxnId="{CA5F81B1-987D-4646-87F4-0B5ECE94B418}">
      <dgm:prSet/>
      <dgm:spPr/>
      <dgm:t>
        <a:bodyPr/>
        <a:lstStyle/>
        <a:p>
          <a:endParaRPr lang="en-US">
            <a:latin typeface="+mn-lt"/>
          </a:endParaRPr>
        </a:p>
      </dgm:t>
    </dgm:pt>
    <dgm:pt modelId="{560AD399-9A49-467A-B045-C5699C67B335}" type="sibTrans" cxnId="{CA5F81B1-987D-4646-87F4-0B5ECE94B418}">
      <dgm:prSet/>
      <dgm:spPr/>
      <dgm:t>
        <a:bodyPr/>
        <a:lstStyle/>
        <a:p>
          <a:endParaRPr lang="en-US">
            <a:latin typeface="+mn-lt"/>
          </a:endParaRPr>
        </a:p>
      </dgm:t>
    </dgm:pt>
    <dgm:pt modelId="{0B77B1CD-57C5-4E70-AE12-0C2A926FC138}">
      <dgm:prSet phldrT="[文本]">
        <dgm:style>
          <a:lnRef idx="3">
            <a:schemeClr val="lt1"/>
          </a:lnRef>
          <a:fillRef idx="1">
            <a:schemeClr val="accent1"/>
          </a:fillRef>
          <a:effectRef idx="1">
            <a:schemeClr val="accent1"/>
          </a:effectRef>
          <a:fontRef idx="minor">
            <a:schemeClr val="lt1"/>
          </a:fontRef>
        </dgm:style>
      </dgm:prSet>
      <dgm:spPr>
        <a:xfrm>
          <a:off x="389786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站点选择</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1E427C85-3DE3-4D8B-82C1-13CF7B934183}" type="parTrans" cxnId="{FE80427C-A774-42DB-887A-B72A20A5D52D}">
      <dgm:prSet/>
      <dgm:spPr/>
      <dgm:t>
        <a:bodyPr/>
        <a:lstStyle/>
        <a:p>
          <a:endParaRPr lang="en-US">
            <a:latin typeface="+mn-lt"/>
          </a:endParaRPr>
        </a:p>
      </dgm:t>
    </dgm:pt>
    <dgm:pt modelId="{FBB814E7-8F25-41E6-AA80-56C73B5DA95B}" type="sibTrans" cxnId="{FE80427C-A774-42DB-887A-B72A20A5D52D}">
      <dgm:prSet/>
      <dgm:spPr/>
      <dgm:t>
        <a:bodyPr/>
        <a:lstStyle/>
        <a:p>
          <a:endParaRPr lang="en-US">
            <a:latin typeface="+mn-lt"/>
          </a:endParaRPr>
        </a:p>
      </dgm:t>
    </dgm:pt>
    <dgm:pt modelId="{1AE7BD18-16CB-4D8E-95FB-E37FDCAB794B}">
      <dgm:prSet>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solidFill>
              <a:latin typeface="微软雅黑" panose="020B0503020204020204" charset="-122"/>
              <a:ea typeface="微软雅黑" panose="020B0503020204020204" charset="-122"/>
              <a:cs typeface="+mn-cs"/>
            </a:rPr>
            <a:t>容量仿真</a:t>
          </a:r>
          <a:endParaRPr lang="en-US" altLang="zh-CN" i="1" dirty="0">
            <a:solidFill>
              <a:srgbClr val="000000"/>
            </a:solidFill>
            <a:latin typeface="微软雅黑" panose="020B0503020204020204" charset="-122"/>
            <a:ea typeface="微软雅黑" panose="020B0503020204020204" charset="-122"/>
            <a:cs typeface="+mn-cs"/>
          </a:endParaRPr>
        </a:p>
      </dgm:t>
    </dgm:pt>
    <dgm:pt modelId="{51963439-77ED-4508-A2BC-3DDFB2A0395F}" type="parTrans" cxnId="{C4185941-B96E-4C4F-B248-83CC8289CED0}">
      <dgm:prSet/>
      <dgm:spPr/>
      <dgm:t>
        <a:bodyPr/>
        <a:lstStyle/>
        <a:p>
          <a:endParaRPr lang="en-US">
            <a:latin typeface="+mn-lt"/>
          </a:endParaRPr>
        </a:p>
      </dgm:t>
    </dgm:pt>
    <dgm:pt modelId="{33F5748E-90D3-42AE-89A2-17E9918C0888}" type="sibTrans" cxnId="{C4185941-B96E-4C4F-B248-83CC8289CED0}">
      <dgm:prSet/>
      <dgm:spPr/>
      <dgm:t>
        <a:bodyPr/>
        <a:lstStyle/>
        <a:p>
          <a:endParaRPr lang="en-US">
            <a:latin typeface="+mn-lt"/>
          </a:endParaRPr>
        </a:p>
      </dgm:t>
    </dgm:pt>
    <dgm:pt modelId="{32EBFAE0-4C84-48A6-A99C-2F278E51311B}">
      <dgm:prSet phldrT="[文本]">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覆盖仿真</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C8996EA9-C3E7-42A0-A598-BCFEFD961A24}" type="parTrans" cxnId="{9B1DD070-2305-4D49-A740-B9C48B7636AB}">
      <dgm:prSet/>
      <dgm:spPr/>
      <dgm:t>
        <a:bodyPr/>
        <a:lstStyle/>
        <a:p>
          <a:endParaRPr lang="zh-CN" altLang="en-US"/>
        </a:p>
      </dgm:t>
    </dgm:pt>
    <dgm:pt modelId="{5D30E3BD-7ED9-408C-B870-3EE1D9D6F918}" type="sibTrans" cxnId="{9B1DD070-2305-4D49-A740-B9C48B7636AB}">
      <dgm:prSet/>
      <dgm:spPr/>
      <dgm:t>
        <a:bodyPr/>
        <a:lstStyle/>
        <a:p>
          <a:endParaRPr lang="zh-CN" altLang="en-US"/>
        </a:p>
      </dgm:t>
    </dgm:pt>
    <dgm:pt modelId="{C4AB77D3-9F89-45AE-9A86-59385934511E}">
      <dgm:prSet>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solidFill>
              <a:latin typeface="微软雅黑" panose="020B0503020204020204" charset="-122"/>
              <a:ea typeface="微软雅黑" panose="020B0503020204020204" charset="-122"/>
              <a:cs typeface="+mn-cs"/>
            </a:rPr>
            <a:t>无线参数规划</a:t>
          </a:r>
          <a:endParaRPr lang="en-US" altLang="zh-CN" i="1" dirty="0">
            <a:solidFill>
              <a:srgbClr val="000000"/>
            </a:solidFill>
            <a:latin typeface="微软雅黑" panose="020B0503020204020204" charset="-122"/>
            <a:ea typeface="微软雅黑" panose="020B0503020204020204" charset="-122"/>
            <a:cs typeface="+mn-cs"/>
          </a:endParaRPr>
        </a:p>
      </dgm:t>
    </dgm:pt>
    <dgm:pt modelId="{3D51D2C5-BF55-45C9-9C5D-1CD8B14F1A9A}" type="parTrans" cxnId="{5C28FE74-79B6-49E2-B7D6-4B97E0A590E0}">
      <dgm:prSet/>
      <dgm:spPr/>
      <dgm:t>
        <a:bodyPr/>
        <a:lstStyle/>
        <a:p>
          <a:endParaRPr lang="zh-CN" altLang="en-US"/>
        </a:p>
      </dgm:t>
    </dgm:pt>
    <dgm:pt modelId="{8E2106FC-7EBB-458A-8C10-815D3C53E27F}" type="sibTrans" cxnId="{5C28FE74-79B6-49E2-B7D6-4B97E0A590E0}">
      <dgm:prSet/>
      <dgm:spPr/>
      <dgm:t>
        <a:bodyPr/>
        <a:lstStyle/>
        <a:p>
          <a:endParaRPr lang="zh-CN" altLang="en-US"/>
        </a:p>
      </dgm:t>
    </dgm:pt>
    <dgm:pt modelId="{CFFE07A0-06BE-4E37-912F-AF7898E27760}">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话务模型</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D63002C9-A0C9-4DB7-A80F-A8D88A345D58}" type="parTrans" cxnId="{083E6859-FC74-4296-877A-CCDD6946C0E7}">
      <dgm:prSet/>
      <dgm:spPr/>
      <dgm:t>
        <a:bodyPr/>
        <a:lstStyle/>
        <a:p>
          <a:endParaRPr lang="en-US"/>
        </a:p>
      </dgm:t>
    </dgm:pt>
    <dgm:pt modelId="{BD2570D1-0E62-4417-A72C-B5AC427E88F0}" type="sibTrans" cxnId="{083E6859-FC74-4296-877A-CCDD6946C0E7}">
      <dgm:prSet/>
      <dgm:spPr/>
      <dgm:t>
        <a:bodyPr/>
        <a:lstStyle/>
        <a:p>
          <a:endParaRPr lang="en-US"/>
        </a:p>
      </dgm:t>
    </dgm:pt>
    <dgm:pt modelId="{89117B0C-F69A-458B-97C4-FA07EB1C9B7A}">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规划指标要求</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C20181C3-F2DD-4200-9FFC-6ACE75B6F2F9}" type="parTrans" cxnId="{B9E4BB2F-FDD3-4B47-B1C3-5950A8EC08A0}">
      <dgm:prSet/>
      <dgm:spPr/>
      <dgm:t>
        <a:bodyPr/>
        <a:lstStyle/>
        <a:p>
          <a:endParaRPr lang="en-US"/>
        </a:p>
      </dgm:t>
    </dgm:pt>
    <dgm:pt modelId="{A6E3DA5D-D39B-4AE3-AF74-C0B30325B52C}" type="sibTrans" cxnId="{B9E4BB2F-FDD3-4B47-B1C3-5950A8EC08A0}">
      <dgm:prSet/>
      <dgm:spPr/>
      <dgm:t>
        <a:bodyPr/>
        <a:lstStyle/>
        <a:p>
          <a:endParaRPr lang="en-US"/>
        </a:p>
      </dgm:t>
    </dgm:pt>
    <dgm:pt modelId="{424C67EA-E5AD-465C-86AD-8D0825FE3863}">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建网策略</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E54C9D5B-9A36-4251-BD16-1D7B16AD4BAF}" type="parTrans" cxnId="{CF27CACE-BAB8-45F3-8227-9D66360DED29}">
      <dgm:prSet/>
      <dgm:spPr/>
      <dgm:t>
        <a:bodyPr/>
        <a:lstStyle/>
        <a:p>
          <a:endParaRPr lang="en-US"/>
        </a:p>
      </dgm:t>
    </dgm:pt>
    <dgm:pt modelId="{5DA1D505-986D-4D23-9D78-92CDE25ECCF1}" type="sibTrans" cxnId="{CF27CACE-BAB8-45F3-8227-9D66360DED29}">
      <dgm:prSet/>
      <dgm:spPr/>
      <dgm:t>
        <a:bodyPr/>
        <a:lstStyle/>
        <a:p>
          <a:endParaRPr lang="en-US"/>
        </a:p>
      </dgm:t>
    </dgm:pt>
    <dgm:pt modelId="{C80E66BD-CDD9-403A-B209-83DAA085521F}">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备选站点信息</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46715733-9429-4938-B8F0-414D8396C5FA}" type="parTrans" cxnId="{83F81B9D-58A6-4925-B78C-259A5AEC900D}">
      <dgm:prSet/>
      <dgm:spPr/>
      <dgm:t>
        <a:bodyPr/>
        <a:lstStyle/>
        <a:p>
          <a:endParaRPr lang="en-US"/>
        </a:p>
      </dgm:t>
    </dgm:pt>
    <dgm:pt modelId="{3D4F92BF-7B19-40C0-8182-247C9593365B}" type="sibTrans" cxnId="{83F81B9D-58A6-4925-B78C-259A5AEC900D}">
      <dgm:prSet/>
      <dgm:spPr/>
      <dgm:t>
        <a:bodyPr/>
        <a:lstStyle/>
        <a:p>
          <a:endParaRPr lang="en-US"/>
        </a:p>
      </dgm:t>
    </dgm:pt>
    <dgm:pt modelId="{251C42E5-34D2-4889-96B7-EADE956B3B5F}">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其他需求</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EFEC6B2C-CA49-4687-AC51-261BF3F819EC}" type="parTrans" cxnId="{D4F4A58D-25AA-4551-A6C5-11ED0C749C4F}">
      <dgm:prSet/>
      <dgm:spPr/>
      <dgm:t>
        <a:bodyPr/>
        <a:lstStyle/>
        <a:p>
          <a:endParaRPr lang="en-US"/>
        </a:p>
      </dgm:t>
    </dgm:pt>
    <dgm:pt modelId="{260097D6-A539-4F32-B98C-12C126BA3C7B}" type="sibTrans" cxnId="{D4F4A58D-25AA-4551-A6C5-11ED0C749C4F}">
      <dgm:prSet/>
      <dgm:spPr/>
      <dgm:t>
        <a:bodyPr/>
        <a:lstStyle/>
        <a:p>
          <a:endParaRPr lang="en-US"/>
        </a:p>
      </dgm:t>
    </dgm:pt>
    <dgm:pt modelId="{07CB8EDD-C1C6-4DE7-B45D-177EB4955A92}" type="pres">
      <dgm:prSet presAssocID="{EFFDD6B5-CD54-47EA-83D0-8678122D9EB5}" presName="Name0" presStyleCnt="0">
        <dgm:presLayoutVars>
          <dgm:dir/>
          <dgm:animLvl val="lvl"/>
          <dgm:resizeHandles val="exact"/>
        </dgm:presLayoutVars>
      </dgm:prSet>
      <dgm:spPr/>
    </dgm:pt>
    <dgm:pt modelId="{9496F54A-2010-4990-AD43-7E26CE7A3AC6}" type="pres">
      <dgm:prSet presAssocID="{37636048-933D-49C8-AE1D-E22E4F3AB8BF}" presName="composite" presStyleCnt="0"/>
      <dgm:spPr/>
    </dgm:pt>
    <dgm:pt modelId="{55322DE9-2BC1-4DEB-A3E8-071E84495452}" type="pres">
      <dgm:prSet presAssocID="{37636048-933D-49C8-AE1D-E22E4F3AB8BF}" presName="parTx" presStyleLbl="alignNode1" presStyleIdx="0" presStyleCnt="4">
        <dgm:presLayoutVars>
          <dgm:chMax val="0"/>
          <dgm:chPref val="0"/>
          <dgm:bulletEnabled val="1"/>
        </dgm:presLayoutVars>
      </dgm:prSet>
      <dgm:spPr>
        <a:prstGeom prst="rect">
          <a:avLst/>
        </a:prstGeom>
      </dgm:spPr>
    </dgm:pt>
    <dgm:pt modelId="{8EA4B0EB-D5DB-42F4-9AA1-C34E775EA028}" type="pres">
      <dgm:prSet presAssocID="{37636048-933D-49C8-AE1D-E22E4F3AB8BF}" presName="desTx" presStyleLbl="alignAccFollowNode1" presStyleIdx="0" presStyleCnt="4">
        <dgm:presLayoutVars>
          <dgm:bulletEnabled val="1"/>
        </dgm:presLayoutVars>
      </dgm:prSet>
      <dgm:spPr>
        <a:prstGeom prst="rect">
          <a:avLst/>
        </a:prstGeom>
      </dgm:spPr>
    </dgm:pt>
    <dgm:pt modelId="{7E68FC17-5640-44D1-8D42-57AEFCA0E2A0}" type="pres">
      <dgm:prSet presAssocID="{D955E7AA-1E1B-475A-9740-444AE6D180EB}" presName="space" presStyleCnt="0"/>
      <dgm:spPr/>
    </dgm:pt>
    <dgm:pt modelId="{37252B69-A792-4BA5-85CB-34BA0873914B}" type="pres">
      <dgm:prSet presAssocID="{82EA28AC-DE4D-4278-9F4E-6C5DC062C466}" presName="composite" presStyleCnt="0"/>
      <dgm:spPr/>
    </dgm:pt>
    <dgm:pt modelId="{3B62D879-8772-4807-B278-1A5A082B1EB5}" type="pres">
      <dgm:prSet presAssocID="{82EA28AC-DE4D-4278-9F4E-6C5DC062C466}" presName="parTx" presStyleLbl="alignNode1" presStyleIdx="1" presStyleCnt="4">
        <dgm:presLayoutVars>
          <dgm:chMax val="0"/>
          <dgm:chPref val="0"/>
          <dgm:bulletEnabled val="1"/>
        </dgm:presLayoutVars>
      </dgm:prSet>
      <dgm:spPr>
        <a:prstGeom prst="rect">
          <a:avLst/>
        </a:prstGeom>
      </dgm:spPr>
    </dgm:pt>
    <dgm:pt modelId="{5ADA4EC6-49A4-450C-BC07-089563A47E73}" type="pres">
      <dgm:prSet presAssocID="{82EA28AC-DE4D-4278-9F4E-6C5DC062C466}" presName="desTx" presStyleLbl="alignAccFollowNode1" presStyleIdx="1" presStyleCnt="4">
        <dgm:presLayoutVars>
          <dgm:bulletEnabled val="1"/>
        </dgm:presLayoutVars>
      </dgm:prSet>
      <dgm:spPr>
        <a:prstGeom prst="rect">
          <a:avLst/>
        </a:prstGeom>
      </dgm:spPr>
    </dgm:pt>
    <dgm:pt modelId="{995F0C09-D460-4E98-93CD-D8E020151F3B}" type="pres">
      <dgm:prSet presAssocID="{DA0DAC12-BFC8-4EC5-95C6-E147B59B48F6}" presName="space" presStyleCnt="0"/>
      <dgm:spPr/>
    </dgm:pt>
    <dgm:pt modelId="{D8DAF621-EF55-42BE-A2EE-7D231549AED4}" type="pres">
      <dgm:prSet presAssocID="{CC70D90A-39E3-47BA-814B-3964FDB26A9B}" presName="composite" presStyleCnt="0"/>
      <dgm:spPr/>
    </dgm:pt>
    <dgm:pt modelId="{7E7216D8-A67E-47BF-BF0E-9DD82FDBFFD1}" type="pres">
      <dgm:prSet presAssocID="{CC70D90A-39E3-47BA-814B-3964FDB26A9B}" presName="parTx" presStyleLbl="alignNode1" presStyleIdx="2" presStyleCnt="4">
        <dgm:presLayoutVars>
          <dgm:chMax val="0"/>
          <dgm:chPref val="0"/>
          <dgm:bulletEnabled val="1"/>
        </dgm:presLayoutVars>
      </dgm:prSet>
      <dgm:spPr>
        <a:prstGeom prst="rect">
          <a:avLst/>
        </a:prstGeom>
      </dgm:spPr>
    </dgm:pt>
    <dgm:pt modelId="{A37DB530-8C3E-4344-9A6F-0922096F02B0}" type="pres">
      <dgm:prSet presAssocID="{CC70D90A-39E3-47BA-814B-3964FDB26A9B}" presName="desTx" presStyleLbl="alignAccFollowNode1" presStyleIdx="2" presStyleCnt="4">
        <dgm:presLayoutVars>
          <dgm:bulletEnabled val="1"/>
        </dgm:presLayoutVars>
      </dgm:prSet>
      <dgm:spPr>
        <a:prstGeom prst="rect">
          <a:avLst/>
        </a:prstGeom>
      </dgm:spPr>
    </dgm:pt>
    <dgm:pt modelId="{649171EA-A0F2-420F-9FCC-3E46BA7D9AEB}" type="pres">
      <dgm:prSet presAssocID="{F4591605-E821-4E23-A5C2-459229C7ADC7}" presName="space" presStyleCnt="0"/>
      <dgm:spPr/>
    </dgm:pt>
    <dgm:pt modelId="{C156EC2C-9B31-4F78-97CB-EBB88F626DF8}" type="pres">
      <dgm:prSet presAssocID="{666C99CF-FEAE-4191-9AB5-7E36AC3404CB}" presName="composite" presStyleCnt="0"/>
      <dgm:spPr/>
    </dgm:pt>
    <dgm:pt modelId="{7E89018A-6AF0-485F-9157-784198FE410C}" type="pres">
      <dgm:prSet presAssocID="{666C99CF-FEAE-4191-9AB5-7E36AC3404CB}" presName="parTx" presStyleLbl="alignNode1" presStyleIdx="3" presStyleCnt="4">
        <dgm:presLayoutVars>
          <dgm:chMax val="0"/>
          <dgm:chPref val="0"/>
          <dgm:bulletEnabled val="1"/>
        </dgm:presLayoutVars>
      </dgm:prSet>
      <dgm:spPr>
        <a:prstGeom prst="rect">
          <a:avLst/>
        </a:prstGeom>
      </dgm:spPr>
    </dgm:pt>
    <dgm:pt modelId="{305004C0-8805-46D5-80F3-ABBD7F2C54B3}" type="pres">
      <dgm:prSet presAssocID="{666C99CF-FEAE-4191-9AB5-7E36AC3404CB}" presName="desTx" presStyleLbl="alignAccFollowNode1" presStyleIdx="3" presStyleCnt="4">
        <dgm:presLayoutVars>
          <dgm:bulletEnabled val="1"/>
        </dgm:presLayoutVars>
      </dgm:prSet>
      <dgm:spPr>
        <a:prstGeom prst="rect">
          <a:avLst/>
        </a:prstGeom>
      </dgm:spPr>
    </dgm:pt>
  </dgm:ptLst>
  <dgm:cxnLst>
    <dgm:cxn modelId="{84841003-62A1-48E0-9B59-FE876E2E4EAF}" type="presOf" srcId="{BC5E922E-FEB6-492D-9603-A2E80677566D}" destId="{5ADA4EC6-49A4-450C-BC07-089563A47E73}" srcOrd="0" destOrd="1" presId="urn:microsoft.com/office/officeart/2005/8/layout/hList1"/>
    <dgm:cxn modelId="{E20B8C09-1666-4CC7-8908-7947EC16419B}" type="presOf" srcId="{666C99CF-FEAE-4191-9AB5-7E36AC3404CB}" destId="{7E89018A-6AF0-485F-9157-784198FE410C}" srcOrd="0" destOrd="0" presId="urn:microsoft.com/office/officeart/2005/8/layout/hList1"/>
    <dgm:cxn modelId="{04669F1C-2DE6-4F4C-86A5-5C934F87E027}" type="presOf" srcId="{1AE7BD18-16CB-4D8E-95FB-E37FDCAB794B}" destId="{305004C0-8805-46D5-80F3-ABBD7F2C54B3}" srcOrd="0" destOrd="1" presId="urn:microsoft.com/office/officeart/2005/8/layout/hList1"/>
    <dgm:cxn modelId="{79DE6620-3060-436E-A47C-B5D2CFA3BCC1}" type="presOf" srcId="{37636048-933D-49C8-AE1D-E22E4F3AB8BF}" destId="{55322DE9-2BC1-4DEB-A3E8-071E84495452}" srcOrd="0" destOrd="0" presId="urn:microsoft.com/office/officeart/2005/8/layout/hList1"/>
    <dgm:cxn modelId="{040C892E-7800-4296-807D-A916B5EE2CC4}" srcId="{EFFDD6B5-CD54-47EA-83D0-8678122D9EB5}" destId="{CC70D90A-39E3-47BA-814B-3964FDB26A9B}" srcOrd="2" destOrd="0" parTransId="{5BC0BB23-C9EA-4FA3-BF2D-40C5B1DF23F0}" sibTransId="{F4591605-E821-4E23-A5C2-459229C7ADC7}"/>
    <dgm:cxn modelId="{B9E4BB2F-FDD3-4B47-B1C3-5950A8EC08A0}" srcId="{37636048-933D-49C8-AE1D-E22E4F3AB8BF}" destId="{89117B0C-F69A-458B-97C4-FA07EB1C9B7A}" srcOrd="2" destOrd="0" parTransId="{C20181C3-F2DD-4200-9FFC-6ACE75B6F2F9}" sibTransId="{A6E3DA5D-D39B-4AE3-AF74-C0B30325B52C}"/>
    <dgm:cxn modelId="{D8643630-3D13-48DF-B192-4CA5CD141710}" type="presOf" srcId="{CC70D90A-39E3-47BA-814B-3964FDB26A9B}" destId="{7E7216D8-A67E-47BF-BF0E-9DD82FDBFFD1}" srcOrd="0" destOrd="0" presId="urn:microsoft.com/office/officeart/2005/8/layout/hList1"/>
    <dgm:cxn modelId="{9E892031-C01C-4488-8700-768F7E27945B}" srcId="{EFFDD6B5-CD54-47EA-83D0-8678122D9EB5}" destId="{37636048-933D-49C8-AE1D-E22E4F3AB8BF}" srcOrd="0" destOrd="0" parTransId="{18C9CC34-E1BC-466D-81B5-B1FA6A1B8099}" sibTransId="{D955E7AA-1E1B-475A-9740-444AE6D180EB}"/>
    <dgm:cxn modelId="{B6755035-1DCF-4C1F-ABAB-BEB771CE24CF}" type="presOf" srcId="{82EA28AC-DE4D-4278-9F4E-6C5DC062C466}" destId="{3B62D879-8772-4807-B278-1A5A082B1EB5}" srcOrd="0" destOrd="0" presId="urn:microsoft.com/office/officeart/2005/8/layout/hList1"/>
    <dgm:cxn modelId="{ABEEE038-A776-4556-822A-D662B5200702}" type="presOf" srcId="{89117B0C-F69A-458B-97C4-FA07EB1C9B7A}" destId="{8EA4B0EB-D5DB-42F4-9AA1-C34E775EA028}" srcOrd="0" destOrd="2" presId="urn:microsoft.com/office/officeart/2005/8/layout/hList1"/>
    <dgm:cxn modelId="{4FE8463A-541A-4A9C-845B-6B7EEAC05F28}" type="presOf" srcId="{424C67EA-E5AD-465C-86AD-8D0825FE3863}" destId="{8EA4B0EB-D5DB-42F4-9AA1-C34E775EA028}" srcOrd="0" destOrd="3" presId="urn:microsoft.com/office/officeart/2005/8/layout/hList1"/>
    <dgm:cxn modelId="{52BA1940-D659-4DF9-B050-048351B9A759}" type="presOf" srcId="{CFFE07A0-06BE-4E37-912F-AF7898E27760}" destId="{8EA4B0EB-D5DB-42F4-9AA1-C34E775EA028}" srcOrd="0" destOrd="1" presId="urn:microsoft.com/office/officeart/2005/8/layout/hList1"/>
    <dgm:cxn modelId="{C4185941-B96E-4C4F-B248-83CC8289CED0}" srcId="{666C99CF-FEAE-4191-9AB5-7E36AC3404CB}" destId="{1AE7BD18-16CB-4D8E-95FB-E37FDCAB794B}" srcOrd="1" destOrd="0" parTransId="{51963439-77ED-4508-A2BC-3DDFB2A0395F}" sibTransId="{33F5748E-90D3-42AE-89A2-17E9918C0888}"/>
    <dgm:cxn modelId="{6D936B45-FB9F-481D-B3B9-E58271DF2468}" type="presOf" srcId="{EFFDD6B5-CD54-47EA-83D0-8678122D9EB5}" destId="{07CB8EDD-C1C6-4DE7-B45D-177EB4955A92}" srcOrd="0" destOrd="0" presId="urn:microsoft.com/office/officeart/2005/8/layout/hList1"/>
    <dgm:cxn modelId="{81764769-F4D3-422E-84CA-59F073D35E26}" type="presOf" srcId="{32EBFAE0-4C84-48A6-A99C-2F278E51311B}" destId="{305004C0-8805-46D5-80F3-ABBD7F2C54B3}" srcOrd="0" destOrd="0" presId="urn:microsoft.com/office/officeart/2005/8/layout/hList1"/>
    <dgm:cxn modelId="{9B1DD070-2305-4D49-A740-B9C48B7636AB}" srcId="{666C99CF-FEAE-4191-9AB5-7E36AC3404CB}" destId="{32EBFAE0-4C84-48A6-A99C-2F278E51311B}" srcOrd="0" destOrd="0" parTransId="{C8996EA9-C3E7-42A0-A598-BCFEFD961A24}" sibTransId="{5D30E3BD-7ED9-408C-B870-3EE1D9D6F918}"/>
    <dgm:cxn modelId="{63200073-4374-4DCA-8D76-A87F2C1AB091}" srcId="{EFFDD6B5-CD54-47EA-83D0-8678122D9EB5}" destId="{82EA28AC-DE4D-4278-9F4E-6C5DC062C466}" srcOrd="1" destOrd="0" parTransId="{479FFB3B-3BF0-4D82-A04A-1977BF458C8E}" sibTransId="{DA0DAC12-BFC8-4EC5-95C6-E147B59B48F6}"/>
    <dgm:cxn modelId="{5C28FE74-79B6-49E2-B7D6-4B97E0A590E0}" srcId="{666C99CF-FEAE-4191-9AB5-7E36AC3404CB}" destId="{C4AB77D3-9F89-45AE-9A86-59385934511E}" srcOrd="2" destOrd="0" parTransId="{3D51D2C5-BF55-45C9-9C5D-1CD8B14F1A9A}" sibTransId="{8E2106FC-7EBB-458A-8C10-815D3C53E27F}"/>
    <dgm:cxn modelId="{083E6859-FC74-4296-877A-CCDD6946C0E7}" srcId="{37636048-933D-49C8-AE1D-E22E4F3AB8BF}" destId="{CFFE07A0-06BE-4E37-912F-AF7898E27760}" srcOrd="1" destOrd="0" parTransId="{D63002C9-A0C9-4DB7-A80F-A8D88A345D58}" sibTransId="{BD2570D1-0E62-4417-A72C-B5AC427E88F0}"/>
    <dgm:cxn modelId="{FE80427C-A774-42DB-887A-B72A20A5D52D}" srcId="{CC70D90A-39E3-47BA-814B-3964FDB26A9B}" destId="{0B77B1CD-57C5-4E70-AE12-0C2A926FC138}" srcOrd="1" destOrd="0" parTransId="{1E427C85-3DE3-4D8B-82C1-13CF7B934183}" sibTransId="{FBB814E7-8F25-41E6-AA80-56C73B5DA95B}"/>
    <dgm:cxn modelId="{134C878C-9667-436A-BA93-A9F1CF29347B}" srcId="{EFFDD6B5-CD54-47EA-83D0-8678122D9EB5}" destId="{666C99CF-FEAE-4191-9AB5-7E36AC3404CB}" srcOrd="3" destOrd="0" parTransId="{A1062653-B7AD-4B13-8AEA-F02AF9E86534}" sibTransId="{34DBDA5E-E525-4961-B5AD-1F9CC5F6021B}"/>
    <dgm:cxn modelId="{D4F4A58D-25AA-4551-A6C5-11ED0C749C4F}" srcId="{37636048-933D-49C8-AE1D-E22E4F3AB8BF}" destId="{251C42E5-34D2-4889-96B7-EADE956B3B5F}" srcOrd="5" destOrd="0" parTransId="{EFEC6B2C-CA49-4687-AC51-261BF3F819EC}" sibTransId="{260097D6-A539-4F32-B98C-12C126BA3C7B}"/>
    <dgm:cxn modelId="{E4BD578F-83A2-442E-803B-A77AD51FD412}" srcId="{82EA28AC-DE4D-4278-9F4E-6C5DC062C466}" destId="{6A8A6D2E-DE7D-4700-B864-E494E86672C3}" srcOrd="0" destOrd="0" parTransId="{8CC3B33E-1CDA-4763-9D08-6BFE32BB0712}" sibTransId="{71ABAA1E-53DA-4C5A-B312-F84169D59BCA}"/>
    <dgm:cxn modelId="{83F81B9D-58A6-4925-B78C-259A5AEC900D}" srcId="{37636048-933D-49C8-AE1D-E22E4F3AB8BF}" destId="{C80E66BD-CDD9-403A-B209-83DAA085521F}" srcOrd="4" destOrd="0" parTransId="{46715733-9429-4938-B8F0-414D8396C5FA}" sibTransId="{3D4F92BF-7B19-40C0-8182-247C9593365B}"/>
    <dgm:cxn modelId="{77E272A1-39D6-4DEE-B9CE-157DFB5E4B38}" type="presOf" srcId="{C4AB77D3-9F89-45AE-9A86-59385934511E}" destId="{305004C0-8805-46D5-80F3-ABBD7F2C54B3}" srcOrd="0" destOrd="2" presId="urn:microsoft.com/office/officeart/2005/8/layout/hList1"/>
    <dgm:cxn modelId="{5E2520A5-FD2E-4E92-8901-35696B231A9C}" type="presOf" srcId="{6A8A6D2E-DE7D-4700-B864-E494E86672C3}" destId="{5ADA4EC6-49A4-450C-BC07-089563A47E73}" srcOrd="0" destOrd="0" presId="urn:microsoft.com/office/officeart/2005/8/layout/hList1"/>
    <dgm:cxn modelId="{223AFFAE-CC04-4528-BCB5-46AD1B40D1CD}" type="presOf" srcId="{B1B56CE3-EA1E-4D74-A69A-9F92F18E11C3}" destId="{8EA4B0EB-D5DB-42F4-9AA1-C34E775EA028}" srcOrd="0" destOrd="0" presId="urn:microsoft.com/office/officeart/2005/8/layout/hList1"/>
    <dgm:cxn modelId="{CA5F81B1-987D-4646-87F4-0B5ECE94B418}" srcId="{CC70D90A-39E3-47BA-814B-3964FDB26A9B}" destId="{D7C6EEF9-211E-4FA5-8F0F-5B8A5C503AEA}" srcOrd="0" destOrd="0" parTransId="{0C0A5BF9-BFFD-4A7B-8B62-9ED22B4BC414}" sibTransId="{560AD399-9A49-467A-B045-C5699C67B335}"/>
    <dgm:cxn modelId="{41BA4BB2-EA63-46B4-B368-EB1067407470}" srcId="{37636048-933D-49C8-AE1D-E22E4F3AB8BF}" destId="{B1B56CE3-EA1E-4D74-A69A-9F92F18E11C3}" srcOrd="0" destOrd="0" parTransId="{99D31FDF-261D-42DE-9E8E-FF46627FC591}" sibTransId="{645E4CD8-1E56-481E-9BFD-5C656BFECC31}"/>
    <dgm:cxn modelId="{662247B3-8D2E-4CD8-ACE3-C8F4AF962EE0}" type="presOf" srcId="{C80E66BD-CDD9-403A-B209-83DAA085521F}" destId="{8EA4B0EB-D5DB-42F4-9AA1-C34E775EA028}" srcOrd="0" destOrd="4" presId="urn:microsoft.com/office/officeart/2005/8/layout/hList1"/>
    <dgm:cxn modelId="{C25A67BD-0348-48AE-81BC-4F4142A82103}" type="presOf" srcId="{D7C6EEF9-211E-4FA5-8F0F-5B8A5C503AEA}" destId="{A37DB530-8C3E-4344-9A6F-0922096F02B0}" srcOrd="0" destOrd="0" presId="urn:microsoft.com/office/officeart/2005/8/layout/hList1"/>
    <dgm:cxn modelId="{CF27CACE-BAB8-45F3-8227-9D66360DED29}" srcId="{37636048-933D-49C8-AE1D-E22E4F3AB8BF}" destId="{424C67EA-E5AD-465C-86AD-8D0825FE3863}" srcOrd="3" destOrd="0" parTransId="{E54C9D5B-9A36-4251-BD16-1D7B16AD4BAF}" sibTransId="{5DA1D505-986D-4D23-9D78-92CDE25ECCF1}"/>
    <dgm:cxn modelId="{B55039DC-624A-4101-9955-2EA29A917ACD}" type="presOf" srcId="{251C42E5-34D2-4889-96B7-EADE956B3B5F}" destId="{8EA4B0EB-D5DB-42F4-9AA1-C34E775EA028}" srcOrd="0" destOrd="5" presId="urn:microsoft.com/office/officeart/2005/8/layout/hList1"/>
    <dgm:cxn modelId="{1527F7DD-8B35-4D8E-A51A-CA34C520CAFC}" type="presOf" srcId="{0B77B1CD-57C5-4E70-AE12-0C2A926FC138}" destId="{A37DB530-8C3E-4344-9A6F-0922096F02B0}" srcOrd="0" destOrd="1" presId="urn:microsoft.com/office/officeart/2005/8/layout/hList1"/>
    <dgm:cxn modelId="{DB41B7F0-97EF-4C67-8DFC-F7A081E903F2}" srcId="{82EA28AC-DE4D-4278-9F4E-6C5DC062C466}" destId="{BC5E922E-FEB6-492D-9603-A2E80677566D}" srcOrd="1" destOrd="0" parTransId="{9C1FD123-937A-4F26-8619-7A6A4DFD8C65}" sibTransId="{450C1EFC-39D3-4B93-98D3-17561BB37F8B}"/>
    <dgm:cxn modelId="{8C4F52E8-AB1A-42B3-B978-769A16F65BD2}" type="presParOf" srcId="{07CB8EDD-C1C6-4DE7-B45D-177EB4955A92}" destId="{9496F54A-2010-4990-AD43-7E26CE7A3AC6}" srcOrd="0" destOrd="0" presId="urn:microsoft.com/office/officeart/2005/8/layout/hList1"/>
    <dgm:cxn modelId="{8EE86FBC-40F6-42BE-BE90-44BFC6FB389C}" type="presParOf" srcId="{9496F54A-2010-4990-AD43-7E26CE7A3AC6}" destId="{55322DE9-2BC1-4DEB-A3E8-071E84495452}" srcOrd="0" destOrd="0" presId="urn:microsoft.com/office/officeart/2005/8/layout/hList1"/>
    <dgm:cxn modelId="{12724945-CAF9-412F-8B9A-16A0C7629BF0}" type="presParOf" srcId="{9496F54A-2010-4990-AD43-7E26CE7A3AC6}" destId="{8EA4B0EB-D5DB-42F4-9AA1-C34E775EA028}" srcOrd="1" destOrd="0" presId="urn:microsoft.com/office/officeart/2005/8/layout/hList1"/>
    <dgm:cxn modelId="{36E2D847-FEC6-41B7-8FFF-E9649AAB2EF3}" type="presParOf" srcId="{07CB8EDD-C1C6-4DE7-B45D-177EB4955A92}" destId="{7E68FC17-5640-44D1-8D42-57AEFCA0E2A0}" srcOrd="1" destOrd="0" presId="urn:microsoft.com/office/officeart/2005/8/layout/hList1"/>
    <dgm:cxn modelId="{D18A3C02-F91F-49CB-8ABB-881A03C9F938}" type="presParOf" srcId="{07CB8EDD-C1C6-4DE7-B45D-177EB4955A92}" destId="{37252B69-A792-4BA5-85CB-34BA0873914B}" srcOrd="2" destOrd="0" presId="urn:microsoft.com/office/officeart/2005/8/layout/hList1"/>
    <dgm:cxn modelId="{D42207CE-1BEA-43B1-B440-9D4FF021BDB3}" type="presParOf" srcId="{37252B69-A792-4BA5-85CB-34BA0873914B}" destId="{3B62D879-8772-4807-B278-1A5A082B1EB5}" srcOrd="0" destOrd="0" presId="urn:microsoft.com/office/officeart/2005/8/layout/hList1"/>
    <dgm:cxn modelId="{6B3FA844-B6CB-43C7-886C-C4CA7A8E85E4}" type="presParOf" srcId="{37252B69-A792-4BA5-85CB-34BA0873914B}" destId="{5ADA4EC6-49A4-450C-BC07-089563A47E73}" srcOrd="1" destOrd="0" presId="urn:microsoft.com/office/officeart/2005/8/layout/hList1"/>
    <dgm:cxn modelId="{E0D3EFF0-7689-4887-A3FB-B455E68AB712}" type="presParOf" srcId="{07CB8EDD-C1C6-4DE7-B45D-177EB4955A92}" destId="{995F0C09-D460-4E98-93CD-D8E020151F3B}" srcOrd="3" destOrd="0" presId="urn:microsoft.com/office/officeart/2005/8/layout/hList1"/>
    <dgm:cxn modelId="{3CB7F067-F913-40FE-8208-51A61336A01E}" type="presParOf" srcId="{07CB8EDD-C1C6-4DE7-B45D-177EB4955A92}" destId="{D8DAF621-EF55-42BE-A2EE-7D231549AED4}" srcOrd="4" destOrd="0" presId="urn:microsoft.com/office/officeart/2005/8/layout/hList1"/>
    <dgm:cxn modelId="{70110896-19AF-4295-A4B9-4F50A933AD12}" type="presParOf" srcId="{D8DAF621-EF55-42BE-A2EE-7D231549AED4}" destId="{7E7216D8-A67E-47BF-BF0E-9DD82FDBFFD1}" srcOrd="0" destOrd="0" presId="urn:microsoft.com/office/officeart/2005/8/layout/hList1"/>
    <dgm:cxn modelId="{BEBEE477-37D0-4AAE-A002-569EE183A125}" type="presParOf" srcId="{D8DAF621-EF55-42BE-A2EE-7D231549AED4}" destId="{A37DB530-8C3E-4344-9A6F-0922096F02B0}" srcOrd="1" destOrd="0" presId="urn:microsoft.com/office/officeart/2005/8/layout/hList1"/>
    <dgm:cxn modelId="{1A0EEAA0-309C-4CE5-BEB9-ED98C17520F6}" type="presParOf" srcId="{07CB8EDD-C1C6-4DE7-B45D-177EB4955A92}" destId="{649171EA-A0F2-420F-9FCC-3E46BA7D9AEB}" srcOrd="5" destOrd="0" presId="urn:microsoft.com/office/officeart/2005/8/layout/hList1"/>
    <dgm:cxn modelId="{3CE220AE-3D0E-42D5-AFA8-4273F319C454}" type="presParOf" srcId="{07CB8EDD-C1C6-4DE7-B45D-177EB4955A92}" destId="{C156EC2C-9B31-4F78-97CB-EBB88F626DF8}" srcOrd="6" destOrd="0" presId="urn:microsoft.com/office/officeart/2005/8/layout/hList1"/>
    <dgm:cxn modelId="{8A0827F0-626C-4EB8-BFCE-251F23EE0E32}" type="presParOf" srcId="{C156EC2C-9B31-4F78-97CB-EBB88F626DF8}" destId="{7E89018A-6AF0-485F-9157-784198FE410C}" srcOrd="0" destOrd="0" presId="urn:microsoft.com/office/officeart/2005/8/layout/hList1"/>
    <dgm:cxn modelId="{AA56DBD3-4070-4056-9CE6-CCFD408CD338}" type="presParOf" srcId="{C156EC2C-9B31-4F78-97CB-EBB88F626DF8}" destId="{305004C0-8805-46D5-80F3-ABBD7F2C54B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FDD6B5-CD54-47EA-83D0-8678122D9EB5}" type="doc">
      <dgm:prSet loTypeId="urn:microsoft.com/office/officeart/2005/8/layout/hList1" loCatId="list" qsTypeId="urn:microsoft.com/office/officeart/2005/8/quickstyle/simple1#2" qsCatId="simple" csTypeId="urn:microsoft.com/office/officeart/2005/8/colors/accent1_2#2" csCatId="accent1" phldr="1"/>
      <dgm:spPr/>
      <dgm:t>
        <a:bodyPr/>
        <a:lstStyle/>
        <a:p>
          <a:endParaRPr lang="en-US"/>
        </a:p>
      </dgm:t>
    </dgm:pt>
    <dgm:pt modelId="{37636048-933D-49C8-AE1D-E22E4F3AB8BF}">
      <dgm:prSet phldrT="[文本]" custT="1">
        <dgm:style>
          <a:lnRef idx="3">
            <a:schemeClr val="lt1"/>
          </a:lnRef>
          <a:fillRef idx="1">
            <a:schemeClr val="accent1"/>
          </a:fillRef>
          <a:effectRef idx="1">
            <a:schemeClr val="accent1"/>
          </a:effectRef>
          <a:fontRef idx="minor">
            <a:schemeClr val="lt1"/>
          </a:fontRef>
        </dgm:style>
      </dgm:prSet>
      <dgm:spPr>
        <a:xfrm>
          <a:off x="2841" y="40375"/>
          <a:ext cx="1708341" cy="403200"/>
        </a:xfrm>
        <a:solidFill>
          <a:schemeClr val="accent1"/>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sz="1400" b="1">
              <a:solidFill>
                <a:srgbClr val="FFFFFF"/>
              </a:solidFill>
              <a:latin typeface="微软雅黑" panose="020B0503020204020204" charset="-122"/>
              <a:ea typeface="微软雅黑" panose="020B0503020204020204" charset="-122"/>
              <a:cs typeface="+mn-cs"/>
            </a:rPr>
            <a:t>需求分析</a:t>
          </a:r>
          <a:endParaRPr lang="en-US" sz="1400" b="1" dirty="0">
            <a:solidFill>
              <a:srgbClr val="FFFFFF"/>
            </a:solidFill>
            <a:latin typeface="微软雅黑" panose="020B0503020204020204" charset="-122"/>
            <a:ea typeface="微软雅黑" panose="020B0503020204020204" charset="-122"/>
            <a:cs typeface="+mn-cs"/>
          </a:endParaRPr>
        </a:p>
      </dgm:t>
    </dgm:pt>
    <dgm:pt modelId="{18C9CC34-E1BC-466D-81B5-B1FA6A1B8099}" type="parTrans" cxnId="{9E892031-C01C-4488-8700-768F7E27945B}">
      <dgm:prSet/>
      <dgm:spPr/>
      <dgm:t>
        <a:bodyPr/>
        <a:lstStyle/>
        <a:p>
          <a:endParaRPr lang="en-US">
            <a:latin typeface="+mn-lt"/>
          </a:endParaRPr>
        </a:p>
      </dgm:t>
    </dgm:pt>
    <dgm:pt modelId="{D955E7AA-1E1B-475A-9740-444AE6D180EB}" type="sibTrans" cxnId="{9E892031-C01C-4488-8700-768F7E27945B}">
      <dgm:prSet/>
      <dgm:spPr/>
      <dgm:t>
        <a:bodyPr/>
        <a:lstStyle/>
        <a:p>
          <a:endParaRPr lang="en-US">
            <a:latin typeface="+mn-lt"/>
          </a:endParaRPr>
        </a:p>
      </dgm:t>
    </dgm:pt>
    <dgm:pt modelId="{B1B56CE3-EA1E-4D74-A69A-9F92F18E11C3}">
      <dgm:prSet phldrT="[文本]">
        <dgm:style>
          <a:lnRef idx="3">
            <a:schemeClr val="lt1"/>
          </a:lnRef>
          <a:fillRef idx="1">
            <a:schemeClr val="accent2"/>
          </a:fillRef>
          <a:effectRef idx="1">
            <a:schemeClr val="accent2"/>
          </a:effectRef>
          <a:fontRef idx="minor">
            <a:schemeClr val="lt1"/>
          </a:fontRef>
        </dgm:style>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区域划分</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99D31FDF-261D-42DE-9E8E-FF46627FC591}" type="parTrans" cxnId="{41BA4BB2-EA63-46B4-B368-EB1067407470}">
      <dgm:prSet/>
      <dgm:spPr/>
      <dgm:t>
        <a:bodyPr/>
        <a:lstStyle/>
        <a:p>
          <a:endParaRPr lang="en-US">
            <a:latin typeface="+mn-lt"/>
          </a:endParaRPr>
        </a:p>
      </dgm:t>
    </dgm:pt>
    <dgm:pt modelId="{645E4CD8-1E56-481E-9BFD-5C656BFECC31}" type="sibTrans" cxnId="{41BA4BB2-EA63-46B4-B368-EB1067407470}">
      <dgm:prSet/>
      <dgm:spPr/>
      <dgm:t>
        <a:bodyPr/>
        <a:lstStyle/>
        <a:p>
          <a:endParaRPr lang="en-US">
            <a:latin typeface="+mn-lt"/>
          </a:endParaRPr>
        </a:p>
      </dgm:t>
    </dgm:pt>
    <dgm:pt modelId="{82EA28AC-DE4D-4278-9F4E-6C5DC062C466}">
      <dgm:prSet phldrT="[文本]" custT="1">
        <dgm:style>
          <a:lnRef idx="3">
            <a:schemeClr val="lt1"/>
          </a:lnRef>
          <a:fillRef idx="1">
            <a:schemeClr val="accent1"/>
          </a:fillRef>
          <a:effectRef idx="1">
            <a:schemeClr val="accent1"/>
          </a:effectRef>
          <a:fontRef idx="minor">
            <a:schemeClr val="lt1"/>
          </a:fontRef>
        </dgm:style>
      </dgm:prSet>
      <dgm:spPr>
        <a:xfrm>
          <a:off x="1950350" y="40375"/>
          <a:ext cx="1708341" cy="403200"/>
        </a:xfrm>
        <a:solidFill>
          <a:schemeClr val="accent1"/>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400" b="1" dirty="0">
              <a:solidFill>
                <a:srgbClr val="FFFFFF"/>
              </a:solidFill>
              <a:latin typeface="Arial" panose="020B0604020202020204"/>
              <a:ea typeface="微软雅黑" panose="020B0503020204020204" charset="-122"/>
              <a:cs typeface="+mn-cs"/>
            </a:rPr>
            <a:t>规模估算</a:t>
          </a:r>
          <a:endParaRPr kumimoji="0" lang="en-US" altLang="zh-CN" sz="1400" b="1" dirty="0">
            <a:solidFill>
              <a:srgbClr val="FFFFFF"/>
            </a:solidFill>
            <a:latin typeface="Arial" panose="020B0604020202020204"/>
            <a:ea typeface="微软雅黑" panose="020B0503020204020204" charset="-122"/>
            <a:cs typeface="+mn-cs"/>
          </a:endParaRPr>
        </a:p>
      </dgm:t>
    </dgm:pt>
    <dgm:pt modelId="{479FFB3B-3BF0-4D82-A04A-1977BF458C8E}" type="parTrans" cxnId="{63200073-4374-4DCA-8D76-A87F2C1AB091}">
      <dgm:prSet/>
      <dgm:spPr/>
      <dgm:t>
        <a:bodyPr/>
        <a:lstStyle/>
        <a:p>
          <a:endParaRPr lang="en-US">
            <a:latin typeface="+mn-lt"/>
          </a:endParaRPr>
        </a:p>
      </dgm:t>
    </dgm:pt>
    <dgm:pt modelId="{DA0DAC12-BFC8-4EC5-95C6-E147B59B48F6}" type="sibTrans" cxnId="{63200073-4374-4DCA-8D76-A87F2C1AB091}">
      <dgm:prSet/>
      <dgm:spPr/>
      <dgm:t>
        <a:bodyPr/>
        <a:lstStyle/>
        <a:p>
          <a:endParaRPr lang="en-US">
            <a:latin typeface="+mn-lt"/>
          </a:endParaRPr>
        </a:p>
      </dgm:t>
    </dgm:pt>
    <dgm:pt modelId="{6A8A6D2E-DE7D-4700-B864-E494E86672C3}">
      <dgm:prSet phldrT="[文本]">
        <dgm:style>
          <a:lnRef idx="3">
            <a:schemeClr val="lt1"/>
          </a:lnRef>
          <a:fillRef idx="1">
            <a:schemeClr val="accent1"/>
          </a:fillRef>
          <a:effectRef idx="1">
            <a:schemeClr val="accent1"/>
          </a:effectRef>
          <a:fontRef idx="minor">
            <a:schemeClr val="lt1"/>
          </a:fontRef>
        </dgm:style>
      </dgm:prSet>
      <dgm:spPr>
        <a:xfrm>
          <a:off x="195035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覆盖估算</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8CC3B33E-1CDA-4763-9D08-6BFE32BB0712}" type="parTrans" cxnId="{E4BD578F-83A2-442E-803B-A77AD51FD412}">
      <dgm:prSet/>
      <dgm:spPr/>
      <dgm:t>
        <a:bodyPr/>
        <a:lstStyle/>
        <a:p>
          <a:endParaRPr lang="en-US">
            <a:latin typeface="+mn-lt"/>
          </a:endParaRPr>
        </a:p>
      </dgm:t>
    </dgm:pt>
    <dgm:pt modelId="{71ABAA1E-53DA-4C5A-B312-F84169D59BCA}" type="sibTrans" cxnId="{E4BD578F-83A2-442E-803B-A77AD51FD412}">
      <dgm:prSet/>
      <dgm:spPr/>
      <dgm:t>
        <a:bodyPr/>
        <a:lstStyle/>
        <a:p>
          <a:endParaRPr lang="en-US">
            <a:latin typeface="+mn-lt"/>
          </a:endParaRPr>
        </a:p>
      </dgm:t>
    </dgm:pt>
    <dgm:pt modelId="{CC70D90A-39E3-47BA-814B-3964FDB26A9B}">
      <dgm:prSet phldrT="[文本]" custT="1">
        <dgm:style>
          <a:lnRef idx="3">
            <a:schemeClr val="lt1"/>
          </a:lnRef>
          <a:fillRef idx="1">
            <a:schemeClr val="accent1"/>
          </a:fillRef>
          <a:effectRef idx="1">
            <a:schemeClr val="accent1"/>
          </a:effectRef>
          <a:fontRef idx="minor">
            <a:schemeClr val="lt1"/>
          </a:fontRef>
        </dgm:style>
      </dgm:prSet>
      <dgm:spPr>
        <a:xfrm>
          <a:off x="3897860" y="40375"/>
          <a:ext cx="1708341" cy="403200"/>
        </a:xfrm>
        <a:solidFill>
          <a:srgbClr val="5B9BD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200" b="1" dirty="0">
              <a:solidFill>
                <a:srgbClr val="FFFFFF"/>
              </a:solidFill>
              <a:latin typeface="Arial" panose="020B0604020202020204"/>
              <a:ea typeface="微软雅黑" panose="020B0503020204020204" charset="-122"/>
              <a:cs typeface="+mn-cs"/>
            </a:rPr>
            <a:t>站点</a:t>
          </a:r>
          <a:r>
            <a:rPr kumimoji="0" lang="zh-CN" altLang="en-US" sz="1400" b="1" dirty="0">
              <a:solidFill>
                <a:srgbClr val="FFFFFF"/>
              </a:solidFill>
              <a:latin typeface="Arial" panose="020B0604020202020204"/>
              <a:ea typeface="微软雅黑" panose="020B0503020204020204" charset="-122"/>
              <a:cs typeface="+mn-cs"/>
            </a:rPr>
            <a:t>选择</a:t>
          </a:r>
          <a:endParaRPr kumimoji="0" lang="en-US" altLang="zh-CN" sz="1400" b="1" dirty="0">
            <a:solidFill>
              <a:srgbClr val="FFFFFF"/>
            </a:solidFill>
            <a:latin typeface="Arial" panose="020B0604020202020204"/>
            <a:ea typeface="微软雅黑" panose="020B0503020204020204" charset="-122"/>
            <a:cs typeface="+mn-cs"/>
          </a:endParaRPr>
        </a:p>
      </dgm:t>
    </dgm:pt>
    <dgm:pt modelId="{5BC0BB23-C9EA-4FA3-BF2D-40C5B1DF23F0}" type="parTrans" cxnId="{040C892E-7800-4296-807D-A916B5EE2CC4}">
      <dgm:prSet/>
      <dgm:spPr/>
      <dgm:t>
        <a:bodyPr/>
        <a:lstStyle/>
        <a:p>
          <a:endParaRPr lang="en-US">
            <a:latin typeface="+mn-lt"/>
          </a:endParaRPr>
        </a:p>
      </dgm:t>
    </dgm:pt>
    <dgm:pt modelId="{F4591605-E821-4E23-A5C2-459229C7ADC7}" type="sibTrans" cxnId="{040C892E-7800-4296-807D-A916B5EE2CC4}">
      <dgm:prSet/>
      <dgm:spPr/>
      <dgm:t>
        <a:bodyPr/>
        <a:lstStyle/>
        <a:p>
          <a:endParaRPr lang="en-US">
            <a:latin typeface="+mn-lt"/>
          </a:endParaRPr>
        </a:p>
      </dgm:t>
    </dgm:pt>
    <dgm:pt modelId="{666C99CF-FEAE-4191-9AB5-7E36AC3404CB}">
      <dgm:prSet phldrT="[文本]" custT="1">
        <dgm:style>
          <a:lnRef idx="3">
            <a:schemeClr val="lt1"/>
          </a:lnRef>
          <a:fillRef idx="1">
            <a:schemeClr val="accent1"/>
          </a:fillRef>
          <a:effectRef idx="1">
            <a:schemeClr val="accent1"/>
          </a:effectRef>
          <a:fontRef idx="minor">
            <a:schemeClr val="lt1"/>
          </a:fontRef>
        </dgm:style>
      </dgm:prSet>
      <dgm:spPr>
        <a:xfrm>
          <a:off x="5845370" y="40375"/>
          <a:ext cx="1708341" cy="403200"/>
        </a:xfrm>
        <a:solidFill>
          <a:srgbClr val="5B9BD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400" b="1" dirty="0">
              <a:solidFill>
                <a:srgbClr val="FFFFFF"/>
              </a:solidFill>
              <a:latin typeface="Arial" panose="020B0604020202020204"/>
              <a:ea typeface="微软雅黑" panose="020B0503020204020204" charset="-122"/>
              <a:cs typeface="+mn-cs"/>
            </a:rPr>
            <a:t>规划仿真</a:t>
          </a:r>
          <a:endParaRPr kumimoji="0" lang="en-US" altLang="zh-CN" sz="1400" b="1" dirty="0">
            <a:solidFill>
              <a:srgbClr val="FFFFFF"/>
            </a:solidFill>
            <a:latin typeface="Arial" panose="020B0604020202020204"/>
            <a:ea typeface="微软雅黑" panose="020B0503020204020204" charset="-122"/>
            <a:cs typeface="+mn-cs"/>
          </a:endParaRPr>
        </a:p>
      </dgm:t>
    </dgm:pt>
    <dgm:pt modelId="{A1062653-B7AD-4B13-8AEA-F02AF9E86534}" type="parTrans" cxnId="{134C878C-9667-436A-BA93-A9F1CF29347B}">
      <dgm:prSet/>
      <dgm:spPr/>
      <dgm:t>
        <a:bodyPr/>
        <a:lstStyle/>
        <a:p>
          <a:endParaRPr lang="en-US">
            <a:latin typeface="+mn-lt"/>
          </a:endParaRPr>
        </a:p>
      </dgm:t>
    </dgm:pt>
    <dgm:pt modelId="{34DBDA5E-E525-4961-B5AD-1F9CC5F6021B}" type="sibTrans" cxnId="{134C878C-9667-436A-BA93-A9F1CF29347B}">
      <dgm:prSet/>
      <dgm:spPr/>
      <dgm:t>
        <a:bodyPr/>
        <a:lstStyle/>
        <a:p>
          <a:endParaRPr lang="en-US">
            <a:latin typeface="+mn-lt"/>
          </a:endParaRPr>
        </a:p>
      </dgm:t>
    </dgm:pt>
    <dgm:pt modelId="{BC5E922E-FEB6-492D-9603-A2E80677566D}">
      <dgm:prSet phldrT="[文本]">
        <dgm:style>
          <a:lnRef idx="3">
            <a:schemeClr val="lt1"/>
          </a:lnRef>
          <a:fillRef idx="1">
            <a:schemeClr val="accent1"/>
          </a:fillRef>
          <a:effectRef idx="1">
            <a:schemeClr val="accent1"/>
          </a:effectRef>
          <a:fontRef idx="minor">
            <a:schemeClr val="lt1"/>
          </a:fontRef>
        </dgm:style>
      </dgm:prSet>
      <dgm:spPr>
        <a:xfrm>
          <a:off x="195035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容量估算</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9C1FD123-937A-4F26-8619-7A6A4DFD8C65}" type="parTrans" cxnId="{DB41B7F0-97EF-4C67-8DFC-F7A081E903F2}">
      <dgm:prSet/>
      <dgm:spPr/>
      <dgm:t>
        <a:bodyPr/>
        <a:lstStyle/>
        <a:p>
          <a:endParaRPr lang="en-US">
            <a:latin typeface="+mn-lt"/>
          </a:endParaRPr>
        </a:p>
      </dgm:t>
    </dgm:pt>
    <dgm:pt modelId="{450C1EFC-39D3-4B93-98D3-17561BB37F8B}" type="sibTrans" cxnId="{DB41B7F0-97EF-4C67-8DFC-F7A081E903F2}">
      <dgm:prSet/>
      <dgm:spPr/>
      <dgm:t>
        <a:bodyPr/>
        <a:lstStyle/>
        <a:p>
          <a:endParaRPr lang="en-US">
            <a:latin typeface="+mn-lt"/>
          </a:endParaRPr>
        </a:p>
      </dgm:t>
    </dgm:pt>
    <dgm:pt modelId="{D7C6EEF9-211E-4FA5-8F0F-5B8A5C503AEA}">
      <dgm:prSet phldrT="[文本]">
        <dgm:style>
          <a:lnRef idx="3">
            <a:schemeClr val="lt1"/>
          </a:lnRef>
          <a:fillRef idx="1">
            <a:schemeClr val="accent1"/>
          </a:fillRef>
          <a:effectRef idx="1">
            <a:schemeClr val="accent1"/>
          </a:effectRef>
          <a:fontRef idx="minor">
            <a:schemeClr val="lt1"/>
          </a:fontRef>
        </dgm:style>
      </dgm:prSet>
      <dgm:spPr>
        <a:xfrm>
          <a:off x="389786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站点勘察</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0C0A5BF9-BFFD-4A7B-8B62-9ED22B4BC414}" type="parTrans" cxnId="{CA5F81B1-987D-4646-87F4-0B5ECE94B418}">
      <dgm:prSet/>
      <dgm:spPr/>
      <dgm:t>
        <a:bodyPr/>
        <a:lstStyle/>
        <a:p>
          <a:endParaRPr lang="en-US">
            <a:latin typeface="+mn-lt"/>
          </a:endParaRPr>
        </a:p>
      </dgm:t>
    </dgm:pt>
    <dgm:pt modelId="{560AD399-9A49-467A-B045-C5699C67B335}" type="sibTrans" cxnId="{CA5F81B1-987D-4646-87F4-0B5ECE94B418}">
      <dgm:prSet/>
      <dgm:spPr/>
      <dgm:t>
        <a:bodyPr/>
        <a:lstStyle/>
        <a:p>
          <a:endParaRPr lang="en-US">
            <a:latin typeface="+mn-lt"/>
          </a:endParaRPr>
        </a:p>
      </dgm:t>
    </dgm:pt>
    <dgm:pt modelId="{0B77B1CD-57C5-4E70-AE12-0C2A926FC138}">
      <dgm:prSet phldrT="[文本]">
        <dgm:style>
          <a:lnRef idx="3">
            <a:schemeClr val="lt1"/>
          </a:lnRef>
          <a:fillRef idx="1">
            <a:schemeClr val="accent1"/>
          </a:fillRef>
          <a:effectRef idx="1">
            <a:schemeClr val="accent1"/>
          </a:effectRef>
          <a:fontRef idx="minor">
            <a:schemeClr val="lt1"/>
          </a:fontRef>
        </dgm:style>
      </dgm:prSet>
      <dgm:spPr>
        <a:xfrm>
          <a:off x="389786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站点选择</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1E427C85-3DE3-4D8B-82C1-13CF7B934183}" type="parTrans" cxnId="{FE80427C-A774-42DB-887A-B72A20A5D52D}">
      <dgm:prSet/>
      <dgm:spPr/>
      <dgm:t>
        <a:bodyPr/>
        <a:lstStyle/>
        <a:p>
          <a:endParaRPr lang="en-US">
            <a:latin typeface="+mn-lt"/>
          </a:endParaRPr>
        </a:p>
      </dgm:t>
    </dgm:pt>
    <dgm:pt modelId="{FBB814E7-8F25-41E6-AA80-56C73B5DA95B}" type="sibTrans" cxnId="{FE80427C-A774-42DB-887A-B72A20A5D52D}">
      <dgm:prSet/>
      <dgm:spPr/>
      <dgm:t>
        <a:bodyPr/>
        <a:lstStyle/>
        <a:p>
          <a:endParaRPr lang="en-US">
            <a:latin typeface="+mn-lt"/>
          </a:endParaRPr>
        </a:p>
      </dgm:t>
    </dgm:pt>
    <dgm:pt modelId="{1AE7BD18-16CB-4D8E-95FB-E37FDCAB794B}">
      <dgm:prSet>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solidFill>
              <a:latin typeface="微软雅黑" panose="020B0503020204020204" charset="-122"/>
              <a:ea typeface="微软雅黑" panose="020B0503020204020204" charset="-122"/>
              <a:cs typeface="+mn-cs"/>
            </a:rPr>
            <a:t>容量仿真</a:t>
          </a:r>
          <a:endParaRPr lang="en-US" altLang="zh-CN" i="1" dirty="0">
            <a:solidFill>
              <a:srgbClr val="000000"/>
            </a:solidFill>
            <a:latin typeface="微软雅黑" panose="020B0503020204020204" charset="-122"/>
            <a:ea typeface="微软雅黑" panose="020B0503020204020204" charset="-122"/>
            <a:cs typeface="+mn-cs"/>
          </a:endParaRPr>
        </a:p>
      </dgm:t>
    </dgm:pt>
    <dgm:pt modelId="{51963439-77ED-4508-A2BC-3DDFB2A0395F}" type="parTrans" cxnId="{C4185941-B96E-4C4F-B248-83CC8289CED0}">
      <dgm:prSet/>
      <dgm:spPr/>
      <dgm:t>
        <a:bodyPr/>
        <a:lstStyle/>
        <a:p>
          <a:endParaRPr lang="en-US">
            <a:latin typeface="+mn-lt"/>
          </a:endParaRPr>
        </a:p>
      </dgm:t>
    </dgm:pt>
    <dgm:pt modelId="{33F5748E-90D3-42AE-89A2-17E9918C0888}" type="sibTrans" cxnId="{C4185941-B96E-4C4F-B248-83CC8289CED0}">
      <dgm:prSet/>
      <dgm:spPr/>
      <dgm:t>
        <a:bodyPr/>
        <a:lstStyle/>
        <a:p>
          <a:endParaRPr lang="en-US">
            <a:latin typeface="+mn-lt"/>
          </a:endParaRPr>
        </a:p>
      </dgm:t>
    </dgm:pt>
    <dgm:pt modelId="{32EBFAE0-4C84-48A6-A99C-2F278E51311B}">
      <dgm:prSet phldrT="[文本]">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覆盖仿真</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C8996EA9-C3E7-42A0-A598-BCFEFD961A24}" type="parTrans" cxnId="{9B1DD070-2305-4D49-A740-B9C48B7636AB}">
      <dgm:prSet/>
      <dgm:spPr/>
      <dgm:t>
        <a:bodyPr/>
        <a:lstStyle/>
        <a:p>
          <a:endParaRPr lang="zh-CN" altLang="en-US"/>
        </a:p>
      </dgm:t>
    </dgm:pt>
    <dgm:pt modelId="{5D30E3BD-7ED9-408C-B870-3EE1D9D6F918}" type="sibTrans" cxnId="{9B1DD070-2305-4D49-A740-B9C48B7636AB}">
      <dgm:prSet/>
      <dgm:spPr/>
      <dgm:t>
        <a:bodyPr/>
        <a:lstStyle/>
        <a:p>
          <a:endParaRPr lang="zh-CN" altLang="en-US"/>
        </a:p>
      </dgm:t>
    </dgm:pt>
    <dgm:pt modelId="{C4AB77D3-9F89-45AE-9A86-59385934511E}">
      <dgm:prSet>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solidFill>
              <a:latin typeface="微软雅黑" panose="020B0503020204020204" charset="-122"/>
              <a:ea typeface="微软雅黑" panose="020B0503020204020204" charset="-122"/>
              <a:cs typeface="+mn-cs"/>
            </a:rPr>
            <a:t>无线参数规划</a:t>
          </a:r>
          <a:endParaRPr lang="en-US" altLang="zh-CN" i="1" dirty="0">
            <a:solidFill>
              <a:srgbClr val="000000"/>
            </a:solidFill>
            <a:latin typeface="微软雅黑" panose="020B0503020204020204" charset="-122"/>
            <a:ea typeface="微软雅黑" panose="020B0503020204020204" charset="-122"/>
            <a:cs typeface="+mn-cs"/>
          </a:endParaRPr>
        </a:p>
      </dgm:t>
    </dgm:pt>
    <dgm:pt modelId="{3D51D2C5-BF55-45C9-9C5D-1CD8B14F1A9A}" type="parTrans" cxnId="{5C28FE74-79B6-49E2-B7D6-4B97E0A590E0}">
      <dgm:prSet/>
      <dgm:spPr/>
      <dgm:t>
        <a:bodyPr/>
        <a:lstStyle/>
        <a:p>
          <a:endParaRPr lang="zh-CN" altLang="en-US"/>
        </a:p>
      </dgm:t>
    </dgm:pt>
    <dgm:pt modelId="{8E2106FC-7EBB-458A-8C10-815D3C53E27F}" type="sibTrans" cxnId="{5C28FE74-79B6-49E2-B7D6-4B97E0A590E0}">
      <dgm:prSet/>
      <dgm:spPr/>
      <dgm:t>
        <a:bodyPr/>
        <a:lstStyle/>
        <a:p>
          <a:endParaRPr lang="zh-CN" altLang="en-US"/>
        </a:p>
      </dgm:t>
    </dgm:pt>
    <dgm:pt modelId="{CFFE07A0-06BE-4E37-912F-AF7898E27760}">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话务模型</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D63002C9-A0C9-4DB7-A80F-A8D88A345D58}" type="parTrans" cxnId="{083E6859-FC74-4296-877A-CCDD6946C0E7}">
      <dgm:prSet/>
      <dgm:spPr/>
      <dgm:t>
        <a:bodyPr/>
        <a:lstStyle/>
        <a:p>
          <a:endParaRPr lang="en-US"/>
        </a:p>
      </dgm:t>
    </dgm:pt>
    <dgm:pt modelId="{BD2570D1-0E62-4417-A72C-B5AC427E88F0}" type="sibTrans" cxnId="{083E6859-FC74-4296-877A-CCDD6946C0E7}">
      <dgm:prSet/>
      <dgm:spPr/>
      <dgm:t>
        <a:bodyPr/>
        <a:lstStyle/>
        <a:p>
          <a:endParaRPr lang="en-US"/>
        </a:p>
      </dgm:t>
    </dgm:pt>
    <dgm:pt modelId="{89117B0C-F69A-458B-97C4-FA07EB1C9B7A}">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规划指标要求</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C20181C3-F2DD-4200-9FFC-6ACE75B6F2F9}" type="parTrans" cxnId="{B9E4BB2F-FDD3-4B47-B1C3-5950A8EC08A0}">
      <dgm:prSet/>
      <dgm:spPr/>
      <dgm:t>
        <a:bodyPr/>
        <a:lstStyle/>
        <a:p>
          <a:endParaRPr lang="en-US"/>
        </a:p>
      </dgm:t>
    </dgm:pt>
    <dgm:pt modelId="{A6E3DA5D-D39B-4AE3-AF74-C0B30325B52C}" type="sibTrans" cxnId="{B9E4BB2F-FDD3-4B47-B1C3-5950A8EC08A0}">
      <dgm:prSet/>
      <dgm:spPr/>
      <dgm:t>
        <a:bodyPr/>
        <a:lstStyle/>
        <a:p>
          <a:endParaRPr lang="en-US"/>
        </a:p>
      </dgm:t>
    </dgm:pt>
    <dgm:pt modelId="{424C67EA-E5AD-465C-86AD-8D0825FE3863}">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建网策略</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E54C9D5B-9A36-4251-BD16-1D7B16AD4BAF}" type="parTrans" cxnId="{CF27CACE-BAB8-45F3-8227-9D66360DED29}">
      <dgm:prSet/>
      <dgm:spPr/>
      <dgm:t>
        <a:bodyPr/>
        <a:lstStyle/>
        <a:p>
          <a:endParaRPr lang="en-US"/>
        </a:p>
      </dgm:t>
    </dgm:pt>
    <dgm:pt modelId="{5DA1D505-986D-4D23-9D78-92CDE25ECCF1}" type="sibTrans" cxnId="{CF27CACE-BAB8-45F3-8227-9D66360DED29}">
      <dgm:prSet/>
      <dgm:spPr/>
      <dgm:t>
        <a:bodyPr/>
        <a:lstStyle/>
        <a:p>
          <a:endParaRPr lang="en-US"/>
        </a:p>
      </dgm:t>
    </dgm:pt>
    <dgm:pt modelId="{C80E66BD-CDD9-403A-B209-83DAA085521F}">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备选站点信息</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46715733-9429-4938-B8F0-414D8396C5FA}" type="parTrans" cxnId="{83F81B9D-58A6-4925-B78C-259A5AEC900D}">
      <dgm:prSet/>
      <dgm:spPr/>
      <dgm:t>
        <a:bodyPr/>
        <a:lstStyle/>
        <a:p>
          <a:endParaRPr lang="en-US"/>
        </a:p>
      </dgm:t>
    </dgm:pt>
    <dgm:pt modelId="{3D4F92BF-7B19-40C0-8182-247C9593365B}" type="sibTrans" cxnId="{83F81B9D-58A6-4925-B78C-259A5AEC900D}">
      <dgm:prSet/>
      <dgm:spPr/>
      <dgm:t>
        <a:bodyPr/>
        <a:lstStyle/>
        <a:p>
          <a:endParaRPr lang="en-US"/>
        </a:p>
      </dgm:t>
    </dgm:pt>
    <dgm:pt modelId="{251C42E5-34D2-4889-96B7-EADE956B3B5F}">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其他需求</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EFEC6B2C-CA49-4687-AC51-261BF3F819EC}" type="parTrans" cxnId="{D4F4A58D-25AA-4551-A6C5-11ED0C749C4F}">
      <dgm:prSet/>
      <dgm:spPr/>
      <dgm:t>
        <a:bodyPr/>
        <a:lstStyle/>
        <a:p>
          <a:endParaRPr lang="en-US"/>
        </a:p>
      </dgm:t>
    </dgm:pt>
    <dgm:pt modelId="{260097D6-A539-4F32-B98C-12C126BA3C7B}" type="sibTrans" cxnId="{D4F4A58D-25AA-4551-A6C5-11ED0C749C4F}">
      <dgm:prSet/>
      <dgm:spPr/>
      <dgm:t>
        <a:bodyPr/>
        <a:lstStyle/>
        <a:p>
          <a:endParaRPr lang="en-US"/>
        </a:p>
      </dgm:t>
    </dgm:pt>
    <dgm:pt modelId="{07CB8EDD-C1C6-4DE7-B45D-177EB4955A92}" type="pres">
      <dgm:prSet presAssocID="{EFFDD6B5-CD54-47EA-83D0-8678122D9EB5}" presName="Name0" presStyleCnt="0">
        <dgm:presLayoutVars>
          <dgm:dir/>
          <dgm:animLvl val="lvl"/>
          <dgm:resizeHandles val="exact"/>
        </dgm:presLayoutVars>
      </dgm:prSet>
      <dgm:spPr/>
    </dgm:pt>
    <dgm:pt modelId="{9496F54A-2010-4990-AD43-7E26CE7A3AC6}" type="pres">
      <dgm:prSet presAssocID="{37636048-933D-49C8-AE1D-E22E4F3AB8BF}" presName="composite" presStyleCnt="0"/>
      <dgm:spPr/>
    </dgm:pt>
    <dgm:pt modelId="{55322DE9-2BC1-4DEB-A3E8-071E84495452}" type="pres">
      <dgm:prSet presAssocID="{37636048-933D-49C8-AE1D-E22E4F3AB8BF}" presName="parTx" presStyleLbl="alignNode1" presStyleIdx="0" presStyleCnt="4">
        <dgm:presLayoutVars>
          <dgm:chMax val="0"/>
          <dgm:chPref val="0"/>
          <dgm:bulletEnabled val="1"/>
        </dgm:presLayoutVars>
      </dgm:prSet>
      <dgm:spPr>
        <a:prstGeom prst="rect">
          <a:avLst/>
        </a:prstGeom>
      </dgm:spPr>
    </dgm:pt>
    <dgm:pt modelId="{8EA4B0EB-D5DB-42F4-9AA1-C34E775EA028}" type="pres">
      <dgm:prSet presAssocID="{37636048-933D-49C8-AE1D-E22E4F3AB8BF}" presName="desTx" presStyleLbl="alignAccFollowNode1" presStyleIdx="0" presStyleCnt="4">
        <dgm:presLayoutVars>
          <dgm:bulletEnabled val="1"/>
        </dgm:presLayoutVars>
      </dgm:prSet>
      <dgm:spPr>
        <a:prstGeom prst="rect">
          <a:avLst/>
        </a:prstGeom>
      </dgm:spPr>
    </dgm:pt>
    <dgm:pt modelId="{7E68FC17-5640-44D1-8D42-57AEFCA0E2A0}" type="pres">
      <dgm:prSet presAssocID="{D955E7AA-1E1B-475A-9740-444AE6D180EB}" presName="space" presStyleCnt="0"/>
      <dgm:spPr/>
    </dgm:pt>
    <dgm:pt modelId="{37252B69-A792-4BA5-85CB-34BA0873914B}" type="pres">
      <dgm:prSet presAssocID="{82EA28AC-DE4D-4278-9F4E-6C5DC062C466}" presName="composite" presStyleCnt="0"/>
      <dgm:spPr/>
    </dgm:pt>
    <dgm:pt modelId="{3B62D879-8772-4807-B278-1A5A082B1EB5}" type="pres">
      <dgm:prSet presAssocID="{82EA28AC-DE4D-4278-9F4E-6C5DC062C466}" presName="parTx" presStyleLbl="alignNode1" presStyleIdx="1" presStyleCnt="4">
        <dgm:presLayoutVars>
          <dgm:chMax val="0"/>
          <dgm:chPref val="0"/>
          <dgm:bulletEnabled val="1"/>
        </dgm:presLayoutVars>
      </dgm:prSet>
      <dgm:spPr>
        <a:prstGeom prst="rect">
          <a:avLst/>
        </a:prstGeom>
      </dgm:spPr>
    </dgm:pt>
    <dgm:pt modelId="{5ADA4EC6-49A4-450C-BC07-089563A47E73}" type="pres">
      <dgm:prSet presAssocID="{82EA28AC-DE4D-4278-9F4E-6C5DC062C466}" presName="desTx" presStyleLbl="alignAccFollowNode1" presStyleIdx="1" presStyleCnt="4">
        <dgm:presLayoutVars>
          <dgm:bulletEnabled val="1"/>
        </dgm:presLayoutVars>
      </dgm:prSet>
      <dgm:spPr>
        <a:prstGeom prst="rect">
          <a:avLst/>
        </a:prstGeom>
      </dgm:spPr>
    </dgm:pt>
    <dgm:pt modelId="{995F0C09-D460-4E98-93CD-D8E020151F3B}" type="pres">
      <dgm:prSet presAssocID="{DA0DAC12-BFC8-4EC5-95C6-E147B59B48F6}" presName="space" presStyleCnt="0"/>
      <dgm:spPr/>
    </dgm:pt>
    <dgm:pt modelId="{D8DAF621-EF55-42BE-A2EE-7D231549AED4}" type="pres">
      <dgm:prSet presAssocID="{CC70D90A-39E3-47BA-814B-3964FDB26A9B}" presName="composite" presStyleCnt="0"/>
      <dgm:spPr/>
    </dgm:pt>
    <dgm:pt modelId="{7E7216D8-A67E-47BF-BF0E-9DD82FDBFFD1}" type="pres">
      <dgm:prSet presAssocID="{CC70D90A-39E3-47BA-814B-3964FDB26A9B}" presName="parTx" presStyleLbl="alignNode1" presStyleIdx="2" presStyleCnt="4">
        <dgm:presLayoutVars>
          <dgm:chMax val="0"/>
          <dgm:chPref val="0"/>
          <dgm:bulletEnabled val="1"/>
        </dgm:presLayoutVars>
      </dgm:prSet>
      <dgm:spPr>
        <a:prstGeom prst="rect">
          <a:avLst/>
        </a:prstGeom>
      </dgm:spPr>
    </dgm:pt>
    <dgm:pt modelId="{A37DB530-8C3E-4344-9A6F-0922096F02B0}" type="pres">
      <dgm:prSet presAssocID="{CC70D90A-39E3-47BA-814B-3964FDB26A9B}" presName="desTx" presStyleLbl="alignAccFollowNode1" presStyleIdx="2" presStyleCnt="4">
        <dgm:presLayoutVars>
          <dgm:bulletEnabled val="1"/>
        </dgm:presLayoutVars>
      </dgm:prSet>
      <dgm:spPr>
        <a:prstGeom prst="rect">
          <a:avLst/>
        </a:prstGeom>
      </dgm:spPr>
    </dgm:pt>
    <dgm:pt modelId="{649171EA-A0F2-420F-9FCC-3E46BA7D9AEB}" type="pres">
      <dgm:prSet presAssocID="{F4591605-E821-4E23-A5C2-459229C7ADC7}" presName="space" presStyleCnt="0"/>
      <dgm:spPr/>
    </dgm:pt>
    <dgm:pt modelId="{C156EC2C-9B31-4F78-97CB-EBB88F626DF8}" type="pres">
      <dgm:prSet presAssocID="{666C99CF-FEAE-4191-9AB5-7E36AC3404CB}" presName="composite" presStyleCnt="0"/>
      <dgm:spPr/>
    </dgm:pt>
    <dgm:pt modelId="{7E89018A-6AF0-485F-9157-784198FE410C}" type="pres">
      <dgm:prSet presAssocID="{666C99CF-FEAE-4191-9AB5-7E36AC3404CB}" presName="parTx" presStyleLbl="alignNode1" presStyleIdx="3" presStyleCnt="4">
        <dgm:presLayoutVars>
          <dgm:chMax val="0"/>
          <dgm:chPref val="0"/>
          <dgm:bulletEnabled val="1"/>
        </dgm:presLayoutVars>
      </dgm:prSet>
      <dgm:spPr>
        <a:prstGeom prst="rect">
          <a:avLst/>
        </a:prstGeom>
      </dgm:spPr>
    </dgm:pt>
    <dgm:pt modelId="{305004C0-8805-46D5-80F3-ABBD7F2C54B3}" type="pres">
      <dgm:prSet presAssocID="{666C99CF-FEAE-4191-9AB5-7E36AC3404CB}" presName="desTx" presStyleLbl="alignAccFollowNode1" presStyleIdx="3" presStyleCnt="4">
        <dgm:presLayoutVars>
          <dgm:bulletEnabled val="1"/>
        </dgm:presLayoutVars>
      </dgm:prSet>
      <dgm:spPr>
        <a:prstGeom prst="rect">
          <a:avLst/>
        </a:prstGeom>
      </dgm:spPr>
    </dgm:pt>
  </dgm:ptLst>
  <dgm:cxnLst>
    <dgm:cxn modelId="{84841003-62A1-48E0-9B59-FE876E2E4EAF}" type="presOf" srcId="{BC5E922E-FEB6-492D-9603-A2E80677566D}" destId="{5ADA4EC6-49A4-450C-BC07-089563A47E73}" srcOrd="0" destOrd="1" presId="urn:microsoft.com/office/officeart/2005/8/layout/hList1"/>
    <dgm:cxn modelId="{E20B8C09-1666-4CC7-8908-7947EC16419B}" type="presOf" srcId="{666C99CF-FEAE-4191-9AB5-7E36AC3404CB}" destId="{7E89018A-6AF0-485F-9157-784198FE410C}" srcOrd="0" destOrd="0" presId="urn:microsoft.com/office/officeart/2005/8/layout/hList1"/>
    <dgm:cxn modelId="{04669F1C-2DE6-4F4C-86A5-5C934F87E027}" type="presOf" srcId="{1AE7BD18-16CB-4D8E-95FB-E37FDCAB794B}" destId="{305004C0-8805-46D5-80F3-ABBD7F2C54B3}" srcOrd="0" destOrd="1" presId="urn:microsoft.com/office/officeart/2005/8/layout/hList1"/>
    <dgm:cxn modelId="{79DE6620-3060-436E-A47C-B5D2CFA3BCC1}" type="presOf" srcId="{37636048-933D-49C8-AE1D-E22E4F3AB8BF}" destId="{55322DE9-2BC1-4DEB-A3E8-071E84495452}" srcOrd="0" destOrd="0" presId="urn:microsoft.com/office/officeart/2005/8/layout/hList1"/>
    <dgm:cxn modelId="{040C892E-7800-4296-807D-A916B5EE2CC4}" srcId="{EFFDD6B5-CD54-47EA-83D0-8678122D9EB5}" destId="{CC70D90A-39E3-47BA-814B-3964FDB26A9B}" srcOrd="2" destOrd="0" parTransId="{5BC0BB23-C9EA-4FA3-BF2D-40C5B1DF23F0}" sibTransId="{F4591605-E821-4E23-A5C2-459229C7ADC7}"/>
    <dgm:cxn modelId="{B9E4BB2F-FDD3-4B47-B1C3-5950A8EC08A0}" srcId="{37636048-933D-49C8-AE1D-E22E4F3AB8BF}" destId="{89117B0C-F69A-458B-97C4-FA07EB1C9B7A}" srcOrd="2" destOrd="0" parTransId="{C20181C3-F2DD-4200-9FFC-6ACE75B6F2F9}" sibTransId="{A6E3DA5D-D39B-4AE3-AF74-C0B30325B52C}"/>
    <dgm:cxn modelId="{D8643630-3D13-48DF-B192-4CA5CD141710}" type="presOf" srcId="{CC70D90A-39E3-47BA-814B-3964FDB26A9B}" destId="{7E7216D8-A67E-47BF-BF0E-9DD82FDBFFD1}" srcOrd="0" destOrd="0" presId="urn:microsoft.com/office/officeart/2005/8/layout/hList1"/>
    <dgm:cxn modelId="{9E892031-C01C-4488-8700-768F7E27945B}" srcId="{EFFDD6B5-CD54-47EA-83D0-8678122D9EB5}" destId="{37636048-933D-49C8-AE1D-E22E4F3AB8BF}" srcOrd="0" destOrd="0" parTransId="{18C9CC34-E1BC-466D-81B5-B1FA6A1B8099}" sibTransId="{D955E7AA-1E1B-475A-9740-444AE6D180EB}"/>
    <dgm:cxn modelId="{B6755035-1DCF-4C1F-ABAB-BEB771CE24CF}" type="presOf" srcId="{82EA28AC-DE4D-4278-9F4E-6C5DC062C466}" destId="{3B62D879-8772-4807-B278-1A5A082B1EB5}" srcOrd="0" destOrd="0" presId="urn:microsoft.com/office/officeart/2005/8/layout/hList1"/>
    <dgm:cxn modelId="{ABEEE038-A776-4556-822A-D662B5200702}" type="presOf" srcId="{89117B0C-F69A-458B-97C4-FA07EB1C9B7A}" destId="{8EA4B0EB-D5DB-42F4-9AA1-C34E775EA028}" srcOrd="0" destOrd="2" presId="urn:microsoft.com/office/officeart/2005/8/layout/hList1"/>
    <dgm:cxn modelId="{4FE8463A-541A-4A9C-845B-6B7EEAC05F28}" type="presOf" srcId="{424C67EA-E5AD-465C-86AD-8D0825FE3863}" destId="{8EA4B0EB-D5DB-42F4-9AA1-C34E775EA028}" srcOrd="0" destOrd="3" presId="urn:microsoft.com/office/officeart/2005/8/layout/hList1"/>
    <dgm:cxn modelId="{52BA1940-D659-4DF9-B050-048351B9A759}" type="presOf" srcId="{CFFE07A0-06BE-4E37-912F-AF7898E27760}" destId="{8EA4B0EB-D5DB-42F4-9AA1-C34E775EA028}" srcOrd="0" destOrd="1" presId="urn:microsoft.com/office/officeart/2005/8/layout/hList1"/>
    <dgm:cxn modelId="{C4185941-B96E-4C4F-B248-83CC8289CED0}" srcId="{666C99CF-FEAE-4191-9AB5-7E36AC3404CB}" destId="{1AE7BD18-16CB-4D8E-95FB-E37FDCAB794B}" srcOrd="1" destOrd="0" parTransId="{51963439-77ED-4508-A2BC-3DDFB2A0395F}" sibTransId="{33F5748E-90D3-42AE-89A2-17E9918C0888}"/>
    <dgm:cxn modelId="{6D936B45-FB9F-481D-B3B9-E58271DF2468}" type="presOf" srcId="{EFFDD6B5-CD54-47EA-83D0-8678122D9EB5}" destId="{07CB8EDD-C1C6-4DE7-B45D-177EB4955A92}" srcOrd="0" destOrd="0" presId="urn:microsoft.com/office/officeart/2005/8/layout/hList1"/>
    <dgm:cxn modelId="{81764769-F4D3-422E-84CA-59F073D35E26}" type="presOf" srcId="{32EBFAE0-4C84-48A6-A99C-2F278E51311B}" destId="{305004C0-8805-46D5-80F3-ABBD7F2C54B3}" srcOrd="0" destOrd="0" presId="urn:microsoft.com/office/officeart/2005/8/layout/hList1"/>
    <dgm:cxn modelId="{9B1DD070-2305-4D49-A740-B9C48B7636AB}" srcId="{666C99CF-FEAE-4191-9AB5-7E36AC3404CB}" destId="{32EBFAE0-4C84-48A6-A99C-2F278E51311B}" srcOrd="0" destOrd="0" parTransId="{C8996EA9-C3E7-42A0-A598-BCFEFD961A24}" sibTransId="{5D30E3BD-7ED9-408C-B870-3EE1D9D6F918}"/>
    <dgm:cxn modelId="{63200073-4374-4DCA-8D76-A87F2C1AB091}" srcId="{EFFDD6B5-CD54-47EA-83D0-8678122D9EB5}" destId="{82EA28AC-DE4D-4278-9F4E-6C5DC062C466}" srcOrd="1" destOrd="0" parTransId="{479FFB3B-3BF0-4D82-A04A-1977BF458C8E}" sibTransId="{DA0DAC12-BFC8-4EC5-95C6-E147B59B48F6}"/>
    <dgm:cxn modelId="{5C28FE74-79B6-49E2-B7D6-4B97E0A590E0}" srcId="{666C99CF-FEAE-4191-9AB5-7E36AC3404CB}" destId="{C4AB77D3-9F89-45AE-9A86-59385934511E}" srcOrd="2" destOrd="0" parTransId="{3D51D2C5-BF55-45C9-9C5D-1CD8B14F1A9A}" sibTransId="{8E2106FC-7EBB-458A-8C10-815D3C53E27F}"/>
    <dgm:cxn modelId="{083E6859-FC74-4296-877A-CCDD6946C0E7}" srcId="{37636048-933D-49C8-AE1D-E22E4F3AB8BF}" destId="{CFFE07A0-06BE-4E37-912F-AF7898E27760}" srcOrd="1" destOrd="0" parTransId="{D63002C9-A0C9-4DB7-A80F-A8D88A345D58}" sibTransId="{BD2570D1-0E62-4417-A72C-B5AC427E88F0}"/>
    <dgm:cxn modelId="{FE80427C-A774-42DB-887A-B72A20A5D52D}" srcId="{CC70D90A-39E3-47BA-814B-3964FDB26A9B}" destId="{0B77B1CD-57C5-4E70-AE12-0C2A926FC138}" srcOrd="1" destOrd="0" parTransId="{1E427C85-3DE3-4D8B-82C1-13CF7B934183}" sibTransId="{FBB814E7-8F25-41E6-AA80-56C73B5DA95B}"/>
    <dgm:cxn modelId="{134C878C-9667-436A-BA93-A9F1CF29347B}" srcId="{EFFDD6B5-CD54-47EA-83D0-8678122D9EB5}" destId="{666C99CF-FEAE-4191-9AB5-7E36AC3404CB}" srcOrd="3" destOrd="0" parTransId="{A1062653-B7AD-4B13-8AEA-F02AF9E86534}" sibTransId="{34DBDA5E-E525-4961-B5AD-1F9CC5F6021B}"/>
    <dgm:cxn modelId="{D4F4A58D-25AA-4551-A6C5-11ED0C749C4F}" srcId="{37636048-933D-49C8-AE1D-E22E4F3AB8BF}" destId="{251C42E5-34D2-4889-96B7-EADE956B3B5F}" srcOrd="5" destOrd="0" parTransId="{EFEC6B2C-CA49-4687-AC51-261BF3F819EC}" sibTransId="{260097D6-A539-4F32-B98C-12C126BA3C7B}"/>
    <dgm:cxn modelId="{E4BD578F-83A2-442E-803B-A77AD51FD412}" srcId="{82EA28AC-DE4D-4278-9F4E-6C5DC062C466}" destId="{6A8A6D2E-DE7D-4700-B864-E494E86672C3}" srcOrd="0" destOrd="0" parTransId="{8CC3B33E-1CDA-4763-9D08-6BFE32BB0712}" sibTransId="{71ABAA1E-53DA-4C5A-B312-F84169D59BCA}"/>
    <dgm:cxn modelId="{83F81B9D-58A6-4925-B78C-259A5AEC900D}" srcId="{37636048-933D-49C8-AE1D-E22E4F3AB8BF}" destId="{C80E66BD-CDD9-403A-B209-83DAA085521F}" srcOrd="4" destOrd="0" parTransId="{46715733-9429-4938-B8F0-414D8396C5FA}" sibTransId="{3D4F92BF-7B19-40C0-8182-247C9593365B}"/>
    <dgm:cxn modelId="{77E272A1-39D6-4DEE-B9CE-157DFB5E4B38}" type="presOf" srcId="{C4AB77D3-9F89-45AE-9A86-59385934511E}" destId="{305004C0-8805-46D5-80F3-ABBD7F2C54B3}" srcOrd="0" destOrd="2" presId="urn:microsoft.com/office/officeart/2005/8/layout/hList1"/>
    <dgm:cxn modelId="{5E2520A5-FD2E-4E92-8901-35696B231A9C}" type="presOf" srcId="{6A8A6D2E-DE7D-4700-B864-E494E86672C3}" destId="{5ADA4EC6-49A4-450C-BC07-089563A47E73}" srcOrd="0" destOrd="0" presId="urn:microsoft.com/office/officeart/2005/8/layout/hList1"/>
    <dgm:cxn modelId="{223AFFAE-CC04-4528-BCB5-46AD1B40D1CD}" type="presOf" srcId="{B1B56CE3-EA1E-4D74-A69A-9F92F18E11C3}" destId="{8EA4B0EB-D5DB-42F4-9AA1-C34E775EA028}" srcOrd="0" destOrd="0" presId="urn:microsoft.com/office/officeart/2005/8/layout/hList1"/>
    <dgm:cxn modelId="{CA5F81B1-987D-4646-87F4-0B5ECE94B418}" srcId="{CC70D90A-39E3-47BA-814B-3964FDB26A9B}" destId="{D7C6EEF9-211E-4FA5-8F0F-5B8A5C503AEA}" srcOrd="0" destOrd="0" parTransId="{0C0A5BF9-BFFD-4A7B-8B62-9ED22B4BC414}" sibTransId="{560AD399-9A49-467A-B045-C5699C67B335}"/>
    <dgm:cxn modelId="{41BA4BB2-EA63-46B4-B368-EB1067407470}" srcId="{37636048-933D-49C8-AE1D-E22E4F3AB8BF}" destId="{B1B56CE3-EA1E-4D74-A69A-9F92F18E11C3}" srcOrd="0" destOrd="0" parTransId="{99D31FDF-261D-42DE-9E8E-FF46627FC591}" sibTransId="{645E4CD8-1E56-481E-9BFD-5C656BFECC31}"/>
    <dgm:cxn modelId="{662247B3-8D2E-4CD8-ACE3-C8F4AF962EE0}" type="presOf" srcId="{C80E66BD-CDD9-403A-B209-83DAA085521F}" destId="{8EA4B0EB-D5DB-42F4-9AA1-C34E775EA028}" srcOrd="0" destOrd="4" presId="urn:microsoft.com/office/officeart/2005/8/layout/hList1"/>
    <dgm:cxn modelId="{C25A67BD-0348-48AE-81BC-4F4142A82103}" type="presOf" srcId="{D7C6EEF9-211E-4FA5-8F0F-5B8A5C503AEA}" destId="{A37DB530-8C3E-4344-9A6F-0922096F02B0}" srcOrd="0" destOrd="0" presId="urn:microsoft.com/office/officeart/2005/8/layout/hList1"/>
    <dgm:cxn modelId="{CF27CACE-BAB8-45F3-8227-9D66360DED29}" srcId="{37636048-933D-49C8-AE1D-E22E4F3AB8BF}" destId="{424C67EA-E5AD-465C-86AD-8D0825FE3863}" srcOrd="3" destOrd="0" parTransId="{E54C9D5B-9A36-4251-BD16-1D7B16AD4BAF}" sibTransId="{5DA1D505-986D-4D23-9D78-92CDE25ECCF1}"/>
    <dgm:cxn modelId="{B55039DC-624A-4101-9955-2EA29A917ACD}" type="presOf" srcId="{251C42E5-34D2-4889-96B7-EADE956B3B5F}" destId="{8EA4B0EB-D5DB-42F4-9AA1-C34E775EA028}" srcOrd="0" destOrd="5" presId="urn:microsoft.com/office/officeart/2005/8/layout/hList1"/>
    <dgm:cxn modelId="{1527F7DD-8B35-4D8E-A51A-CA34C520CAFC}" type="presOf" srcId="{0B77B1CD-57C5-4E70-AE12-0C2A926FC138}" destId="{A37DB530-8C3E-4344-9A6F-0922096F02B0}" srcOrd="0" destOrd="1" presId="urn:microsoft.com/office/officeart/2005/8/layout/hList1"/>
    <dgm:cxn modelId="{DB41B7F0-97EF-4C67-8DFC-F7A081E903F2}" srcId="{82EA28AC-DE4D-4278-9F4E-6C5DC062C466}" destId="{BC5E922E-FEB6-492D-9603-A2E80677566D}" srcOrd="1" destOrd="0" parTransId="{9C1FD123-937A-4F26-8619-7A6A4DFD8C65}" sibTransId="{450C1EFC-39D3-4B93-98D3-17561BB37F8B}"/>
    <dgm:cxn modelId="{8C4F52E8-AB1A-42B3-B978-769A16F65BD2}" type="presParOf" srcId="{07CB8EDD-C1C6-4DE7-B45D-177EB4955A92}" destId="{9496F54A-2010-4990-AD43-7E26CE7A3AC6}" srcOrd="0" destOrd="0" presId="urn:microsoft.com/office/officeart/2005/8/layout/hList1"/>
    <dgm:cxn modelId="{8EE86FBC-40F6-42BE-BE90-44BFC6FB389C}" type="presParOf" srcId="{9496F54A-2010-4990-AD43-7E26CE7A3AC6}" destId="{55322DE9-2BC1-4DEB-A3E8-071E84495452}" srcOrd="0" destOrd="0" presId="urn:microsoft.com/office/officeart/2005/8/layout/hList1"/>
    <dgm:cxn modelId="{12724945-CAF9-412F-8B9A-16A0C7629BF0}" type="presParOf" srcId="{9496F54A-2010-4990-AD43-7E26CE7A3AC6}" destId="{8EA4B0EB-D5DB-42F4-9AA1-C34E775EA028}" srcOrd="1" destOrd="0" presId="urn:microsoft.com/office/officeart/2005/8/layout/hList1"/>
    <dgm:cxn modelId="{36E2D847-FEC6-41B7-8FFF-E9649AAB2EF3}" type="presParOf" srcId="{07CB8EDD-C1C6-4DE7-B45D-177EB4955A92}" destId="{7E68FC17-5640-44D1-8D42-57AEFCA0E2A0}" srcOrd="1" destOrd="0" presId="urn:microsoft.com/office/officeart/2005/8/layout/hList1"/>
    <dgm:cxn modelId="{D18A3C02-F91F-49CB-8ABB-881A03C9F938}" type="presParOf" srcId="{07CB8EDD-C1C6-4DE7-B45D-177EB4955A92}" destId="{37252B69-A792-4BA5-85CB-34BA0873914B}" srcOrd="2" destOrd="0" presId="urn:microsoft.com/office/officeart/2005/8/layout/hList1"/>
    <dgm:cxn modelId="{D42207CE-1BEA-43B1-B440-9D4FF021BDB3}" type="presParOf" srcId="{37252B69-A792-4BA5-85CB-34BA0873914B}" destId="{3B62D879-8772-4807-B278-1A5A082B1EB5}" srcOrd="0" destOrd="0" presId="urn:microsoft.com/office/officeart/2005/8/layout/hList1"/>
    <dgm:cxn modelId="{6B3FA844-B6CB-43C7-886C-C4CA7A8E85E4}" type="presParOf" srcId="{37252B69-A792-4BA5-85CB-34BA0873914B}" destId="{5ADA4EC6-49A4-450C-BC07-089563A47E73}" srcOrd="1" destOrd="0" presId="urn:microsoft.com/office/officeart/2005/8/layout/hList1"/>
    <dgm:cxn modelId="{E0D3EFF0-7689-4887-A3FB-B455E68AB712}" type="presParOf" srcId="{07CB8EDD-C1C6-4DE7-B45D-177EB4955A92}" destId="{995F0C09-D460-4E98-93CD-D8E020151F3B}" srcOrd="3" destOrd="0" presId="urn:microsoft.com/office/officeart/2005/8/layout/hList1"/>
    <dgm:cxn modelId="{3CB7F067-F913-40FE-8208-51A61336A01E}" type="presParOf" srcId="{07CB8EDD-C1C6-4DE7-B45D-177EB4955A92}" destId="{D8DAF621-EF55-42BE-A2EE-7D231549AED4}" srcOrd="4" destOrd="0" presId="urn:microsoft.com/office/officeart/2005/8/layout/hList1"/>
    <dgm:cxn modelId="{70110896-19AF-4295-A4B9-4F50A933AD12}" type="presParOf" srcId="{D8DAF621-EF55-42BE-A2EE-7D231549AED4}" destId="{7E7216D8-A67E-47BF-BF0E-9DD82FDBFFD1}" srcOrd="0" destOrd="0" presId="urn:microsoft.com/office/officeart/2005/8/layout/hList1"/>
    <dgm:cxn modelId="{BEBEE477-37D0-4AAE-A002-569EE183A125}" type="presParOf" srcId="{D8DAF621-EF55-42BE-A2EE-7D231549AED4}" destId="{A37DB530-8C3E-4344-9A6F-0922096F02B0}" srcOrd="1" destOrd="0" presId="urn:microsoft.com/office/officeart/2005/8/layout/hList1"/>
    <dgm:cxn modelId="{1A0EEAA0-309C-4CE5-BEB9-ED98C17520F6}" type="presParOf" srcId="{07CB8EDD-C1C6-4DE7-B45D-177EB4955A92}" destId="{649171EA-A0F2-420F-9FCC-3E46BA7D9AEB}" srcOrd="5" destOrd="0" presId="urn:microsoft.com/office/officeart/2005/8/layout/hList1"/>
    <dgm:cxn modelId="{3CE220AE-3D0E-42D5-AFA8-4273F319C454}" type="presParOf" srcId="{07CB8EDD-C1C6-4DE7-B45D-177EB4955A92}" destId="{C156EC2C-9B31-4F78-97CB-EBB88F626DF8}" srcOrd="6" destOrd="0" presId="urn:microsoft.com/office/officeart/2005/8/layout/hList1"/>
    <dgm:cxn modelId="{8A0827F0-626C-4EB8-BFCE-251F23EE0E32}" type="presParOf" srcId="{C156EC2C-9B31-4F78-97CB-EBB88F626DF8}" destId="{7E89018A-6AF0-485F-9157-784198FE410C}" srcOrd="0" destOrd="0" presId="urn:microsoft.com/office/officeart/2005/8/layout/hList1"/>
    <dgm:cxn modelId="{AA56DBD3-4070-4056-9CE6-CCFD408CD338}" type="presParOf" srcId="{C156EC2C-9B31-4F78-97CB-EBB88F626DF8}" destId="{305004C0-8805-46D5-80F3-ABBD7F2C54B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FDD6B5-CD54-47EA-83D0-8678122D9EB5}" type="doc">
      <dgm:prSet loTypeId="urn:microsoft.com/office/officeart/2005/8/layout/hList1" loCatId="list" qsTypeId="urn:microsoft.com/office/officeart/2005/8/quickstyle/simple1#2" qsCatId="simple" csTypeId="urn:microsoft.com/office/officeart/2005/8/colors/accent1_2#2" csCatId="accent1" phldr="1"/>
      <dgm:spPr/>
      <dgm:t>
        <a:bodyPr/>
        <a:lstStyle/>
        <a:p>
          <a:endParaRPr lang="en-US"/>
        </a:p>
      </dgm:t>
    </dgm:pt>
    <dgm:pt modelId="{37636048-933D-49C8-AE1D-E22E4F3AB8BF}">
      <dgm:prSet phldrT="[文本]" custT="1">
        <dgm:style>
          <a:lnRef idx="3">
            <a:schemeClr val="lt1"/>
          </a:lnRef>
          <a:fillRef idx="1">
            <a:schemeClr val="accent1"/>
          </a:fillRef>
          <a:effectRef idx="1">
            <a:schemeClr val="accent1"/>
          </a:effectRef>
          <a:fontRef idx="minor">
            <a:schemeClr val="lt1"/>
          </a:fontRef>
        </dgm:style>
      </dgm:prSet>
      <dgm:spPr>
        <a:xfrm>
          <a:off x="2841" y="40375"/>
          <a:ext cx="1708341" cy="403200"/>
        </a:xfrm>
        <a:solidFill>
          <a:schemeClr val="accent1"/>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sz="1400" b="1">
              <a:solidFill>
                <a:srgbClr val="FFFFFF"/>
              </a:solidFill>
              <a:latin typeface="微软雅黑" panose="020B0503020204020204" charset="-122"/>
              <a:ea typeface="微软雅黑" panose="020B0503020204020204" charset="-122"/>
              <a:cs typeface="+mn-cs"/>
            </a:rPr>
            <a:t>需求分析</a:t>
          </a:r>
          <a:endParaRPr lang="en-US" sz="1400" b="1" dirty="0">
            <a:solidFill>
              <a:srgbClr val="FFFFFF"/>
            </a:solidFill>
            <a:latin typeface="微软雅黑" panose="020B0503020204020204" charset="-122"/>
            <a:ea typeface="微软雅黑" panose="020B0503020204020204" charset="-122"/>
            <a:cs typeface="+mn-cs"/>
          </a:endParaRPr>
        </a:p>
      </dgm:t>
    </dgm:pt>
    <dgm:pt modelId="{18C9CC34-E1BC-466D-81B5-B1FA6A1B8099}" type="parTrans" cxnId="{9E892031-C01C-4488-8700-768F7E27945B}">
      <dgm:prSet/>
      <dgm:spPr/>
      <dgm:t>
        <a:bodyPr/>
        <a:lstStyle/>
        <a:p>
          <a:endParaRPr lang="en-US">
            <a:latin typeface="+mn-lt"/>
          </a:endParaRPr>
        </a:p>
      </dgm:t>
    </dgm:pt>
    <dgm:pt modelId="{D955E7AA-1E1B-475A-9740-444AE6D180EB}" type="sibTrans" cxnId="{9E892031-C01C-4488-8700-768F7E27945B}">
      <dgm:prSet/>
      <dgm:spPr/>
      <dgm:t>
        <a:bodyPr/>
        <a:lstStyle/>
        <a:p>
          <a:endParaRPr lang="en-US">
            <a:latin typeface="+mn-lt"/>
          </a:endParaRPr>
        </a:p>
      </dgm:t>
    </dgm:pt>
    <dgm:pt modelId="{B1B56CE3-EA1E-4D74-A69A-9F92F18E11C3}">
      <dgm:prSet phldrT="[文本]">
        <dgm:style>
          <a:lnRef idx="3">
            <a:schemeClr val="lt1"/>
          </a:lnRef>
          <a:fillRef idx="1">
            <a:schemeClr val="accent2"/>
          </a:fillRef>
          <a:effectRef idx="1">
            <a:schemeClr val="accent2"/>
          </a:effectRef>
          <a:fontRef idx="minor">
            <a:schemeClr val="lt1"/>
          </a:fontRef>
        </dgm:style>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区域划分</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99D31FDF-261D-42DE-9E8E-FF46627FC591}" type="parTrans" cxnId="{41BA4BB2-EA63-46B4-B368-EB1067407470}">
      <dgm:prSet/>
      <dgm:spPr/>
      <dgm:t>
        <a:bodyPr/>
        <a:lstStyle/>
        <a:p>
          <a:endParaRPr lang="en-US">
            <a:latin typeface="+mn-lt"/>
          </a:endParaRPr>
        </a:p>
      </dgm:t>
    </dgm:pt>
    <dgm:pt modelId="{645E4CD8-1E56-481E-9BFD-5C656BFECC31}" type="sibTrans" cxnId="{41BA4BB2-EA63-46B4-B368-EB1067407470}">
      <dgm:prSet/>
      <dgm:spPr/>
      <dgm:t>
        <a:bodyPr/>
        <a:lstStyle/>
        <a:p>
          <a:endParaRPr lang="en-US">
            <a:latin typeface="+mn-lt"/>
          </a:endParaRPr>
        </a:p>
      </dgm:t>
    </dgm:pt>
    <dgm:pt modelId="{82EA28AC-DE4D-4278-9F4E-6C5DC062C466}">
      <dgm:prSet phldrT="[文本]" custT="1">
        <dgm:style>
          <a:lnRef idx="3">
            <a:schemeClr val="lt1"/>
          </a:lnRef>
          <a:fillRef idx="1">
            <a:schemeClr val="accent1"/>
          </a:fillRef>
          <a:effectRef idx="1">
            <a:schemeClr val="accent1"/>
          </a:effectRef>
          <a:fontRef idx="minor">
            <a:schemeClr val="lt1"/>
          </a:fontRef>
        </dgm:style>
      </dgm:prSet>
      <dgm:spPr>
        <a:xfrm>
          <a:off x="1950350" y="40375"/>
          <a:ext cx="1708341" cy="403200"/>
        </a:xfrm>
        <a:solidFill>
          <a:schemeClr val="accent1"/>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400" b="1" dirty="0">
              <a:solidFill>
                <a:srgbClr val="FFFFFF"/>
              </a:solidFill>
              <a:latin typeface="Arial" panose="020B0604020202020204"/>
              <a:ea typeface="微软雅黑" panose="020B0503020204020204" charset="-122"/>
              <a:cs typeface="+mn-cs"/>
            </a:rPr>
            <a:t>规模估算</a:t>
          </a:r>
          <a:endParaRPr kumimoji="0" lang="en-US" altLang="zh-CN" sz="1400" b="1" dirty="0">
            <a:solidFill>
              <a:srgbClr val="FFFFFF"/>
            </a:solidFill>
            <a:latin typeface="Arial" panose="020B0604020202020204"/>
            <a:ea typeface="微软雅黑" panose="020B0503020204020204" charset="-122"/>
            <a:cs typeface="+mn-cs"/>
          </a:endParaRPr>
        </a:p>
      </dgm:t>
    </dgm:pt>
    <dgm:pt modelId="{479FFB3B-3BF0-4D82-A04A-1977BF458C8E}" type="parTrans" cxnId="{63200073-4374-4DCA-8D76-A87F2C1AB091}">
      <dgm:prSet/>
      <dgm:spPr/>
      <dgm:t>
        <a:bodyPr/>
        <a:lstStyle/>
        <a:p>
          <a:endParaRPr lang="en-US">
            <a:latin typeface="+mn-lt"/>
          </a:endParaRPr>
        </a:p>
      </dgm:t>
    </dgm:pt>
    <dgm:pt modelId="{DA0DAC12-BFC8-4EC5-95C6-E147B59B48F6}" type="sibTrans" cxnId="{63200073-4374-4DCA-8D76-A87F2C1AB091}">
      <dgm:prSet/>
      <dgm:spPr/>
      <dgm:t>
        <a:bodyPr/>
        <a:lstStyle/>
        <a:p>
          <a:endParaRPr lang="en-US">
            <a:latin typeface="+mn-lt"/>
          </a:endParaRPr>
        </a:p>
      </dgm:t>
    </dgm:pt>
    <dgm:pt modelId="{6A8A6D2E-DE7D-4700-B864-E494E86672C3}">
      <dgm:prSet phldrT="[文本]">
        <dgm:style>
          <a:lnRef idx="3">
            <a:schemeClr val="lt1"/>
          </a:lnRef>
          <a:fillRef idx="1">
            <a:schemeClr val="accent1"/>
          </a:fillRef>
          <a:effectRef idx="1">
            <a:schemeClr val="accent1"/>
          </a:effectRef>
          <a:fontRef idx="minor">
            <a:schemeClr val="lt1"/>
          </a:fontRef>
        </dgm:style>
      </dgm:prSet>
      <dgm:spPr>
        <a:xfrm>
          <a:off x="195035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覆盖估算</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8CC3B33E-1CDA-4763-9D08-6BFE32BB0712}" type="parTrans" cxnId="{E4BD578F-83A2-442E-803B-A77AD51FD412}">
      <dgm:prSet/>
      <dgm:spPr/>
      <dgm:t>
        <a:bodyPr/>
        <a:lstStyle/>
        <a:p>
          <a:endParaRPr lang="en-US">
            <a:latin typeface="+mn-lt"/>
          </a:endParaRPr>
        </a:p>
      </dgm:t>
    </dgm:pt>
    <dgm:pt modelId="{71ABAA1E-53DA-4C5A-B312-F84169D59BCA}" type="sibTrans" cxnId="{E4BD578F-83A2-442E-803B-A77AD51FD412}">
      <dgm:prSet/>
      <dgm:spPr/>
      <dgm:t>
        <a:bodyPr/>
        <a:lstStyle/>
        <a:p>
          <a:endParaRPr lang="en-US">
            <a:latin typeface="+mn-lt"/>
          </a:endParaRPr>
        </a:p>
      </dgm:t>
    </dgm:pt>
    <dgm:pt modelId="{CC70D90A-39E3-47BA-814B-3964FDB26A9B}">
      <dgm:prSet phldrT="[文本]" custT="1">
        <dgm:style>
          <a:lnRef idx="3">
            <a:schemeClr val="lt1"/>
          </a:lnRef>
          <a:fillRef idx="1">
            <a:schemeClr val="accent1"/>
          </a:fillRef>
          <a:effectRef idx="1">
            <a:schemeClr val="accent1"/>
          </a:effectRef>
          <a:fontRef idx="minor">
            <a:schemeClr val="lt1"/>
          </a:fontRef>
        </dgm:style>
      </dgm:prSet>
      <dgm:spPr>
        <a:xfrm>
          <a:off x="3897860" y="40375"/>
          <a:ext cx="1708341" cy="403200"/>
        </a:xfrm>
        <a:solidFill>
          <a:srgbClr val="5B9BD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200" b="1" dirty="0">
              <a:solidFill>
                <a:srgbClr val="FFFFFF"/>
              </a:solidFill>
              <a:latin typeface="Arial" panose="020B0604020202020204"/>
              <a:ea typeface="微软雅黑" panose="020B0503020204020204" charset="-122"/>
              <a:cs typeface="+mn-cs"/>
            </a:rPr>
            <a:t>站点</a:t>
          </a:r>
          <a:r>
            <a:rPr kumimoji="0" lang="zh-CN" altLang="en-US" sz="1400" b="1" dirty="0">
              <a:solidFill>
                <a:srgbClr val="FFFFFF"/>
              </a:solidFill>
              <a:latin typeface="Arial" panose="020B0604020202020204"/>
              <a:ea typeface="微软雅黑" panose="020B0503020204020204" charset="-122"/>
              <a:cs typeface="+mn-cs"/>
            </a:rPr>
            <a:t>选择</a:t>
          </a:r>
          <a:endParaRPr kumimoji="0" lang="en-US" altLang="zh-CN" sz="1400" b="1" dirty="0">
            <a:solidFill>
              <a:srgbClr val="FFFFFF"/>
            </a:solidFill>
            <a:latin typeface="Arial" panose="020B0604020202020204"/>
            <a:ea typeface="微软雅黑" panose="020B0503020204020204" charset="-122"/>
            <a:cs typeface="+mn-cs"/>
          </a:endParaRPr>
        </a:p>
      </dgm:t>
    </dgm:pt>
    <dgm:pt modelId="{5BC0BB23-C9EA-4FA3-BF2D-40C5B1DF23F0}" type="parTrans" cxnId="{040C892E-7800-4296-807D-A916B5EE2CC4}">
      <dgm:prSet/>
      <dgm:spPr/>
      <dgm:t>
        <a:bodyPr/>
        <a:lstStyle/>
        <a:p>
          <a:endParaRPr lang="en-US">
            <a:latin typeface="+mn-lt"/>
          </a:endParaRPr>
        </a:p>
      </dgm:t>
    </dgm:pt>
    <dgm:pt modelId="{F4591605-E821-4E23-A5C2-459229C7ADC7}" type="sibTrans" cxnId="{040C892E-7800-4296-807D-A916B5EE2CC4}">
      <dgm:prSet/>
      <dgm:spPr/>
      <dgm:t>
        <a:bodyPr/>
        <a:lstStyle/>
        <a:p>
          <a:endParaRPr lang="en-US">
            <a:latin typeface="+mn-lt"/>
          </a:endParaRPr>
        </a:p>
      </dgm:t>
    </dgm:pt>
    <dgm:pt modelId="{666C99CF-FEAE-4191-9AB5-7E36AC3404CB}">
      <dgm:prSet phldrT="[文本]" custT="1">
        <dgm:style>
          <a:lnRef idx="3">
            <a:schemeClr val="lt1"/>
          </a:lnRef>
          <a:fillRef idx="1">
            <a:schemeClr val="accent1"/>
          </a:fillRef>
          <a:effectRef idx="1">
            <a:schemeClr val="accent1"/>
          </a:effectRef>
          <a:fontRef idx="minor">
            <a:schemeClr val="lt1"/>
          </a:fontRef>
        </dgm:style>
      </dgm:prSet>
      <dgm:spPr>
        <a:xfrm>
          <a:off x="5845370" y="40375"/>
          <a:ext cx="1708341" cy="403200"/>
        </a:xfrm>
        <a:solidFill>
          <a:srgbClr val="5B9BD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sz="1400" b="1" dirty="0">
              <a:solidFill>
                <a:srgbClr val="FFFFFF"/>
              </a:solidFill>
              <a:latin typeface="Arial" panose="020B0604020202020204"/>
              <a:ea typeface="微软雅黑" panose="020B0503020204020204" charset="-122"/>
              <a:cs typeface="+mn-cs"/>
            </a:rPr>
            <a:t>规划仿真</a:t>
          </a:r>
          <a:endParaRPr kumimoji="0" lang="en-US" altLang="zh-CN" sz="1400" b="1" dirty="0">
            <a:solidFill>
              <a:srgbClr val="FFFFFF"/>
            </a:solidFill>
            <a:latin typeface="Arial" panose="020B0604020202020204"/>
            <a:ea typeface="微软雅黑" panose="020B0503020204020204" charset="-122"/>
            <a:cs typeface="+mn-cs"/>
          </a:endParaRPr>
        </a:p>
      </dgm:t>
    </dgm:pt>
    <dgm:pt modelId="{A1062653-B7AD-4B13-8AEA-F02AF9E86534}" type="parTrans" cxnId="{134C878C-9667-436A-BA93-A9F1CF29347B}">
      <dgm:prSet/>
      <dgm:spPr/>
      <dgm:t>
        <a:bodyPr/>
        <a:lstStyle/>
        <a:p>
          <a:endParaRPr lang="en-US">
            <a:latin typeface="+mn-lt"/>
          </a:endParaRPr>
        </a:p>
      </dgm:t>
    </dgm:pt>
    <dgm:pt modelId="{34DBDA5E-E525-4961-B5AD-1F9CC5F6021B}" type="sibTrans" cxnId="{134C878C-9667-436A-BA93-A9F1CF29347B}">
      <dgm:prSet/>
      <dgm:spPr/>
      <dgm:t>
        <a:bodyPr/>
        <a:lstStyle/>
        <a:p>
          <a:endParaRPr lang="en-US">
            <a:latin typeface="+mn-lt"/>
          </a:endParaRPr>
        </a:p>
      </dgm:t>
    </dgm:pt>
    <dgm:pt modelId="{BC5E922E-FEB6-492D-9603-A2E80677566D}">
      <dgm:prSet phldrT="[文本]">
        <dgm:style>
          <a:lnRef idx="3">
            <a:schemeClr val="lt1"/>
          </a:lnRef>
          <a:fillRef idx="1">
            <a:schemeClr val="accent1"/>
          </a:fillRef>
          <a:effectRef idx="1">
            <a:schemeClr val="accent1"/>
          </a:effectRef>
          <a:fontRef idx="minor">
            <a:schemeClr val="lt1"/>
          </a:fontRef>
        </dgm:style>
      </dgm:prSet>
      <dgm:spPr>
        <a:xfrm>
          <a:off x="195035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容量估算</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9C1FD123-937A-4F26-8619-7A6A4DFD8C65}" type="parTrans" cxnId="{DB41B7F0-97EF-4C67-8DFC-F7A081E903F2}">
      <dgm:prSet/>
      <dgm:spPr/>
      <dgm:t>
        <a:bodyPr/>
        <a:lstStyle/>
        <a:p>
          <a:endParaRPr lang="en-US">
            <a:latin typeface="+mn-lt"/>
          </a:endParaRPr>
        </a:p>
      </dgm:t>
    </dgm:pt>
    <dgm:pt modelId="{450C1EFC-39D3-4B93-98D3-17561BB37F8B}" type="sibTrans" cxnId="{DB41B7F0-97EF-4C67-8DFC-F7A081E903F2}">
      <dgm:prSet/>
      <dgm:spPr/>
      <dgm:t>
        <a:bodyPr/>
        <a:lstStyle/>
        <a:p>
          <a:endParaRPr lang="en-US">
            <a:latin typeface="+mn-lt"/>
          </a:endParaRPr>
        </a:p>
      </dgm:t>
    </dgm:pt>
    <dgm:pt modelId="{D7C6EEF9-211E-4FA5-8F0F-5B8A5C503AEA}">
      <dgm:prSet phldrT="[文本]">
        <dgm:style>
          <a:lnRef idx="3">
            <a:schemeClr val="lt1"/>
          </a:lnRef>
          <a:fillRef idx="1">
            <a:schemeClr val="accent1"/>
          </a:fillRef>
          <a:effectRef idx="1">
            <a:schemeClr val="accent1"/>
          </a:effectRef>
          <a:fontRef idx="minor">
            <a:schemeClr val="lt1"/>
          </a:fontRef>
        </dgm:style>
      </dgm:prSet>
      <dgm:spPr>
        <a:xfrm>
          <a:off x="389786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站点勘察</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0C0A5BF9-BFFD-4A7B-8B62-9ED22B4BC414}" type="parTrans" cxnId="{CA5F81B1-987D-4646-87F4-0B5ECE94B418}">
      <dgm:prSet/>
      <dgm:spPr/>
      <dgm:t>
        <a:bodyPr/>
        <a:lstStyle/>
        <a:p>
          <a:endParaRPr lang="en-US">
            <a:latin typeface="+mn-lt"/>
          </a:endParaRPr>
        </a:p>
      </dgm:t>
    </dgm:pt>
    <dgm:pt modelId="{560AD399-9A49-467A-B045-C5699C67B335}" type="sibTrans" cxnId="{CA5F81B1-987D-4646-87F4-0B5ECE94B418}">
      <dgm:prSet/>
      <dgm:spPr/>
      <dgm:t>
        <a:bodyPr/>
        <a:lstStyle/>
        <a:p>
          <a:endParaRPr lang="en-US">
            <a:latin typeface="+mn-lt"/>
          </a:endParaRPr>
        </a:p>
      </dgm:t>
    </dgm:pt>
    <dgm:pt modelId="{0B77B1CD-57C5-4E70-AE12-0C2A926FC138}">
      <dgm:prSet phldrT="[文本]">
        <dgm:style>
          <a:lnRef idx="3">
            <a:schemeClr val="lt1"/>
          </a:lnRef>
          <a:fillRef idx="1">
            <a:schemeClr val="accent1"/>
          </a:fillRef>
          <a:effectRef idx="1">
            <a:schemeClr val="accent1"/>
          </a:effectRef>
          <a:fontRef idx="minor">
            <a:schemeClr val="lt1"/>
          </a:fontRef>
        </dgm:style>
      </dgm:prSet>
      <dgm:spPr>
        <a:xfrm>
          <a:off x="389786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站点选择</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1E427C85-3DE3-4D8B-82C1-13CF7B934183}" type="parTrans" cxnId="{FE80427C-A774-42DB-887A-B72A20A5D52D}">
      <dgm:prSet/>
      <dgm:spPr/>
      <dgm:t>
        <a:bodyPr/>
        <a:lstStyle/>
        <a:p>
          <a:endParaRPr lang="en-US">
            <a:latin typeface="+mn-lt"/>
          </a:endParaRPr>
        </a:p>
      </dgm:t>
    </dgm:pt>
    <dgm:pt modelId="{FBB814E7-8F25-41E6-AA80-56C73B5DA95B}" type="sibTrans" cxnId="{FE80427C-A774-42DB-887A-B72A20A5D52D}">
      <dgm:prSet/>
      <dgm:spPr/>
      <dgm:t>
        <a:bodyPr/>
        <a:lstStyle/>
        <a:p>
          <a:endParaRPr lang="en-US">
            <a:latin typeface="+mn-lt"/>
          </a:endParaRPr>
        </a:p>
      </dgm:t>
    </dgm:pt>
    <dgm:pt modelId="{1AE7BD18-16CB-4D8E-95FB-E37FDCAB794B}">
      <dgm:prSet>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solidFill>
              <a:latin typeface="微软雅黑" panose="020B0503020204020204" charset="-122"/>
              <a:ea typeface="微软雅黑" panose="020B0503020204020204" charset="-122"/>
              <a:cs typeface="+mn-cs"/>
            </a:rPr>
            <a:t>容量仿真</a:t>
          </a:r>
          <a:endParaRPr lang="en-US" altLang="zh-CN" i="1" dirty="0">
            <a:solidFill>
              <a:srgbClr val="000000"/>
            </a:solidFill>
            <a:latin typeface="微软雅黑" panose="020B0503020204020204" charset="-122"/>
            <a:ea typeface="微软雅黑" panose="020B0503020204020204" charset="-122"/>
            <a:cs typeface="+mn-cs"/>
          </a:endParaRPr>
        </a:p>
      </dgm:t>
    </dgm:pt>
    <dgm:pt modelId="{51963439-77ED-4508-A2BC-3DDFB2A0395F}" type="parTrans" cxnId="{C4185941-B96E-4C4F-B248-83CC8289CED0}">
      <dgm:prSet/>
      <dgm:spPr/>
      <dgm:t>
        <a:bodyPr/>
        <a:lstStyle/>
        <a:p>
          <a:endParaRPr lang="en-US">
            <a:latin typeface="+mn-lt"/>
          </a:endParaRPr>
        </a:p>
      </dgm:t>
    </dgm:pt>
    <dgm:pt modelId="{33F5748E-90D3-42AE-89A2-17E9918C0888}" type="sibTrans" cxnId="{C4185941-B96E-4C4F-B248-83CC8289CED0}">
      <dgm:prSet/>
      <dgm:spPr/>
      <dgm:t>
        <a:bodyPr/>
        <a:lstStyle/>
        <a:p>
          <a:endParaRPr lang="en-US">
            <a:latin typeface="+mn-lt"/>
          </a:endParaRPr>
        </a:p>
      </dgm:t>
    </dgm:pt>
    <dgm:pt modelId="{32EBFAE0-4C84-48A6-A99C-2F278E51311B}">
      <dgm:prSet phldrT="[文本]">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dirty="0">
              <a:solidFill>
                <a:srgbClr val="000000">
                  <a:hueOff val="0"/>
                  <a:satOff val="0"/>
                  <a:lumOff val="0"/>
                  <a:alphaOff val="0"/>
                </a:srgbClr>
              </a:solidFill>
              <a:latin typeface="微软雅黑" panose="020B0503020204020204" charset="-122"/>
              <a:ea typeface="微软雅黑" panose="020B0503020204020204" charset="-122"/>
              <a:cs typeface="+mn-cs"/>
            </a:rPr>
            <a:t>覆盖仿真</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C8996EA9-C3E7-42A0-A598-BCFEFD961A24}" type="parTrans" cxnId="{9B1DD070-2305-4D49-A740-B9C48B7636AB}">
      <dgm:prSet/>
      <dgm:spPr/>
      <dgm:t>
        <a:bodyPr/>
        <a:lstStyle/>
        <a:p>
          <a:endParaRPr lang="zh-CN" altLang="en-US"/>
        </a:p>
      </dgm:t>
    </dgm:pt>
    <dgm:pt modelId="{5D30E3BD-7ED9-408C-B870-3EE1D9D6F918}" type="sibTrans" cxnId="{9B1DD070-2305-4D49-A740-B9C48B7636AB}">
      <dgm:prSet/>
      <dgm:spPr/>
      <dgm:t>
        <a:bodyPr/>
        <a:lstStyle/>
        <a:p>
          <a:endParaRPr lang="zh-CN" altLang="en-US"/>
        </a:p>
      </dgm:t>
    </dgm:pt>
    <dgm:pt modelId="{C4AB77D3-9F89-45AE-9A86-59385934511E}">
      <dgm:prSet>
        <dgm:style>
          <a:lnRef idx="3">
            <a:schemeClr val="lt1"/>
          </a:lnRef>
          <a:fillRef idx="1">
            <a:schemeClr val="accent1"/>
          </a:fillRef>
          <a:effectRef idx="1">
            <a:schemeClr val="accent1"/>
          </a:effectRef>
          <a:fontRef idx="minor">
            <a:schemeClr val="lt1"/>
          </a:fontRef>
        </dgm:style>
      </dgm:prSet>
      <dgm:spPr>
        <a:xfrm>
          <a:off x="5845370" y="443575"/>
          <a:ext cx="1708341" cy="2075219"/>
        </a:xfrm>
        <a:solidFill>
          <a:srgbClr val="D6DCE5"/>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solidFill>
              <a:latin typeface="微软雅黑" panose="020B0503020204020204" charset="-122"/>
              <a:ea typeface="微软雅黑" panose="020B0503020204020204" charset="-122"/>
              <a:cs typeface="+mn-cs"/>
            </a:rPr>
            <a:t>无线参数规划</a:t>
          </a:r>
          <a:endParaRPr lang="en-US" altLang="zh-CN" i="1" dirty="0">
            <a:solidFill>
              <a:srgbClr val="000000"/>
            </a:solidFill>
            <a:latin typeface="微软雅黑" panose="020B0503020204020204" charset="-122"/>
            <a:ea typeface="微软雅黑" panose="020B0503020204020204" charset="-122"/>
            <a:cs typeface="+mn-cs"/>
          </a:endParaRPr>
        </a:p>
      </dgm:t>
    </dgm:pt>
    <dgm:pt modelId="{3D51D2C5-BF55-45C9-9C5D-1CD8B14F1A9A}" type="parTrans" cxnId="{5C28FE74-79B6-49E2-B7D6-4B97E0A590E0}">
      <dgm:prSet/>
      <dgm:spPr/>
      <dgm:t>
        <a:bodyPr/>
        <a:lstStyle/>
        <a:p>
          <a:endParaRPr lang="zh-CN" altLang="en-US"/>
        </a:p>
      </dgm:t>
    </dgm:pt>
    <dgm:pt modelId="{8E2106FC-7EBB-458A-8C10-815D3C53E27F}" type="sibTrans" cxnId="{5C28FE74-79B6-49E2-B7D6-4B97E0A590E0}">
      <dgm:prSet/>
      <dgm:spPr/>
      <dgm:t>
        <a:bodyPr/>
        <a:lstStyle/>
        <a:p>
          <a:endParaRPr lang="zh-CN" altLang="en-US"/>
        </a:p>
      </dgm:t>
    </dgm:pt>
    <dgm:pt modelId="{CFFE07A0-06BE-4E37-912F-AF7898E27760}">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话务模型</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D63002C9-A0C9-4DB7-A80F-A8D88A345D58}" type="parTrans" cxnId="{083E6859-FC74-4296-877A-CCDD6946C0E7}">
      <dgm:prSet/>
      <dgm:spPr/>
      <dgm:t>
        <a:bodyPr/>
        <a:lstStyle/>
        <a:p>
          <a:endParaRPr lang="en-US"/>
        </a:p>
      </dgm:t>
    </dgm:pt>
    <dgm:pt modelId="{BD2570D1-0E62-4417-A72C-B5AC427E88F0}" type="sibTrans" cxnId="{083E6859-FC74-4296-877A-CCDD6946C0E7}">
      <dgm:prSet/>
      <dgm:spPr/>
      <dgm:t>
        <a:bodyPr/>
        <a:lstStyle/>
        <a:p>
          <a:endParaRPr lang="en-US"/>
        </a:p>
      </dgm:t>
    </dgm:pt>
    <dgm:pt modelId="{89117B0C-F69A-458B-97C4-FA07EB1C9B7A}">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规划指标要求</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C20181C3-F2DD-4200-9FFC-6ACE75B6F2F9}" type="parTrans" cxnId="{B9E4BB2F-FDD3-4B47-B1C3-5950A8EC08A0}">
      <dgm:prSet/>
      <dgm:spPr/>
      <dgm:t>
        <a:bodyPr/>
        <a:lstStyle/>
        <a:p>
          <a:endParaRPr lang="en-US"/>
        </a:p>
      </dgm:t>
    </dgm:pt>
    <dgm:pt modelId="{A6E3DA5D-D39B-4AE3-AF74-C0B30325B52C}" type="sibTrans" cxnId="{B9E4BB2F-FDD3-4B47-B1C3-5950A8EC08A0}">
      <dgm:prSet/>
      <dgm:spPr/>
      <dgm:t>
        <a:bodyPr/>
        <a:lstStyle/>
        <a:p>
          <a:endParaRPr lang="en-US"/>
        </a:p>
      </dgm:t>
    </dgm:pt>
    <dgm:pt modelId="{424C67EA-E5AD-465C-86AD-8D0825FE3863}">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lang="zh-CN" altLang="en-US" i="1">
              <a:solidFill>
                <a:srgbClr val="000000">
                  <a:hueOff val="0"/>
                  <a:satOff val="0"/>
                  <a:lumOff val="0"/>
                  <a:alphaOff val="0"/>
                </a:srgbClr>
              </a:solidFill>
              <a:latin typeface="微软雅黑" panose="020B0503020204020204" charset="-122"/>
              <a:ea typeface="微软雅黑" panose="020B0503020204020204" charset="-122"/>
              <a:cs typeface="+mn-cs"/>
            </a:rPr>
            <a:t>建网策略</a:t>
          </a:r>
          <a:endParaRPr lang="en-US" i="1" dirty="0">
            <a:solidFill>
              <a:srgbClr val="000000">
                <a:hueOff val="0"/>
                <a:satOff val="0"/>
                <a:lumOff val="0"/>
                <a:alphaOff val="0"/>
              </a:srgbClr>
            </a:solidFill>
            <a:latin typeface="微软雅黑" panose="020B0503020204020204" charset="-122"/>
            <a:ea typeface="微软雅黑" panose="020B0503020204020204" charset="-122"/>
            <a:cs typeface="+mn-cs"/>
          </a:endParaRPr>
        </a:p>
      </dgm:t>
    </dgm:pt>
    <dgm:pt modelId="{E54C9D5B-9A36-4251-BD16-1D7B16AD4BAF}" type="parTrans" cxnId="{CF27CACE-BAB8-45F3-8227-9D66360DED29}">
      <dgm:prSet/>
      <dgm:spPr/>
      <dgm:t>
        <a:bodyPr/>
        <a:lstStyle/>
        <a:p>
          <a:endParaRPr lang="en-US"/>
        </a:p>
      </dgm:t>
    </dgm:pt>
    <dgm:pt modelId="{5DA1D505-986D-4D23-9D78-92CDE25ECCF1}" type="sibTrans" cxnId="{CF27CACE-BAB8-45F3-8227-9D66360DED29}">
      <dgm:prSet/>
      <dgm:spPr/>
      <dgm:t>
        <a:bodyPr/>
        <a:lstStyle/>
        <a:p>
          <a:endParaRPr lang="en-US"/>
        </a:p>
      </dgm:t>
    </dgm:pt>
    <dgm:pt modelId="{C80E66BD-CDD9-403A-B209-83DAA085521F}">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备选站点信息</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46715733-9429-4938-B8F0-414D8396C5FA}" type="parTrans" cxnId="{83F81B9D-58A6-4925-B78C-259A5AEC900D}">
      <dgm:prSet/>
      <dgm:spPr/>
      <dgm:t>
        <a:bodyPr/>
        <a:lstStyle/>
        <a:p>
          <a:endParaRPr lang="en-US"/>
        </a:p>
      </dgm:t>
    </dgm:pt>
    <dgm:pt modelId="{3D4F92BF-7B19-40C0-8182-247C9593365B}" type="sibTrans" cxnId="{83F81B9D-58A6-4925-B78C-259A5AEC900D}">
      <dgm:prSet/>
      <dgm:spPr/>
      <dgm:t>
        <a:bodyPr/>
        <a:lstStyle/>
        <a:p>
          <a:endParaRPr lang="en-US"/>
        </a:p>
      </dgm:t>
    </dgm:pt>
    <dgm:pt modelId="{251C42E5-34D2-4889-96B7-EADE956B3B5F}">
      <dgm:prSet/>
      <dgm:spPr>
        <a:xfrm>
          <a:off x="2841" y="443575"/>
          <a:ext cx="1708341" cy="2075219"/>
        </a:xfrm>
        <a:solidFill>
          <a:schemeClr val="tx2">
            <a:lumMod val="20000"/>
            <a:lumOff val="80000"/>
          </a:schemeClr>
        </a:solidFill>
        <a:ln w="38100" cap="flat" cmpd="sng" algn="ctr">
          <a:solidFill>
            <a:srgbClr val="FFFFFF"/>
          </a:solidFill>
          <a:prstDash val="solid"/>
        </a:ln>
        <a:effectLst>
          <a:outerShdw blurRad="40000" dist="20000" dir="5400000" rotWithShape="0">
            <a:srgbClr val="000000">
              <a:alpha val="38000"/>
            </a:srgbClr>
          </a:outerShdw>
        </a:effectLst>
      </dgm:spPr>
      <dgm:t>
        <a:bodyPr/>
        <a:lstStyle/>
        <a:p>
          <a:r>
            <a:rPr kumimoji="0" lang="zh-CN" altLang="en-US" i="1">
              <a:solidFill>
                <a:srgbClr val="000000"/>
              </a:solidFill>
              <a:latin typeface="微软雅黑" panose="020B0503020204020204" charset="-122"/>
              <a:ea typeface="微软雅黑" panose="020B0503020204020204" charset="-122"/>
              <a:cs typeface="+mn-cs"/>
            </a:rPr>
            <a:t>其他需求</a:t>
          </a:r>
          <a:endParaRPr kumimoji="0" lang="en-US" altLang="zh-CN" i="1" dirty="0">
            <a:solidFill>
              <a:srgbClr val="000000"/>
            </a:solidFill>
            <a:latin typeface="微软雅黑" panose="020B0503020204020204" charset="-122"/>
            <a:ea typeface="微软雅黑" panose="020B0503020204020204" charset="-122"/>
            <a:cs typeface="+mn-cs"/>
          </a:endParaRPr>
        </a:p>
      </dgm:t>
    </dgm:pt>
    <dgm:pt modelId="{EFEC6B2C-CA49-4687-AC51-261BF3F819EC}" type="parTrans" cxnId="{D4F4A58D-25AA-4551-A6C5-11ED0C749C4F}">
      <dgm:prSet/>
      <dgm:spPr/>
      <dgm:t>
        <a:bodyPr/>
        <a:lstStyle/>
        <a:p>
          <a:endParaRPr lang="en-US"/>
        </a:p>
      </dgm:t>
    </dgm:pt>
    <dgm:pt modelId="{260097D6-A539-4F32-B98C-12C126BA3C7B}" type="sibTrans" cxnId="{D4F4A58D-25AA-4551-A6C5-11ED0C749C4F}">
      <dgm:prSet/>
      <dgm:spPr/>
      <dgm:t>
        <a:bodyPr/>
        <a:lstStyle/>
        <a:p>
          <a:endParaRPr lang="en-US"/>
        </a:p>
      </dgm:t>
    </dgm:pt>
    <dgm:pt modelId="{07CB8EDD-C1C6-4DE7-B45D-177EB4955A92}" type="pres">
      <dgm:prSet presAssocID="{EFFDD6B5-CD54-47EA-83D0-8678122D9EB5}" presName="Name0" presStyleCnt="0">
        <dgm:presLayoutVars>
          <dgm:dir/>
          <dgm:animLvl val="lvl"/>
          <dgm:resizeHandles val="exact"/>
        </dgm:presLayoutVars>
      </dgm:prSet>
      <dgm:spPr/>
    </dgm:pt>
    <dgm:pt modelId="{9496F54A-2010-4990-AD43-7E26CE7A3AC6}" type="pres">
      <dgm:prSet presAssocID="{37636048-933D-49C8-AE1D-E22E4F3AB8BF}" presName="composite" presStyleCnt="0"/>
      <dgm:spPr/>
    </dgm:pt>
    <dgm:pt modelId="{55322DE9-2BC1-4DEB-A3E8-071E84495452}" type="pres">
      <dgm:prSet presAssocID="{37636048-933D-49C8-AE1D-E22E4F3AB8BF}" presName="parTx" presStyleLbl="alignNode1" presStyleIdx="0" presStyleCnt="4">
        <dgm:presLayoutVars>
          <dgm:chMax val="0"/>
          <dgm:chPref val="0"/>
          <dgm:bulletEnabled val="1"/>
        </dgm:presLayoutVars>
      </dgm:prSet>
      <dgm:spPr>
        <a:prstGeom prst="rect">
          <a:avLst/>
        </a:prstGeom>
      </dgm:spPr>
    </dgm:pt>
    <dgm:pt modelId="{8EA4B0EB-D5DB-42F4-9AA1-C34E775EA028}" type="pres">
      <dgm:prSet presAssocID="{37636048-933D-49C8-AE1D-E22E4F3AB8BF}" presName="desTx" presStyleLbl="alignAccFollowNode1" presStyleIdx="0" presStyleCnt="4">
        <dgm:presLayoutVars>
          <dgm:bulletEnabled val="1"/>
        </dgm:presLayoutVars>
      </dgm:prSet>
      <dgm:spPr>
        <a:prstGeom prst="rect">
          <a:avLst/>
        </a:prstGeom>
      </dgm:spPr>
    </dgm:pt>
    <dgm:pt modelId="{7E68FC17-5640-44D1-8D42-57AEFCA0E2A0}" type="pres">
      <dgm:prSet presAssocID="{D955E7AA-1E1B-475A-9740-444AE6D180EB}" presName="space" presStyleCnt="0"/>
      <dgm:spPr/>
    </dgm:pt>
    <dgm:pt modelId="{37252B69-A792-4BA5-85CB-34BA0873914B}" type="pres">
      <dgm:prSet presAssocID="{82EA28AC-DE4D-4278-9F4E-6C5DC062C466}" presName="composite" presStyleCnt="0"/>
      <dgm:spPr/>
    </dgm:pt>
    <dgm:pt modelId="{3B62D879-8772-4807-B278-1A5A082B1EB5}" type="pres">
      <dgm:prSet presAssocID="{82EA28AC-DE4D-4278-9F4E-6C5DC062C466}" presName="parTx" presStyleLbl="alignNode1" presStyleIdx="1" presStyleCnt="4">
        <dgm:presLayoutVars>
          <dgm:chMax val="0"/>
          <dgm:chPref val="0"/>
          <dgm:bulletEnabled val="1"/>
        </dgm:presLayoutVars>
      </dgm:prSet>
      <dgm:spPr>
        <a:prstGeom prst="rect">
          <a:avLst/>
        </a:prstGeom>
      </dgm:spPr>
    </dgm:pt>
    <dgm:pt modelId="{5ADA4EC6-49A4-450C-BC07-089563A47E73}" type="pres">
      <dgm:prSet presAssocID="{82EA28AC-DE4D-4278-9F4E-6C5DC062C466}" presName="desTx" presStyleLbl="alignAccFollowNode1" presStyleIdx="1" presStyleCnt="4">
        <dgm:presLayoutVars>
          <dgm:bulletEnabled val="1"/>
        </dgm:presLayoutVars>
      </dgm:prSet>
      <dgm:spPr>
        <a:prstGeom prst="rect">
          <a:avLst/>
        </a:prstGeom>
      </dgm:spPr>
    </dgm:pt>
    <dgm:pt modelId="{995F0C09-D460-4E98-93CD-D8E020151F3B}" type="pres">
      <dgm:prSet presAssocID="{DA0DAC12-BFC8-4EC5-95C6-E147B59B48F6}" presName="space" presStyleCnt="0"/>
      <dgm:spPr/>
    </dgm:pt>
    <dgm:pt modelId="{D8DAF621-EF55-42BE-A2EE-7D231549AED4}" type="pres">
      <dgm:prSet presAssocID="{CC70D90A-39E3-47BA-814B-3964FDB26A9B}" presName="composite" presStyleCnt="0"/>
      <dgm:spPr/>
    </dgm:pt>
    <dgm:pt modelId="{7E7216D8-A67E-47BF-BF0E-9DD82FDBFFD1}" type="pres">
      <dgm:prSet presAssocID="{CC70D90A-39E3-47BA-814B-3964FDB26A9B}" presName="parTx" presStyleLbl="alignNode1" presStyleIdx="2" presStyleCnt="4">
        <dgm:presLayoutVars>
          <dgm:chMax val="0"/>
          <dgm:chPref val="0"/>
          <dgm:bulletEnabled val="1"/>
        </dgm:presLayoutVars>
      </dgm:prSet>
      <dgm:spPr>
        <a:prstGeom prst="rect">
          <a:avLst/>
        </a:prstGeom>
      </dgm:spPr>
    </dgm:pt>
    <dgm:pt modelId="{A37DB530-8C3E-4344-9A6F-0922096F02B0}" type="pres">
      <dgm:prSet presAssocID="{CC70D90A-39E3-47BA-814B-3964FDB26A9B}" presName="desTx" presStyleLbl="alignAccFollowNode1" presStyleIdx="2" presStyleCnt="4">
        <dgm:presLayoutVars>
          <dgm:bulletEnabled val="1"/>
        </dgm:presLayoutVars>
      </dgm:prSet>
      <dgm:spPr>
        <a:prstGeom prst="rect">
          <a:avLst/>
        </a:prstGeom>
      </dgm:spPr>
    </dgm:pt>
    <dgm:pt modelId="{649171EA-A0F2-420F-9FCC-3E46BA7D9AEB}" type="pres">
      <dgm:prSet presAssocID="{F4591605-E821-4E23-A5C2-459229C7ADC7}" presName="space" presStyleCnt="0"/>
      <dgm:spPr/>
    </dgm:pt>
    <dgm:pt modelId="{C156EC2C-9B31-4F78-97CB-EBB88F626DF8}" type="pres">
      <dgm:prSet presAssocID="{666C99CF-FEAE-4191-9AB5-7E36AC3404CB}" presName="composite" presStyleCnt="0"/>
      <dgm:spPr/>
    </dgm:pt>
    <dgm:pt modelId="{7E89018A-6AF0-485F-9157-784198FE410C}" type="pres">
      <dgm:prSet presAssocID="{666C99CF-FEAE-4191-9AB5-7E36AC3404CB}" presName="parTx" presStyleLbl="alignNode1" presStyleIdx="3" presStyleCnt="4">
        <dgm:presLayoutVars>
          <dgm:chMax val="0"/>
          <dgm:chPref val="0"/>
          <dgm:bulletEnabled val="1"/>
        </dgm:presLayoutVars>
      </dgm:prSet>
      <dgm:spPr>
        <a:prstGeom prst="rect">
          <a:avLst/>
        </a:prstGeom>
      </dgm:spPr>
    </dgm:pt>
    <dgm:pt modelId="{305004C0-8805-46D5-80F3-ABBD7F2C54B3}" type="pres">
      <dgm:prSet presAssocID="{666C99CF-FEAE-4191-9AB5-7E36AC3404CB}" presName="desTx" presStyleLbl="alignAccFollowNode1" presStyleIdx="3" presStyleCnt="4">
        <dgm:presLayoutVars>
          <dgm:bulletEnabled val="1"/>
        </dgm:presLayoutVars>
      </dgm:prSet>
      <dgm:spPr>
        <a:prstGeom prst="rect">
          <a:avLst/>
        </a:prstGeom>
      </dgm:spPr>
    </dgm:pt>
  </dgm:ptLst>
  <dgm:cxnLst>
    <dgm:cxn modelId="{84841003-62A1-48E0-9B59-FE876E2E4EAF}" type="presOf" srcId="{BC5E922E-FEB6-492D-9603-A2E80677566D}" destId="{5ADA4EC6-49A4-450C-BC07-089563A47E73}" srcOrd="0" destOrd="1" presId="urn:microsoft.com/office/officeart/2005/8/layout/hList1"/>
    <dgm:cxn modelId="{E20B8C09-1666-4CC7-8908-7947EC16419B}" type="presOf" srcId="{666C99CF-FEAE-4191-9AB5-7E36AC3404CB}" destId="{7E89018A-6AF0-485F-9157-784198FE410C}" srcOrd="0" destOrd="0" presId="urn:microsoft.com/office/officeart/2005/8/layout/hList1"/>
    <dgm:cxn modelId="{04669F1C-2DE6-4F4C-86A5-5C934F87E027}" type="presOf" srcId="{1AE7BD18-16CB-4D8E-95FB-E37FDCAB794B}" destId="{305004C0-8805-46D5-80F3-ABBD7F2C54B3}" srcOrd="0" destOrd="1" presId="urn:microsoft.com/office/officeart/2005/8/layout/hList1"/>
    <dgm:cxn modelId="{79DE6620-3060-436E-A47C-B5D2CFA3BCC1}" type="presOf" srcId="{37636048-933D-49C8-AE1D-E22E4F3AB8BF}" destId="{55322DE9-2BC1-4DEB-A3E8-071E84495452}" srcOrd="0" destOrd="0" presId="urn:microsoft.com/office/officeart/2005/8/layout/hList1"/>
    <dgm:cxn modelId="{040C892E-7800-4296-807D-A916B5EE2CC4}" srcId="{EFFDD6B5-CD54-47EA-83D0-8678122D9EB5}" destId="{CC70D90A-39E3-47BA-814B-3964FDB26A9B}" srcOrd="2" destOrd="0" parTransId="{5BC0BB23-C9EA-4FA3-BF2D-40C5B1DF23F0}" sibTransId="{F4591605-E821-4E23-A5C2-459229C7ADC7}"/>
    <dgm:cxn modelId="{B9E4BB2F-FDD3-4B47-B1C3-5950A8EC08A0}" srcId="{37636048-933D-49C8-AE1D-E22E4F3AB8BF}" destId="{89117B0C-F69A-458B-97C4-FA07EB1C9B7A}" srcOrd="2" destOrd="0" parTransId="{C20181C3-F2DD-4200-9FFC-6ACE75B6F2F9}" sibTransId="{A6E3DA5D-D39B-4AE3-AF74-C0B30325B52C}"/>
    <dgm:cxn modelId="{D8643630-3D13-48DF-B192-4CA5CD141710}" type="presOf" srcId="{CC70D90A-39E3-47BA-814B-3964FDB26A9B}" destId="{7E7216D8-A67E-47BF-BF0E-9DD82FDBFFD1}" srcOrd="0" destOrd="0" presId="urn:microsoft.com/office/officeart/2005/8/layout/hList1"/>
    <dgm:cxn modelId="{9E892031-C01C-4488-8700-768F7E27945B}" srcId="{EFFDD6B5-CD54-47EA-83D0-8678122D9EB5}" destId="{37636048-933D-49C8-AE1D-E22E4F3AB8BF}" srcOrd="0" destOrd="0" parTransId="{18C9CC34-E1BC-466D-81B5-B1FA6A1B8099}" sibTransId="{D955E7AA-1E1B-475A-9740-444AE6D180EB}"/>
    <dgm:cxn modelId="{B6755035-1DCF-4C1F-ABAB-BEB771CE24CF}" type="presOf" srcId="{82EA28AC-DE4D-4278-9F4E-6C5DC062C466}" destId="{3B62D879-8772-4807-B278-1A5A082B1EB5}" srcOrd="0" destOrd="0" presId="urn:microsoft.com/office/officeart/2005/8/layout/hList1"/>
    <dgm:cxn modelId="{ABEEE038-A776-4556-822A-D662B5200702}" type="presOf" srcId="{89117B0C-F69A-458B-97C4-FA07EB1C9B7A}" destId="{8EA4B0EB-D5DB-42F4-9AA1-C34E775EA028}" srcOrd="0" destOrd="2" presId="urn:microsoft.com/office/officeart/2005/8/layout/hList1"/>
    <dgm:cxn modelId="{4FE8463A-541A-4A9C-845B-6B7EEAC05F28}" type="presOf" srcId="{424C67EA-E5AD-465C-86AD-8D0825FE3863}" destId="{8EA4B0EB-D5DB-42F4-9AA1-C34E775EA028}" srcOrd="0" destOrd="3" presId="urn:microsoft.com/office/officeart/2005/8/layout/hList1"/>
    <dgm:cxn modelId="{52BA1940-D659-4DF9-B050-048351B9A759}" type="presOf" srcId="{CFFE07A0-06BE-4E37-912F-AF7898E27760}" destId="{8EA4B0EB-D5DB-42F4-9AA1-C34E775EA028}" srcOrd="0" destOrd="1" presId="urn:microsoft.com/office/officeart/2005/8/layout/hList1"/>
    <dgm:cxn modelId="{C4185941-B96E-4C4F-B248-83CC8289CED0}" srcId="{666C99CF-FEAE-4191-9AB5-7E36AC3404CB}" destId="{1AE7BD18-16CB-4D8E-95FB-E37FDCAB794B}" srcOrd="1" destOrd="0" parTransId="{51963439-77ED-4508-A2BC-3DDFB2A0395F}" sibTransId="{33F5748E-90D3-42AE-89A2-17E9918C0888}"/>
    <dgm:cxn modelId="{6D936B45-FB9F-481D-B3B9-E58271DF2468}" type="presOf" srcId="{EFFDD6B5-CD54-47EA-83D0-8678122D9EB5}" destId="{07CB8EDD-C1C6-4DE7-B45D-177EB4955A92}" srcOrd="0" destOrd="0" presId="urn:microsoft.com/office/officeart/2005/8/layout/hList1"/>
    <dgm:cxn modelId="{81764769-F4D3-422E-84CA-59F073D35E26}" type="presOf" srcId="{32EBFAE0-4C84-48A6-A99C-2F278E51311B}" destId="{305004C0-8805-46D5-80F3-ABBD7F2C54B3}" srcOrd="0" destOrd="0" presId="urn:microsoft.com/office/officeart/2005/8/layout/hList1"/>
    <dgm:cxn modelId="{9B1DD070-2305-4D49-A740-B9C48B7636AB}" srcId="{666C99CF-FEAE-4191-9AB5-7E36AC3404CB}" destId="{32EBFAE0-4C84-48A6-A99C-2F278E51311B}" srcOrd="0" destOrd="0" parTransId="{C8996EA9-C3E7-42A0-A598-BCFEFD961A24}" sibTransId="{5D30E3BD-7ED9-408C-B870-3EE1D9D6F918}"/>
    <dgm:cxn modelId="{63200073-4374-4DCA-8D76-A87F2C1AB091}" srcId="{EFFDD6B5-CD54-47EA-83D0-8678122D9EB5}" destId="{82EA28AC-DE4D-4278-9F4E-6C5DC062C466}" srcOrd="1" destOrd="0" parTransId="{479FFB3B-3BF0-4D82-A04A-1977BF458C8E}" sibTransId="{DA0DAC12-BFC8-4EC5-95C6-E147B59B48F6}"/>
    <dgm:cxn modelId="{5C28FE74-79B6-49E2-B7D6-4B97E0A590E0}" srcId="{666C99CF-FEAE-4191-9AB5-7E36AC3404CB}" destId="{C4AB77D3-9F89-45AE-9A86-59385934511E}" srcOrd="2" destOrd="0" parTransId="{3D51D2C5-BF55-45C9-9C5D-1CD8B14F1A9A}" sibTransId="{8E2106FC-7EBB-458A-8C10-815D3C53E27F}"/>
    <dgm:cxn modelId="{083E6859-FC74-4296-877A-CCDD6946C0E7}" srcId="{37636048-933D-49C8-AE1D-E22E4F3AB8BF}" destId="{CFFE07A0-06BE-4E37-912F-AF7898E27760}" srcOrd="1" destOrd="0" parTransId="{D63002C9-A0C9-4DB7-A80F-A8D88A345D58}" sibTransId="{BD2570D1-0E62-4417-A72C-B5AC427E88F0}"/>
    <dgm:cxn modelId="{FE80427C-A774-42DB-887A-B72A20A5D52D}" srcId="{CC70D90A-39E3-47BA-814B-3964FDB26A9B}" destId="{0B77B1CD-57C5-4E70-AE12-0C2A926FC138}" srcOrd="1" destOrd="0" parTransId="{1E427C85-3DE3-4D8B-82C1-13CF7B934183}" sibTransId="{FBB814E7-8F25-41E6-AA80-56C73B5DA95B}"/>
    <dgm:cxn modelId="{134C878C-9667-436A-BA93-A9F1CF29347B}" srcId="{EFFDD6B5-CD54-47EA-83D0-8678122D9EB5}" destId="{666C99CF-FEAE-4191-9AB5-7E36AC3404CB}" srcOrd="3" destOrd="0" parTransId="{A1062653-B7AD-4B13-8AEA-F02AF9E86534}" sibTransId="{34DBDA5E-E525-4961-B5AD-1F9CC5F6021B}"/>
    <dgm:cxn modelId="{D4F4A58D-25AA-4551-A6C5-11ED0C749C4F}" srcId="{37636048-933D-49C8-AE1D-E22E4F3AB8BF}" destId="{251C42E5-34D2-4889-96B7-EADE956B3B5F}" srcOrd="5" destOrd="0" parTransId="{EFEC6B2C-CA49-4687-AC51-261BF3F819EC}" sibTransId="{260097D6-A539-4F32-B98C-12C126BA3C7B}"/>
    <dgm:cxn modelId="{E4BD578F-83A2-442E-803B-A77AD51FD412}" srcId="{82EA28AC-DE4D-4278-9F4E-6C5DC062C466}" destId="{6A8A6D2E-DE7D-4700-B864-E494E86672C3}" srcOrd="0" destOrd="0" parTransId="{8CC3B33E-1CDA-4763-9D08-6BFE32BB0712}" sibTransId="{71ABAA1E-53DA-4C5A-B312-F84169D59BCA}"/>
    <dgm:cxn modelId="{83F81B9D-58A6-4925-B78C-259A5AEC900D}" srcId="{37636048-933D-49C8-AE1D-E22E4F3AB8BF}" destId="{C80E66BD-CDD9-403A-B209-83DAA085521F}" srcOrd="4" destOrd="0" parTransId="{46715733-9429-4938-B8F0-414D8396C5FA}" sibTransId="{3D4F92BF-7B19-40C0-8182-247C9593365B}"/>
    <dgm:cxn modelId="{77E272A1-39D6-4DEE-B9CE-157DFB5E4B38}" type="presOf" srcId="{C4AB77D3-9F89-45AE-9A86-59385934511E}" destId="{305004C0-8805-46D5-80F3-ABBD7F2C54B3}" srcOrd="0" destOrd="2" presId="urn:microsoft.com/office/officeart/2005/8/layout/hList1"/>
    <dgm:cxn modelId="{5E2520A5-FD2E-4E92-8901-35696B231A9C}" type="presOf" srcId="{6A8A6D2E-DE7D-4700-B864-E494E86672C3}" destId="{5ADA4EC6-49A4-450C-BC07-089563A47E73}" srcOrd="0" destOrd="0" presId="urn:microsoft.com/office/officeart/2005/8/layout/hList1"/>
    <dgm:cxn modelId="{223AFFAE-CC04-4528-BCB5-46AD1B40D1CD}" type="presOf" srcId="{B1B56CE3-EA1E-4D74-A69A-9F92F18E11C3}" destId="{8EA4B0EB-D5DB-42F4-9AA1-C34E775EA028}" srcOrd="0" destOrd="0" presId="urn:microsoft.com/office/officeart/2005/8/layout/hList1"/>
    <dgm:cxn modelId="{CA5F81B1-987D-4646-87F4-0B5ECE94B418}" srcId="{CC70D90A-39E3-47BA-814B-3964FDB26A9B}" destId="{D7C6EEF9-211E-4FA5-8F0F-5B8A5C503AEA}" srcOrd="0" destOrd="0" parTransId="{0C0A5BF9-BFFD-4A7B-8B62-9ED22B4BC414}" sibTransId="{560AD399-9A49-467A-B045-C5699C67B335}"/>
    <dgm:cxn modelId="{41BA4BB2-EA63-46B4-B368-EB1067407470}" srcId="{37636048-933D-49C8-AE1D-E22E4F3AB8BF}" destId="{B1B56CE3-EA1E-4D74-A69A-9F92F18E11C3}" srcOrd="0" destOrd="0" parTransId="{99D31FDF-261D-42DE-9E8E-FF46627FC591}" sibTransId="{645E4CD8-1E56-481E-9BFD-5C656BFECC31}"/>
    <dgm:cxn modelId="{662247B3-8D2E-4CD8-ACE3-C8F4AF962EE0}" type="presOf" srcId="{C80E66BD-CDD9-403A-B209-83DAA085521F}" destId="{8EA4B0EB-D5DB-42F4-9AA1-C34E775EA028}" srcOrd="0" destOrd="4" presId="urn:microsoft.com/office/officeart/2005/8/layout/hList1"/>
    <dgm:cxn modelId="{C25A67BD-0348-48AE-81BC-4F4142A82103}" type="presOf" srcId="{D7C6EEF9-211E-4FA5-8F0F-5B8A5C503AEA}" destId="{A37DB530-8C3E-4344-9A6F-0922096F02B0}" srcOrd="0" destOrd="0" presId="urn:microsoft.com/office/officeart/2005/8/layout/hList1"/>
    <dgm:cxn modelId="{CF27CACE-BAB8-45F3-8227-9D66360DED29}" srcId="{37636048-933D-49C8-AE1D-E22E4F3AB8BF}" destId="{424C67EA-E5AD-465C-86AD-8D0825FE3863}" srcOrd="3" destOrd="0" parTransId="{E54C9D5B-9A36-4251-BD16-1D7B16AD4BAF}" sibTransId="{5DA1D505-986D-4D23-9D78-92CDE25ECCF1}"/>
    <dgm:cxn modelId="{B55039DC-624A-4101-9955-2EA29A917ACD}" type="presOf" srcId="{251C42E5-34D2-4889-96B7-EADE956B3B5F}" destId="{8EA4B0EB-D5DB-42F4-9AA1-C34E775EA028}" srcOrd="0" destOrd="5" presId="urn:microsoft.com/office/officeart/2005/8/layout/hList1"/>
    <dgm:cxn modelId="{1527F7DD-8B35-4D8E-A51A-CA34C520CAFC}" type="presOf" srcId="{0B77B1CD-57C5-4E70-AE12-0C2A926FC138}" destId="{A37DB530-8C3E-4344-9A6F-0922096F02B0}" srcOrd="0" destOrd="1" presId="urn:microsoft.com/office/officeart/2005/8/layout/hList1"/>
    <dgm:cxn modelId="{DB41B7F0-97EF-4C67-8DFC-F7A081E903F2}" srcId="{82EA28AC-DE4D-4278-9F4E-6C5DC062C466}" destId="{BC5E922E-FEB6-492D-9603-A2E80677566D}" srcOrd="1" destOrd="0" parTransId="{9C1FD123-937A-4F26-8619-7A6A4DFD8C65}" sibTransId="{450C1EFC-39D3-4B93-98D3-17561BB37F8B}"/>
    <dgm:cxn modelId="{8C4F52E8-AB1A-42B3-B978-769A16F65BD2}" type="presParOf" srcId="{07CB8EDD-C1C6-4DE7-B45D-177EB4955A92}" destId="{9496F54A-2010-4990-AD43-7E26CE7A3AC6}" srcOrd="0" destOrd="0" presId="urn:microsoft.com/office/officeart/2005/8/layout/hList1"/>
    <dgm:cxn modelId="{8EE86FBC-40F6-42BE-BE90-44BFC6FB389C}" type="presParOf" srcId="{9496F54A-2010-4990-AD43-7E26CE7A3AC6}" destId="{55322DE9-2BC1-4DEB-A3E8-071E84495452}" srcOrd="0" destOrd="0" presId="urn:microsoft.com/office/officeart/2005/8/layout/hList1"/>
    <dgm:cxn modelId="{12724945-CAF9-412F-8B9A-16A0C7629BF0}" type="presParOf" srcId="{9496F54A-2010-4990-AD43-7E26CE7A3AC6}" destId="{8EA4B0EB-D5DB-42F4-9AA1-C34E775EA028}" srcOrd="1" destOrd="0" presId="urn:microsoft.com/office/officeart/2005/8/layout/hList1"/>
    <dgm:cxn modelId="{36E2D847-FEC6-41B7-8FFF-E9649AAB2EF3}" type="presParOf" srcId="{07CB8EDD-C1C6-4DE7-B45D-177EB4955A92}" destId="{7E68FC17-5640-44D1-8D42-57AEFCA0E2A0}" srcOrd="1" destOrd="0" presId="urn:microsoft.com/office/officeart/2005/8/layout/hList1"/>
    <dgm:cxn modelId="{D18A3C02-F91F-49CB-8ABB-881A03C9F938}" type="presParOf" srcId="{07CB8EDD-C1C6-4DE7-B45D-177EB4955A92}" destId="{37252B69-A792-4BA5-85CB-34BA0873914B}" srcOrd="2" destOrd="0" presId="urn:microsoft.com/office/officeart/2005/8/layout/hList1"/>
    <dgm:cxn modelId="{D42207CE-1BEA-43B1-B440-9D4FF021BDB3}" type="presParOf" srcId="{37252B69-A792-4BA5-85CB-34BA0873914B}" destId="{3B62D879-8772-4807-B278-1A5A082B1EB5}" srcOrd="0" destOrd="0" presId="urn:microsoft.com/office/officeart/2005/8/layout/hList1"/>
    <dgm:cxn modelId="{6B3FA844-B6CB-43C7-886C-C4CA7A8E85E4}" type="presParOf" srcId="{37252B69-A792-4BA5-85CB-34BA0873914B}" destId="{5ADA4EC6-49A4-450C-BC07-089563A47E73}" srcOrd="1" destOrd="0" presId="urn:microsoft.com/office/officeart/2005/8/layout/hList1"/>
    <dgm:cxn modelId="{E0D3EFF0-7689-4887-A3FB-B455E68AB712}" type="presParOf" srcId="{07CB8EDD-C1C6-4DE7-B45D-177EB4955A92}" destId="{995F0C09-D460-4E98-93CD-D8E020151F3B}" srcOrd="3" destOrd="0" presId="urn:microsoft.com/office/officeart/2005/8/layout/hList1"/>
    <dgm:cxn modelId="{3CB7F067-F913-40FE-8208-51A61336A01E}" type="presParOf" srcId="{07CB8EDD-C1C6-4DE7-B45D-177EB4955A92}" destId="{D8DAF621-EF55-42BE-A2EE-7D231549AED4}" srcOrd="4" destOrd="0" presId="urn:microsoft.com/office/officeart/2005/8/layout/hList1"/>
    <dgm:cxn modelId="{70110896-19AF-4295-A4B9-4F50A933AD12}" type="presParOf" srcId="{D8DAF621-EF55-42BE-A2EE-7D231549AED4}" destId="{7E7216D8-A67E-47BF-BF0E-9DD82FDBFFD1}" srcOrd="0" destOrd="0" presId="urn:microsoft.com/office/officeart/2005/8/layout/hList1"/>
    <dgm:cxn modelId="{BEBEE477-37D0-4AAE-A002-569EE183A125}" type="presParOf" srcId="{D8DAF621-EF55-42BE-A2EE-7D231549AED4}" destId="{A37DB530-8C3E-4344-9A6F-0922096F02B0}" srcOrd="1" destOrd="0" presId="urn:microsoft.com/office/officeart/2005/8/layout/hList1"/>
    <dgm:cxn modelId="{1A0EEAA0-309C-4CE5-BEB9-ED98C17520F6}" type="presParOf" srcId="{07CB8EDD-C1C6-4DE7-B45D-177EB4955A92}" destId="{649171EA-A0F2-420F-9FCC-3E46BA7D9AEB}" srcOrd="5" destOrd="0" presId="urn:microsoft.com/office/officeart/2005/8/layout/hList1"/>
    <dgm:cxn modelId="{3CE220AE-3D0E-42D5-AFA8-4273F319C454}" type="presParOf" srcId="{07CB8EDD-C1C6-4DE7-B45D-177EB4955A92}" destId="{C156EC2C-9B31-4F78-97CB-EBB88F626DF8}" srcOrd="6" destOrd="0" presId="urn:microsoft.com/office/officeart/2005/8/layout/hList1"/>
    <dgm:cxn modelId="{8A0827F0-626C-4EB8-BFCE-251F23EE0E32}" type="presParOf" srcId="{C156EC2C-9B31-4F78-97CB-EBB88F626DF8}" destId="{7E89018A-6AF0-485F-9157-784198FE410C}" srcOrd="0" destOrd="0" presId="urn:microsoft.com/office/officeart/2005/8/layout/hList1"/>
    <dgm:cxn modelId="{AA56DBD3-4070-4056-9CE6-CCFD408CD338}" type="presParOf" srcId="{C156EC2C-9B31-4F78-97CB-EBB88F626DF8}" destId="{305004C0-8805-46D5-80F3-ABBD7F2C54B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22DE9-2BC1-4DEB-A3E8-071E84495452}">
      <dsp:nvSpPr>
        <dsp:cNvPr id="0" name=""/>
        <dsp:cNvSpPr/>
      </dsp:nvSpPr>
      <dsp:spPr bwMode="white">
        <a:xfrm>
          <a:off x="2841" y="40375"/>
          <a:ext cx="1708341" cy="403200"/>
        </a:xfrm>
        <a:prstGeom prst="rect">
          <a:avLst/>
        </a:prstGeom>
        <a:solidFill>
          <a:schemeClr val="accent1"/>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zh-CN" altLang="en-US" sz="1400" b="1" kern="1200">
              <a:solidFill>
                <a:srgbClr val="FFFFFF"/>
              </a:solidFill>
              <a:latin typeface="微软雅黑" panose="020B0503020204020204" charset="-122"/>
              <a:ea typeface="微软雅黑" panose="020B0503020204020204" charset="-122"/>
              <a:cs typeface="+mn-cs"/>
            </a:rPr>
            <a:t>需求分析</a:t>
          </a:r>
          <a:endParaRPr lang="en-US" sz="1400" b="1" kern="1200" dirty="0">
            <a:solidFill>
              <a:srgbClr val="FFFFFF"/>
            </a:solidFill>
            <a:latin typeface="微软雅黑" panose="020B0503020204020204" charset="-122"/>
            <a:ea typeface="微软雅黑" panose="020B0503020204020204" charset="-122"/>
            <a:cs typeface="+mn-cs"/>
          </a:endParaRPr>
        </a:p>
      </dsp:txBody>
      <dsp:txXfrm>
        <a:off x="2841" y="40375"/>
        <a:ext cx="1708341" cy="403200"/>
      </dsp:txXfrm>
    </dsp:sp>
    <dsp:sp modelId="{8EA4B0EB-D5DB-42F4-9AA1-C34E775EA028}">
      <dsp:nvSpPr>
        <dsp:cNvPr id="0" name=""/>
        <dsp:cNvSpPr/>
      </dsp:nvSpPr>
      <dsp:spPr bwMode="white">
        <a:xfrm>
          <a:off x="2841" y="443575"/>
          <a:ext cx="1708341" cy="2075219"/>
        </a:xfrm>
        <a:prstGeom prst="rect">
          <a:avLst/>
        </a:prstGeom>
        <a:solidFill>
          <a:schemeClr val="tx2">
            <a:lumMod val="20000"/>
            <a:lumOff val="80000"/>
          </a:schemeClr>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2"/>
        </a:fillRef>
        <a:effectRef idx="1">
          <a:schemeClr val="accent2"/>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区域划分</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话务模型</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规划指标要求</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建网策略</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备选站点信息</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其他需求</a:t>
          </a:r>
          <a:endParaRPr kumimoji="0" lang="en-US" altLang="zh-CN" sz="1400" i="1" kern="1200" dirty="0">
            <a:solidFill>
              <a:srgbClr val="000000"/>
            </a:solidFill>
            <a:latin typeface="微软雅黑" panose="020B0503020204020204" charset="-122"/>
            <a:ea typeface="微软雅黑" panose="020B0503020204020204" charset="-122"/>
            <a:cs typeface="+mn-cs"/>
          </a:endParaRPr>
        </a:p>
      </dsp:txBody>
      <dsp:txXfrm>
        <a:off x="2841" y="443575"/>
        <a:ext cx="1708341" cy="2075219"/>
      </dsp:txXfrm>
    </dsp:sp>
    <dsp:sp modelId="{3B62D879-8772-4807-B278-1A5A082B1EB5}">
      <dsp:nvSpPr>
        <dsp:cNvPr id="0" name=""/>
        <dsp:cNvSpPr/>
      </dsp:nvSpPr>
      <dsp:spPr bwMode="white">
        <a:xfrm>
          <a:off x="1950350" y="40375"/>
          <a:ext cx="1708341" cy="403200"/>
        </a:xfrm>
        <a:prstGeom prst="rect">
          <a:avLst/>
        </a:prstGeom>
        <a:solidFill>
          <a:schemeClr val="accent1"/>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zh-CN" altLang="en-US" sz="1400" b="1" kern="1200" dirty="0">
              <a:solidFill>
                <a:srgbClr val="FFFFFF"/>
              </a:solidFill>
              <a:latin typeface="Arial" panose="020B0604020202020204"/>
              <a:ea typeface="微软雅黑" panose="020B0503020204020204" charset="-122"/>
              <a:cs typeface="+mn-cs"/>
            </a:rPr>
            <a:t>规模估算</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1950350" y="40375"/>
        <a:ext cx="1708341" cy="403200"/>
      </dsp:txXfrm>
    </dsp:sp>
    <dsp:sp modelId="{5ADA4EC6-49A4-450C-BC07-089563A47E73}">
      <dsp:nvSpPr>
        <dsp:cNvPr id="0" name=""/>
        <dsp:cNvSpPr/>
      </dsp:nvSpPr>
      <dsp:spPr bwMode="white">
        <a:xfrm>
          <a:off x="195035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覆盖估算</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容量估算</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dsp:txBody>
      <dsp:txXfrm>
        <a:off x="1950350" y="443575"/>
        <a:ext cx="1708341" cy="2075219"/>
      </dsp:txXfrm>
    </dsp:sp>
    <dsp:sp modelId="{7E7216D8-A67E-47BF-BF0E-9DD82FDBFFD1}">
      <dsp:nvSpPr>
        <dsp:cNvPr id="0" name=""/>
        <dsp:cNvSpPr/>
      </dsp:nvSpPr>
      <dsp:spPr bwMode="white">
        <a:xfrm>
          <a:off x="3897860" y="40375"/>
          <a:ext cx="1708341" cy="403200"/>
        </a:xfrm>
        <a:prstGeom prst="rect">
          <a:avLst/>
        </a:prstGeom>
        <a:solidFill>
          <a:srgbClr val="5B9BD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kumimoji="0" lang="zh-CN" altLang="en-US" sz="1200" b="1" kern="1200" dirty="0">
              <a:solidFill>
                <a:srgbClr val="FFFFFF"/>
              </a:solidFill>
              <a:latin typeface="Arial" panose="020B0604020202020204"/>
              <a:ea typeface="微软雅黑" panose="020B0503020204020204" charset="-122"/>
              <a:cs typeface="+mn-cs"/>
            </a:rPr>
            <a:t>站点</a:t>
          </a:r>
          <a:r>
            <a:rPr kumimoji="0" lang="zh-CN" altLang="en-US" sz="1400" b="1" kern="1200" dirty="0">
              <a:solidFill>
                <a:srgbClr val="FFFFFF"/>
              </a:solidFill>
              <a:latin typeface="Arial" panose="020B0604020202020204"/>
              <a:ea typeface="微软雅黑" panose="020B0503020204020204" charset="-122"/>
              <a:cs typeface="+mn-cs"/>
            </a:rPr>
            <a:t>选择</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3897860" y="40375"/>
        <a:ext cx="1708341" cy="403200"/>
      </dsp:txXfrm>
    </dsp:sp>
    <dsp:sp modelId="{A37DB530-8C3E-4344-9A6F-0922096F02B0}">
      <dsp:nvSpPr>
        <dsp:cNvPr id="0" name=""/>
        <dsp:cNvSpPr/>
      </dsp:nvSpPr>
      <dsp:spPr bwMode="white">
        <a:xfrm>
          <a:off x="389786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站点勘察</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站点选择</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dsp:txBody>
      <dsp:txXfrm>
        <a:off x="3897860" y="443575"/>
        <a:ext cx="1708341" cy="2075219"/>
      </dsp:txXfrm>
    </dsp:sp>
    <dsp:sp modelId="{7E89018A-6AF0-485F-9157-784198FE410C}">
      <dsp:nvSpPr>
        <dsp:cNvPr id="0" name=""/>
        <dsp:cNvSpPr/>
      </dsp:nvSpPr>
      <dsp:spPr bwMode="white">
        <a:xfrm>
          <a:off x="5845370" y="40375"/>
          <a:ext cx="1708341" cy="403200"/>
        </a:xfrm>
        <a:prstGeom prst="rect">
          <a:avLst/>
        </a:prstGeom>
        <a:solidFill>
          <a:srgbClr val="5B9BD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zh-CN" altLang="en-US" sz="1400" b="1" kern="1200" dirty="0">
              <a:solidFill>
                <a:srgbClr val="FFFFFF"/>
              </a:solidFill>
              <a:latin typeface="Arial" panose="020B0604020202020204"/>
              <a:ea typeface="微软雅黑" panose="020B0503020204020204" charset="-122"/>
              <a:cs typeface="+mn-cs"/>
            </a:rPr>
            <a:t>规划仿真</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5845370" y="40375"/>
        <a:ext cx="1708341" cy="403200"/>
      </dsp:txXfrm>
    </dsp:sp>
    <dsp:sp modelId="{305004C0-8805-46D5-80F3-ABBD7F2C54B3}">
      <dsp:nvSpPr>
        <dsp:cNvPr id="0" name=""/>
        <dsp:cNvSpPr/>
      </dsp:nvSpPr>
      <dsp:spPr bwMode="white">
        <a:xfrm>
          <a:off x="584537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覆盖仿真</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solidFill>
              <a:latin typeface="微软雅黑" panose="020B0503020204020204" charset="-122"/>
              <a:ea typeface="微软雅黑" panose="020B0503020204020204" charset="-122"/>
              <a:cs typeface="+mn-cs"/>
            </a:rPr>
            <a:t>容量仿真</a:t>
          </a:r>
          <a:endParaRPr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solidFill>
              <a:latin typeface="微软雅黑" panose="020B0503020204020204" charset="-122"/>
              <a:ea typeface="微软雅黑" panose="020B0503020204020204" charset="-122"/>
              <a:cs typeface="+mn-cs"/>
            </a:rPr>
            <a:t>无线参数规划</a:t>
          </a:r>
          <a:endParaRPr lang="en-US" altLang="zh-CN" sz="1400" i="1" kern="1200" dirty="0">
            <a:solidFill>
              <a:srgbClr val="000000"/>
            </a:solidFill>
            <a:latin typeface="微软雅黑" panose="020B0503020204020204" charset="-122"/>
            <a:ea typeface="微软雅黑" panose="020B0503020204020204" charset="-122"/>
            <a:cs typeface="+mn-cs"/>
          </a:endParaRPr>
        </a:p>
      </dsp:txBody>
      <dsp:txXfrm>
        <a:off x="5845370" y="443575"/>
        <a:ext cx="1708341" cy="20752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22DE9-2BC1-4DEB-A3E8-071E84495452}">
      <dsp:nvSpPr>
        <dsp:cNvPr id="0" name=""/>
        <dsp:cNvSpPr/>
      </dsp:nvSpPr>
      <dsp:spPr bwMode="white">
        <a:xfrm>
          <a:off x="2841" y="40375"/>
          <a:ext cx="1708341" cy="403200"/>
        </a:xfrm>
        <a:prstGeom prst="rect">
          <a:avLst/>
        </a:prstGeom>
        <a:solidFill>
          <a:schemeClr val="accent1"/>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zh-CN" altLang="en-US" sz="1400" b="1" kern="1200">
              <a:solidFill>
                <a:srgbClr val="FFFFFF"/>
              </a:solidFill>
              <a:latin typeface="微软雅黑" panose="020B0503020204020204" charset="-122"/>
              <a:ea typeface="微软雅黑" panose="020B0503020204020204" charset="-122"/>
              <a:cs typeface="+mn-cs"/>
            </a:rPr>
            <a:t>需求分析</a:t>
          </a:r>
          <a:endParaRPr lang="en-US" sz="1400" b="1" kern="1200" dirty="0">
            <a:solidFill>
              <a:srgbClr val="FFFFFF"/>
            </a:solidFill>
            <a:latin typeface="微软雅黑" panose="020B0503020204020204" charset="-122"/>
            <a:ea typeface="微软雅黑" panose="020B0503020204020204" charset="-122"/>
            <a:cs typeface="+mn-cs"/>
          </a:endParaRPr>
        </a:p>
      </dsp:txBody>
      <dsp:txXfrm>
        <a:off x="2841" y="40375"/>
        <a:ext cx="1708341" cy="403200"/>
      </dsp:txXfrm>
    </dsp:sp>
    <dsp:sp modelId="{8EA4B0EB-D5DB-42F4-9AA1-C34E775EA028}">
      <dsp:nvSpPr>
        <dsp:cNvPr id="0" name=""/>
        <dsp:cNvSpPr/>
      </dsp:nvSpPr>
      <dsp:spPr bwMode="white">
        <a:xfrm>
          <a:off x="2841" y="443575"/>
          <a:ext cx="1708341" cy="2075219"/>
        </a:xfrm>
        <a:prstGeom prst="rect">
          <a:avLst/>
        </a:prstGeom>
        <a:solidFill>
          <a:schemeClr val="tx2">
            <a:lumMod val="20000"/>
            <a:lumOff val="80000"/>
          </a:schemeClr>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2"/>
        </a:fillRef>
        <a:effectRef idx="1">
          <a:schemeClr val="accent2"/>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区域划分</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话务模型</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规划指标要求</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建网策略</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备选站点信息</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其他需求</a:t>
          </a:r>
          <a:endParaRPr kumimoji="0" lang="en-US" altLang="zh-CN" sz="1400" i="1" kern="1200" dirty="0">
            <a:solidFill>
              <a:srgbClr val="000000"/>
            </a:solidFill>
            <a:latin typeface="微软雅黑" panose="020B0503020204020204" charset="-122"/>
            <a:ea typeface="微软雅黑" panose="020B0503020204020204" charset="-122"/>
            <a:cs typeface="+mn-cs"/>
          </a:endParaRPr>
        </a:p>
      </dsp:txBody>
      <dsp:txXfrm>
        <a:off x="2841" y="443575"/>
        <a:ext cx="1708341" cy="2075219"/>
      </dsp:txXfrm>
    </dsp:sp>
    <dsp:sp modelId="{3B62D879-8772-4807-B278-1A5A082B1EB5}">
      <dsp:nvSpPr>
        <dsp:cNvPr id="0" name=""/>
        <dsp:cNvSpPr/>
      </dsp:nvSpPr>
      <dsp:spPr bwMode="white">
        <a:xfrm>
          <a:off x="1950350" y="40375"/>
          <a:ext cx="1708341" cy="403200"/>
        </a:xfrm>
        <a:prstGeom prst="rect">
          <a:avLst/>
        </a:prstGeom>
        <a:solidFill>
          <a:schemeClr val="accent1"/>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zh-CN" altLang="en-US" sz="1400" b="1" kern="1200" dirty="0">
              <a:solidFill>
                <a:srgbClr val="FFFFFF"/>
              </a:solidFill>
              <a:latin typeface="Arial" panose="020B0604020202020204"/>
              <a:ea typeface="微软雅黑" panose="020B0503020204020204" charset="-122"/>
              <a:cs typeface="+mn-cs"/>
            </a:rPr>
            <a:t>规模估算</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1950350" y="40375"/>
        <a:ext cx="1708341" cy="403200"/>
      </dsp:txXfrm>
    </dsp:sp>
    <dsp:sp modelId="{5ADA4EC6-49A4-450C-BC07-089563A47E73}">
      <dsp:nvSpPr>
        <dsp:cNvPr id="0" name=""/>
        <dsp:cNvSpPr/>
      </dsp:nvSpPr>
      <dsp:spPr bwMode="white">
        <a:xfrm>
          <a:off x="195035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覆盖估算</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容量估算</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dsp:txBody>
      <dsp:txXfrm>
        <a:off x="1950350" y="443575"/>
        <a:ext cx="1708341" cy="2075219"/>
      </dsp:txXfrm>
    </dsp:sp>
    <dsp:sp modelId="{7E7216D8-A67E-47BF-BF0E-9DD82FDBFFD1}">
      <dsp:nvSpPr>
        <dsp:cNvPr id="0" name=""/>
        <dsp:cNvSpPr/>
      </dsp:nvSpPr>
      <dsp:spPr bwMode="white">
        <a:xfrm>
          <a:off x="3897860" y="40375"/>
          <a:ext cx="1708341" cy="403200"/>
        </a:xfrm>
        <a:prstGeom prst="rect">
          <a:avLst/>
        </a:prstGeom>
        <a:solidFill>
          <a:srgbClr val="5B9BD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kumimoji="0" lang="zh-CN" altLang="en-US" sz="1200" b="1" kern="1200" dirty="0">
              <a:solidFill>
                <a:srgbClr val="FFFFFF"/>
              </a:solidFill>
              <a:latin typeface="Arial" panose="020B0604020202020204"/>
              <a:ea typeface="微软雅黑" panose="020B0503020204020204" charset="-122"/>
              <a:cs typeface="+mn-cs"/>
            </a:rPr>
            <a:t>站点</a:t>
          </a:r>
          <a:r>
            <a:rPr kumimoji="0" lang="zh-CN" altLang="en-US" sz="1400" b="1" kern="1200" dirty="0">
              <a:solidFill>
                <a:srgbClr val="FFFFFF"/>
              </a:solidFill>
              <a:latin typeface="Arial" panose="020B0604020202020204"/>
              <a:ea typeface="微软雅黑" panose="020B0503020204020204" charset="-122"/>
              <a:cs typeface="+mn-cs"/>
            </a:rPr>
            <a:t>选择</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3897860" y="40375"/>
        <a:ext cx="1708341" cy="403200"/>
      </dsp:txXfrm>
    </dsp:sp>
    <dsp:sp modelId="{A37DB530-8C3E-4344-9A6F-0922096F02B0}">
      <dsp:nvSpPr>
        <dsp:cNvPr id="0" name=""/>
        <dsp:cNvSpPr/>
      </dsp:nvSpPr>
      <dsp:spPr bwMode="white">
        <a:xfrm>
          <a:off x="389786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站点勘察</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站点选择</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dsp:txBody>
      <dsp:txXfrm>
        <a:off x="3897860" y="443575"/>
        <a:ext cx="1708341" cy="2075219"/>
      </dsp:txXfrm>
    </dsp:sp>
    <dsp:sp modelId="{7E89018A-6AF0-485F-9157-784198FE410C}">
      <dsp:nvSpPr>
        <dsp:cNvPr id="0" name=""/>
        <dsp:cNvSpPr/>
      </dsp:nvSpPr>
      <dsp:spPr bwMode="white">
        <a:xfrm>
          <a:off x="5845370" y="40375"/>
          <a:ext cx="1708341" cy="403200"/>
        </a:xfrm>
        <a:prstGeom prst="rect">
          <a:avLst/>
        </a:prstGeom>
        <a:solidFill>
          <a:srgbClr val="5B9BD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zh-CN" altLang="en-US" sz="1400" b="1" kern="1200" dirty="0">
              <a:solidFill>
                <a:srgbClr val="FFFFFF"/>
              </a:solidFill>
              <a:latin typeface="Arial" panose="020B0604020202020204"/>
              <a:ea typeface="微软雅黑" panose="020B0503020204020204" charset="-122"/>
              <a:cs typeface="+mn-cs"/>
            </a:rPr>
            <a:t>规划仿真</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5845370" y="40375"/>
        <a:ext cx="1708341" cy="403200"/>
      </dsp:txXfrm>
    </dsp:sp>
    <dsp:sp modelId="{305004C0-8805-46D5-80F3-ABBD7F2C54B3}">
      <dsp:nvSpPr>
        <dsp:cNvPr id="0" name=""/>
        <dsp:cNvSpPr/>
      </dsp:nvSpPr>
      <dsp:spPr bwMode="white">
        <a:xfrm>
          <a:off x="584537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覆盖仿真</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solidFill>
              <a:latin typeface="微软雅黑" panose="020B0503020204020204" charset="-122"/>
              <a:ea typeface="微软雅黑" panose="020B0503020204020204" charset="-122"/>
              <a:cs typeface="+mn-cs"/>
            </a:rPr>
            <a:t>容量仿真</a:t>
          </a:r>
          <a:endParaRPr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solidFill>
              <a:latin typeface="微软雅黑" panose="020B0503020204020204" charset="-122"/>
              <a:ea typeface="微软雅黑" panose="020B0503020204020204" charset="-122"/>
              <a:cs typeface="+mn-cs"/>
            </a:rPr>
            <a:t>无线参数规划</a:t>
          </a:r>
          <a:endParaRPr lang="en-US" altLang="zh-CN" sz="1400" i="1" kern="1200" dirty="0">
            <a:solidFill>
              <a:srgbClr val="000000"/>
            </a:solidFill>
            <a:latin typeface="微软雅黑" panose="020B0503020204020204" charset="-122"/>
            <a:ea typeface="微软雅黑" panose="020B0503020204020204" charset="-122"/>
            <a:cs typeface="+mn-cs"/>
          </a:endParaRPr>
        </a:p>
      </dsp:txBody>
      <dsp:txXfrm>
        <a:off x="5845370" y="443575"/>
        <a:ext cx="1708341" cy="20752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22DE9-2BC1-4DEB-A3E8-071E84495452}">
      <dsp:nvSpPr>
        <dsp:cNvPr id="0" name=""/>
        <dsp:cNvSpPr/>
      </dsp:nvSpPr>
      <dsp:spPr bwMode="white">
        <a:xfrm>
          <a:off x="2841" y="40375"/>
          <a:ext cx="1708341" cy="403200"/>
        </a:xfrm>
        <a:prstGeom prst="rect">
          <a:avLst/>
        </a:prstGeom>
        <a:solidFill>
          <a:schemeClr val="accent1"/>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zh-CN" altLang="en-US" sz="1400" b="1" kern="1200">
              <a:solidFill>
                <a:srgbClr val="FFFFFF"/>
              </a:solidFill>
              <a:latin typeface="微软雅黑" panose="020B0503020204020204" charset="-122"/>
              <a:ea typeface="微软雅黑" panose="020B0503020204020204" charset="-122"/>
              <a:cs typeface="+mn-cs"/>
            </a:rPr>
            <a:t>需求分析</a:t>
          </a:r>
          <a:endParaRPr lang="en-US" sz="1400" b="1" kern="1200" dirty="0">
            <a:solidFill>
              <a:srgbClr val="FFFFFF"/>
            </a:solidFill>
            <a:latin typeface="微软雅黑" panose="020B0503020204020204" charset="-122"/>
            <a:ea typeface="微软雅黑" panose="020B0503020204020204" charset="-122"/>
            <a:cs typeface="+mn-cs"/>
          </a:endParaRPr>
        </a:p>
      </dsp:txBody>
      <dsp:txXfrm>
        <a:off x="2841" y="40375"/>
        <a:ext cx="1708341" cy="403200"/>
      </dsp:txXfrm>
    </dsp:sp>
    <dsp:sp modelId="{8EA4B0EB-D5DB-42F4-9AA1-C34E775EA028}">
      <dsp:nvSpPr>
        <dsp:cNvPr id="0" name=""/>
        <dsp:cNvSpPr/>
      </dsp:nvSpPr>
      <dsp:spPr bwMode="white">
        <a:xfrm>
          <a:off x="2841" y="443575"/>
          <a:ext cx="1708341" cy="2075219"/>
        </a:xfrm>
        <a:prstGeom prst="rect">
          <a:avLst/>
        </a:prstGeom>
        <a:solidFill>
          <a:schemeClr val="tx2">
            <a:lumMod val="20000"/>
            <a:lumOff val="80000"/>
          </a:schemeClr>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2"/>
        </a:fillRef>
        <a:effectRef idx="1">
          <a:schemeClr val="accent2"/>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区域划分</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话务模型</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规划指标要求</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建网策略</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备选站点信息</a:t>
          </a:r>
          <a:endParaRPr kumimoji="0"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kumimoji="0" lang="zh-CN" altLang="en-US" sz="1400" i="1" kern="1200">
              <a:solidFill>
                <a:srgbClr val="000000"/>
              </a:solidFill>
              <a:latin typeface="微软雅黑" panose="020B0503020204020204" charset="-122"/>
              <a:ea typeface="微软雅黑" panose="020B0503020204020204" charset="-122"/>
              <a:cs typeface="+mn-cs"/>
            </a:rPr>
            <a:t>其他需求</a:t>
          </a:r>
          <a:endParaRPr kumimoji="0" lang="en-US" altLang="zh-CN" sz="1400" i="1" kern="1200" dirty="0">
            <a:solidFill>
              <a:srgbClr val="000000"/>
            </a:solidFill>
            <a:latin typeface="微软雅黑" panose="020B0503020204020204" charset="-122"/>
            <a:ea typeface="微软雅黑" panose="020B0503020204020204" charset="-122"/>
            <a:cs typeface="+mn-cs"/>
          </a:endParaRPr>
        </a:p>
      </dsp:txBody>
      <dsp:txXfrm>
        <a:off x="2841" y="443575"/>
        <a:ext cx="1708341" cy="2075219"/>
      </dsp:txXfrm>
    </dsp:sp>
    <dsp:sp modelId="{3B62D879-8772-4807-B278-1A5A082B1EB5}">
      <dsp:nvSpPr>
        <dsp:cNvPr id="0" name=""/>
        <dsp:cNvSpPr/>
      </dsp:nvSpPr>
      <dsp:spPr bwMode="white">
        <a:xfrm>
          <a:off x="1950350" y="40375"/>
          <a:ext cx="1708341" cy="403200"/>
        </a:xfrm>
        <a:prstGeom prst="rect">
          <a:avLst/>
        </a:prstGeom>
        <a:solidFill>
          <a:schemeClr val="accent1"/>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zh-CN" altLang="en-US" sz="1400" b="1" kern="1200" dirty="0">
              <a:solidFill>
                <a:srgbClr val="FFFFFF"/>
              </a:solidFill>
              <a:latin typeface="Arial" panose="020B0604020202020204"/>
              <a:ea typeface="微软雅黑" panose="020B0503020204020204" charset="-122"/>
              <a:cs typeface="+mn-cs"/>
            </a:rPr>
            <a:t>规模估算</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1950350" y="40375"/>
        <a:ext cx="1708341" cy="403200"/>
      </dsp:txXfrm>
    </dsp:sp>
    <dsp:sp modelId="{5ADA4EC6-49A4-450C-BC07-089563A47E73}">
      <dsp:nvSpPr>
        <dsp:cNvPr id="0" name=""/>
        <dsp:cNvSpPr/>
      </dsp:nvSpPr>
      <dsp:spPr bwMode="white">
        <a:xfrm>
          <a:off x="195035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覆盖估算</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容量估算</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dsp:txBody>
      <dsp:txXfrm>
        <a:off x="1950350" y="443575"/>
        <a:ext cx="1708341" cy="2075219"/>
      </dsp:txXfrm>
    </dsp:sp>
    <dsp:sp modelId="{7E7216D8-A67E-47BF-BF0E-9DD82FDBFFD1}">
      <dsp:nvSpPr>
        <dsp:cNvPr id="0" name=""/>
        <dsp:cNvSpPr/>
      </dsp:nvSpPr>
      <dsp:spPr bwMode="white">
        <a:xfrm>
          <a:off x="3897860" y="40375"/>
          <a:ext cx="1708341" cy="403200"/>
        </a:xfrm>
        <a:prstGeom prst="rect">
          <a:avLst/>
        </a:prstGeom>
        <a:solidFill>
          <a:srgbClr val="5B9BD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kumimoji="0" lang="zh-CN" altLang="en-US" sz="1200" b="1" kern="1200" dirty="0">
              <a:solidFill>
                <a:srgbClr val="FFFFFF"/>
              </a:solidFill>
              <a:latin typeface="Arial" panose="020B0604020202020204"/>
              <a:ea typeface="微软雅黑" panose="020B0503020204020204" charset="-122"/>
              <a:cs typeface="+mn-cs"/>
            </a:rPr>
            <a:t>站点</a:t>
          </a:r>
          <a:r>
            <a:rPr kumimoji="0" lang="zh-CN" altLang="en-US" sz="1400" b="1" kern="1200" dirty="0">
              <a:solidFill>
                <a:srgbClr val="FFFFFF"/>
              </a:solidFill>
              <a:latin typeface="Arial" panose="020B0604020202020204"/>
              <a:ea typeface="微软雅黑" panose="020B0503020204020204" charset="-122"/>
              <a:cs typeface="+mn-cs"/>
            </a:rPr>
            <a:t>选择</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3897860" y="40375"/>
        <a:ext cx="1708341" cy="403200"/>
      </dsp:txXfrm>
    </dsp:sp>
    <dsp:sp modelId="{A37DB530-8C3E-4344-9A6F-0922096F02B0}">
      <dsp:nvSpPr>
        <dsp:cNvPr id="0" name=""/>
        <dsp:cNvSpPr/>
      </dsp:nvSpPr>
      <dsp:spPr bwMode="white">
        <a:xfrm>
          <a:off x="389786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a:solidFill>
                <a:srgbClr val="000000">
                  <a:hueOff val="0"/>
                  <a:satOff val="0"/>
                  <a:lumOff val="0"/>
                  <a:alphaOff val="0"/>
                </a:srgbClr>
              </a:solidFill>
              <a:latin typeface="微软雅黑" panose="020B0503020204020204" charset="-122"/>
              <a:ea typeface="微软雅黑" panose="020B0503020204020204" charset="-122"/>
              <a:cs typeface="+mn-cs"/>
            </a:rPr>
            <a:t>站点勘察</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站点选择</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dsp:txBody>
      <dsp:txXfrm>
        <a:off x="3897860" y="443575"/>
        <a:ext cx="1708341" cy="2075219"/>
      </dsp:txXfrm>
    </dsp:sp>
    <dsp:sp modelId="{7E89018A-6AF0-485F-9157-784198FE410C}">
      <dsp:nvSpPr>
        <dsp:cNvPr id="0" name=""/>
        <dsp:cNvSpPr/>
      </dsp:nvSpPr>
      <dsp:spPr bwMode="white">
        <a:xfrm>
          <a:off x="5845370" y="40375"/>
          <a:ext cx="1708341" cy="403200"/>
        </a:xfrm>
        <a:prstGeom prst="rect">
          <a:avLst/>
        </a:prstGeom>
        <a:solidFill>
          <a:srgbClr val="5B9BD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kumimoji="0" lang="zh-CN" altLang="en-US" sz="1400" b="1" kern="1200" dirty="0">
              <a:solidFill>
                <a:srgbClr val="FFFFFF"/>
              </a:solidFill>
              <a:latin typeface="Arial" panose="020B0604020202020204"/>
              <a:ea typeface="微软雅黑" panose="020B0503020204020204" charset="-122"/>
              <a:cs typeface="+mn-cs"/>
            </a:rPr>
            <a:t>规划仿真</a:t>
          </a:r>
          <a:endParaRPr kumimoji="0" lang="en-US" altLang="zh-CN" sz="1400" b="1" kern="1200" dirty="0">
            <a:solidFill>
              <a:srgbClr val="FFFFFF"/>
            </a:solidFill>
            <a:latin typeface="Arial" panose="020B0604020202020204"/>
            <a:ea typeface="微软雅黑" panose="020B0503020204020204" charset="-122"/>
            <a:cs typeface="+mn-cs"/>
          </a:endParaRPr>
        </a:p>
      </dsp:txBody>
      <dsp:txXfrm>
        <a:off x="5845370" y="40375"/>
        <a:ext cx="1708341" cy="403200"/>
      </dsp:txXfrm>
    </dsp:sp>
    <dsp:sp modelId="{305004C0-8805-46D5-80F3-ABBD7F2C54B3}">
      <dsp:nvSpPr>
        <dsp:cNvPr id="0" name=""/>
        <dsp:cNvSpPr/>
      </dsp:nvSpPr>
      <dsp:spPr bwMode="white">
        <a:xfrm>
          <a:off x="5845370" y="443575"/>
          <a:ext cx="1708341" cy="2075219"/>
        </a:xfrm>
        <a:prstGeom prst="rect">
          <a:avLst/>
        </a:prstGeom>
        <a:solidFill>
          <a:srgbClr val="D6DCE5"/>
        </a:solidFill>
        <a:ln w="38100" cap="flat" cmpd="sng" algn="ctr">
          <a:solidFill>
            <a:srgbClr val="FFFFFF"/>
          </a:solidFill>
          <a:prstDash val="solid"/>
          <a:miter lim="800000"/>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rPr>
            <a:t>覆盖仿真</a:t>
          </a:r>
          <a:endParaRPr lang="en-US" sz="1400" i="1" kern="1200" dirty="0">
            <a:solidFill>
              <a:srgbClr val="000000">
                <a:hueOff val="0"/>
                <a:satOff val="0"/>
                <a:lumOff val="0"/>
                <a:alphaOff val="0"/>
              </a:srgbClr>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solidFill>
              <a:latin typeface="微软雅黑" panose="020B0503020204020204" charset="-122"/>
              <a:ea typeface="微软雅黑" panose="020B0503020204020204" charset="-122"/>
              <a:cs typeface="+mn-cs"/>
            </a:rPr>
            <a:t>容量仿真</a:t>
          </a:r>
          <a:endParaRPr lang="en-US" altLang="zh-CN" sz="1400" i="1" kern="1200" dirty="0">
            <a:solidFill>
              <a:srgbClr val="000000"/>
            </a:solidFill>
            <a:latin typeface="微软雅黑" panose="020B0503020204020204" charset="-122"/>
            <a:ea typeface="微软雅黑" panose="020B0503020204020204" charset="-122"/>
            <a:cs typeface="+mn-cs"/>
          </a:endParaRPr>
        </a:p>
        <a:p>
          <a:pPr marL="114300" lvl="1" indent="-114300" algn="l" defTabSz="622300">
            <a:lnSpc>
              <a:spcPct val="90000"/>
            </a:lnSpc>
            <a:spcBef>
              <a:spcPct val="0"/>
            </a:spcBef>
            <a:spcAft>
              <a:spcPct val="15000"/>
            </a:spcAft>
            <a:buChar char="•"/>
          </a:pPr>
          <a:r>
            <a:rPr lang="zh-CN" altLang="en-US" sz="1400" i="1" kern="1200">
              <a:solidFill>
                <a:srgbClr val="000000"/>
              </a:solidFill>
              <a:latin typeface="微软雅黑" panose="020B0503020204020204" charset="-122"/>
              <a:ea typeface="微软雅黑" panose="020B0503020204020204" charset="-122"/>
              <a:cs typeface="+mn-cs"/>
            </a:rPr>
            <a:t>无线参数规划</a:t>
          </a:r>
          <a:endParaRPr lang="en-US" altLang="zh-CN" sz="1400" i="1" kern="1200" dirty="0">
            <a:solidFill>
              <a:srgbClr val="000000"/>
            </a:solidFill>
            <a:latin typeface="微软雅黑" panose="020B0503020204020204" charset="-122"/>
            <a:ea typeface="微软雅黑" panose="020B0503020204020204" charset="-122"/>
            <a:cs typeface="+mn-cs"/>
          </a:endParaRPr>
        </a:p>
      </dsp:txBody>
      <dsp:txXfrm>
        <a:off x="5845370" y="443575"/>
        <a:ext cx="1708341" cy="207521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2025/9/7</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a:t>
            </a:fld>
            <a:endParaRPr lang="zh-CN" altLang="en-US"/>
          </a:p>
        </p:txBody>
      </p:sp>
    </p:spTree>
    <p:extLst>
      <p:ext uri="{BB962C8B-B14F-4D97-AF65-F5344CB8AC3E}">
        <p14:creationId xmlns:p14="http://schemas.microsoft.com/office/powerpoint/2010/main" val="2037338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B61DA-1403-6D46-143D-5DD7136D05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D21800-1337-03F6-48E6-AC80D61D19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774E0F-EBEC-2CAD-5BDD-CE529AF959A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B323BAD-C0F9-16B9-D604-41B202998AB0}"/>
              </a:ext>
            </a:extLst>
          </p:cNvPr>
          <p:cNvSpPr>
            <a:spLocks noGrp="1"/>
          </p:cNvSpPr>
          <p:nvPr>
            <p:ph type="sldNum" sz="quarter" idx="5"/>
          </p:nvPr>
        </p:nvSpPr>
        <p:spPr/>
        <p:txBody>
          <a:bodyPr/>
          <a:lstStyle/>
          <a:p>
            <a:fld id="{85D0DACE-38E0-42D2-9336-2B707D34BC6D}" type="slidenum">
              <a:rPr lang="zh-CN" altLang="en-US" smtClean="0"/>
              <a:t>6</a:t>
            </a:fld>
            <a:endParaRPr lang="zh-CN" altLang="en-US"/>
          </a:p>
        </p:txBody>
      </p:sp>
    </p:spTree>
    <p:extLst>
      <p:ext uri="{BB962C8B-B14F-4D97-AF65-F5344CB8AC3E}">
        <p14:creationId xmlns:p14="http://schemas.microsoft.com/office/powerpoint/2010/main" val="1256980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45284-C9E5-3FAF-4AF1-68DD4A42BA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C0D4C3-A632-AE37-CA8A-20AC755489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A8E2F7-896C-052C-F026-8B0519C7D6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5BF2FB4-01F8-A282-ADAE-E02637C05AEE}"/>
              </a:ext>
            </a:extLst>
          </p:cNvPr>
          <p:cNvSpPr>
            <a:spLocks noGrp="1"/>
          </p:cNvSpPr>
          <p:nvPr>
            <p:ph type="sldNum" sz="quarter" idx="5"/>
          </p:nvPr>
        </p:nvSpPr>
        <p:spPr/>
        <p:txBody>
          <a:bodyPr/>
          <a:lstStyle/>
          <a:p>
            <a:fld id="{85D0DACE-38E0-42D2-9336-2B707D34BC6D}" type="slidenum">
              <a:rPr lang="zh-CN" altLang="en-US" smtClean="0"/>
              <a:t>7</a:t>
            </a:fld>
            <a:endParaRPr lang="zh-CN" altLang="en-US"/>
          </a:p>
        </p:txBody>
      </p:sp>
    </p:spTree>
    <p:extLst>
      <p:ext uri="{BB962C8B-B14F-4D97-AF65-F5344CB8AC3E}">
        <p14:creationId xmlns:p14="http://schemas.microsoft.com/office/powerpoint/2010/main" val="325745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59C8D-00D8-9E18-0615-C5FF6057F4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FABF7D-9CD3-7C5A-6F55-1FB6473F62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2A8ECB-9BF0-E4A1-4982-CC55B3AEE6E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BA94816-5B2E-4E7A-6CDA-DBF11D5CD4B3}"/>
              </a:ext>
            </a:extLst>
          </p:cNvPr>
          <p:cNvSpPr>
            <a:spLocks noGrp="1"/>
          </p:cNvSpPr>
          <p:nvPr>
            <p:ph type="sldNum" sz="quarter" idx="5"/>
          </p:nvPr>
        </p:nvSpPr>
        <p:spPr/>
        <p:txBody>
          <a:bodyPr/>
          <a:lstStyle/>
          <a:p>
            <a:fld id="{85D0DACE-38E0-42D2-9336-2B707D34BC6D}" type="slidenum">
              <a:rPr lang="zh-CN" altLang="en-US" smtClean="0"/>
              <a:t>8</a:t>
            </a:fld>
            <a:endParaRPr lang="zh-CN" altLang="en-US"/>
          </a:p>
        </p:txBody>
      </p:sp>
    </p:spTree>
    <p:extLst>
      <p:ext uri="{BB962C8B-B14F-4D97-AF65-F5344CB8AC3E}">
        <p14:creationId xmlns:p14="http://schemas.microsoft.com/office/powerpoint/2010/main" val="1199520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9</a:t>
            </a:fld>
            <a:endParaRPr lang="zh-CN" altLang="en-US"/>
          </a:p>
        </p:txBody>
      </p:sp>
    </p:spTree>
    <p:extLst>
      <p:ext uri="{BB962C8B-B14F-4D97-AF65-F5344CB8AC3E}">
        <p14:creationId xmlns:p14="http://schemas.microsoft.com/office/powerpoint/2010/main" val="1134025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sz="1200" b="0" i="0" kern="1200" dirty="0">
                <a:solidFill>
                  <a:schemeClr val="tx1"/>
                </a:solidFill>
                <a:effectLst/>
                <a:latin typeface="+mn-lt"/>
                <a:ea typeface="+mn-ea"/>
                <a:cs typeface="+mn-cs"/>
              </a:rPr>
            </a:b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10</a:t>
            </a:fld>
            <a:endParaRPr lang="zh-CN" altLang="en-US"/>
          </a:p>
        </p:txBody>
      </p:sp>
    </p:spTree>
    <p:extLst>
      <p:ext uri="{BB962C8B-B14F-4D97-AF65-F5344CB8AC3E}">
        <p14:creationId xmlns:p14="http://schemas.microsoft.com/office/powerpoint/2010/main" val="132223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16093-5C24-9181-F7E3-D6C28F8C21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AEA353-BDDD-F832-45B2-AC3FDFB60B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7509EF-AA36-E94D-115C-3F8E125D19C4}"/>
              </a:ext>
            </a:extLst>
          </p:cNvPr>
          <p:cNvSpPr>
            <a:spLocks noGrp="1"/>
          </p:cNvSpPr>
          <p:nvPr>
            <p:ph type="body" idx="1"/>
          </p:nvPr>
        </p:nvSpPr>
        <p:spPr/>
        <p:txBody>
          <a:bodyPr/>
          <a:lstStyle/>
          <a:p>
            <a:br>
              <a:rPr lang="zh-CN" altLang="en-US" sz="1200" b="0" i="0" kern="1200" dirty="0">
                <a:solidFill>
                  <a:schemeClr val="tx1"/>
                </a:solidFill>
                <a:effectLst/>
                <a:latin typeface="+mn-lt"/>
                <a:ea typeface="+mn-ea"/>
                <a:cs typeface="+mn-cs"/>
              </a:rPr>
            </a:br>
            <a:endParaRPr lang="zh-CN" altLang="en-US" dirty="0"/>
          </a:p>
        </p:txBody>
      </p:sp>
      <p:sp>
        <p:nvSpPr>
          <p:cNvPr id="4" name="灯片编号占位符 3">
            <a:extLst>
              <a:ext uri="{FF2B5EF4-FFF2-40B4-BE49-F238E27FC236}">
                <a16:creationId xmlns:a16="http://schemas.microsoft.com/office/drawing/2014/main" id="{8F6CF506-4F7A-8214-165B-3C5A70D707B6}"/>
              </a:ext>
            </a:extLst>
          </p:cNvPr>
          <p:cNvSpPr>
            <a:spLocks noGrp="1"/>
          </p:cNvSpPr>
          <p:nvPr>
            <p:ph type="sldNum" sz="quarter" idx="5"/>
          </p:nvPr>
        </p:nvSpPr>
        <p:spPr/>
        <p:txBody>
          <a:bodyPr/>
          <a:lstStyle/>
          <a:p>
            <a:fld id="{85D0DACE-38E0-42D2-9336-2B707D34BC6D}" type="slidenum">
              <a:rPr lang="zh-CN" altLang="en-US" smtClean="0"/>
              <a:t>11</a:t>
            </a:fld>
            <a:endParaRPr lang="zh-CN" altLang="en-US"/>
          </a:p>
        </p:txBody>
      </p:sp>
    </p:spTree>
    <p:extLst>
      <p:ext uri="{BB962C8B-B14F-4D97-AF65-F5344CB8AC3E}">
        <p14:creationId xmlns:p14="http://schemas.microsoft.com/office/powerpoint/2010/main" val="8361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D8AF2-950C-D99B-650B-1B2683D154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39522D-11EA-C53C-FF4F-D351AB722D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9DDC10-EA14-9FFC-E9FA-AE7E01089B8B}"/>
              </a:ext>
            </a:extLst>
          </p:cNvPr>
          <p:cNvSpPr>
            <a:spLocks noGrp="1"/>
          </p:cNvSpPr>
          <p:nvPr>
            <p:ph type="body" idx="1"/>
          </p:nvPr>
        </p:nvSpPr>
        <p:spPr/>
        <p:txBody>
          <a:bodyPr/>
          <a:lstStyle/>
          <a:p>
            <a:br>
              <a:rPr lang="zh-CN" altLang="en-US" sz="1200" b="0" i="0" kern="1200" dirty="0">
                <a:solidFill>
                  <a:schemeClr val="tx1"/>
                </a:solidFill>
                <a:effectLst/>
                <a:latin typeface="+mn-lt"/>
                <a:ea typeface="+mn-ea"/>
                <a:cs typeface="+mn-cs"/>
              </a:rPr>
            </a:br>
            <a:endParaRPr lang="zh-CN" altLang="en-US" dirty="0"/>
          </a:p>
        </p:txBody>
      </p:sp>
      <p:sp>
        <p:nvSpPr>
          <p:cNvPr id="4" name="灯片编号占位符 3">
            <a:extLst>
              <a:ext uri="{FF2B5EF4-FFF2-40B4-BE49-F238E27FC236}">
                <a16:creationId xmlns:a16="http://schemas.microsoft.com/office/drawing/2014/main" id="{9033109A-645A-8596-4EFC-2CE4EB0A3647}"/>
              </a:ext>
            </a:extLst>
          </p:cNvPr>
          <p:cNvSpPr>
            <a:spLocks noGrp="1"/>
          </p:cNvSpPr>
          <p:nvPr>
            <p:ph type="sldNum" sz="quarter" idx="5"/>
          </p:nvPr>
        </p:nvSpPr>
        <p:spPr/>
        <p:txBody>
          <a:bodyPr/>
          <a:lstStyle/>
          <a:p>
            <a:fld id="{85D0DACE-38E0-42D2-9336-2B707D34BC6D}" type="slidenum">
              <a:rPr lang="zh-CN" altLang="en-US" smtClean="0"/>
              <a:t>12</a:t>
            </a:fld>
            <a:endParaRPr lang="zh-CN" altLang="en-US"/>
          </a:p>
        </p:txBody>
      </p:sp>
    </p:spTree>
    <p:extLst>
      <p:ext uri="{BB962C8B-B14F-4D97-AF65-F5344CB8AC3E}">
        <p14:creationId xmlns:p14="http://schemas.microsoft.com/office/powerpoint/2010/main" val="2216378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E205-B28C-8B49-FD24-5A97B998E1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99FE92-E81A-6DC5-8B37-532D93E845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4E32F9-3568-E256-FE67-03CF21B2E5D8}"/>
              </a:ext>
            </a:extLst>
          </p:cNvPr>
          <p:cNvSpPr>
            <a:spLocks noGrp="1"/>
          </p:cNvSpPr>
          <p:nvPr>
            <p:ph type="body" idx="1"/>
          </p:nvPr>
        </p:nvSpPr>
        <p:spPr/>
        <p:txBody>
          <a:bodyPr/>
          <a:lstStyle/>
          <a:p>
            <a:br>
              <a:rPr lang="zh-CN" altLang="en-US" sz="1200" b="0" i="0" kern="1200" dirty="0">
                <a:solidFill>
                  <a:schemeClr val="tx1"/>
                </a:solidFill>
                <a:effectLst/>
                <a:latin typeface="+mn-lt"/>
                <a:ea typeface="+mn-ea"/>
                <a:cs typeface="+mn-cs"/>
              </a:rPr>
            </a:br>
            <a:endParaRPr lang="zh-CN" altLang="en-US" dirty="0"/>
          </a:p>
        </p:txBody>
      </p:sp>
      <p:sp>
        <p:nvSpPr>
          <p:cNvPr id="4" name="灯片编号占位符 3">
            <a:extLst>
              <a:ext uri="{FF2B5EF4-FFF2-40B4-BE49-F238E27FC236}">
                <a16:creationId xmlns:a16="http://schemas.microsoft.com/office/drawing/2014/main" id="{E603CF27-17C2-F61B-D602-412C4B1E5A6C}"/>
              </a:ext>
            </a:extLst>
          </p:cNvPr>
          <p:cNvSpPr>
            <a:spLocks noGrp="1"/>
          </p:cNvSpPr>
          <p:nvPr>
            <p:ph type="sldNum" sz="quarter" idx="5"/>
          </p:nvPr>
        </p:nvSpPr>
        <p:spPr/>
        <p:txBody>
          <a:bodyPr/>
          <a:lstStyle/>
          <a:p>
            <a:fld id="{85D0DACE-38E0-42D2-9336-2B707D34BC6D}" type="slidenum">
              <a:rPr lang="zh-CN" altLang="en-US" smtClean="0"/>
              <a:t>13</a:t>
            </a:fld>
            <a:endParaRPr lang="zh-CN" altLang="en-US"/>
          </a:p>
        </p:txBody>
      </p:sp>
    </p:spTree>
    <p:extLst>
      <p:ext uri="{BB962C8B-B14F-4D97-AF65-F5344CB8AC3E}">
        <p14:creationId xmlns:p14="http://schemas.microsoft.com/office/powerpoint/2010/main" val="2614245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D8BB-8C1A-19D5-214D-5B14CBE718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4DA457-4BC0-75DC-BB1B-5F717B6BF7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CE4255-FEF9-59DB-2616-59C59BC271DA}"/>
              </a:ext>
            </a:extLst>
          </p:cNvPr>
          <p:cNvSpPr>
            <a:spLocks noGrp="1"/>
          </p:cNvSpPr>
          <p:nvPr>
            <p:ph type="body" idx="1"/>
          </p:nvPr>
        </p:nvSpPr>
        <p:spPr/>
        <p:txBody>
          <a:bodyPr/>
          <a:lstStyle/>
          <a:p>
            <a:br>
              <a:rPr lang="zh-CN" altLang="en-US" sz="1200" b="0" i="0" kern="1200" dirty="0">
                <a:solidFill>
                  <a:schemeClr val="tx1"/>
                </a:solidFill>
                <a:effectLst/>
                <a:latin typeface="+mn-lt"/>
                <a:ea typeface="+mn-ea"/>
                <a:cs typeface="+mn-cs"/>
              </a:rPr>
            </a:br>
            <a:endParaRPr lang="zh-CN" altLang="en-US" dirty="0"/>
          </a:p>
        </p:txBody>
      </p:sp>
      <p:sp>
        <p:nvSpPr>
          <p:cNvPr id="4" name="灯片编号占位符 3">
            <a:extLst>
              <a:ext uri="{FF2B5EF4-FFF2-40B4-BE49-F238E27FC236}">
                <a16:creationId xmlns:a16="http://schemas.microsoft.com/office/drawing/2014/main" id="{609366E0-20AD-388A-C290-7DE174EBD0CC}"/>
              </a:ext>
            </a:extLst>
          </p:cNvPr>
          <p:cNvSpPr>
            <a:spLocks noGrp="1"/>
          </p:cNvSpPr>
          <p:nvPr>
            <p:ph type="sldNum" sz="quarter" idx="5"/>
          </p:nvPr>
        </p:nvSpPr>
        <p:spPr/>
        <p:txBody>
          <a:bodyPr/>
          <a:lstStyle/>
          <a:p>
            <a:fld id="{85D0DACE-38E0-42D2-9336-2B707D34BC6D}" type="slidenum">
              <a:rPr lang="zh-CN" altLang="en-US" smtClean="0"/>
              <a:t>14</a:t>
            </a:fld>
            <a:endParaRPr lang="zh-CN" altLang="en-US"/>
          </a:p>
        </p:txBody>
      </p:sp>
    </p:spTree>
    <p:extLst>
      <p:ext uri="{BB962C8B-B14F-4D97-AF65-F5344CB8AC3E}">
        <p14:creationId xmlns:p14="http://schemas.microsoft.com/office/powerpoint/2010/main" val="2548117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15</a:t>
            </a:fld>
            <a:endParaRPr lang="zh-CN" altLang="en-US"/>
          </a:p>
        </p:txBody>
      </p:sp>
    </p:spTree>
    <p:extLst>
      <p:ext uri="{BB962C8B-B14F-4D97-AF65-F5344CB8AC3E}">
        <p14:creationId xmlns:p14="http://schemas.microsoft.com/office/powerpoint/2010/main" val="3208005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16</a:t>
            </a:fld>
            <a:endParaRPr lang="zh-CN" altLang="en-US"/>
          </a:p>
        </p:txBody>
      </p:sp>
    </p:spTree>
    <p:extLst>
      <p:ext uri="{BB962C8B-B14F-4D97-AF65-F5344CB8AC3E}">
        <p14:creationId xmlns:p14="http://schemas.microsoft.com/office/powerpoint/2010/main" val="1044758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17</a:t>
            </a:fld>
            <a:endParaRPr lang="zh-CN" altLang="en-US"/>
          </a:p>
        </p:txBody>
      </p:sp>
    </p:spTree>
    <p:extLst>
      <p:ext uri="{BB962C8B-B14F-4D97-AF65-F5344CB8AC3E}">
        <p14:creationId xmlns:p14="http://schemas.microsoft.com/office/powerpoint/2010/main" val="1783790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3E423-B386-B5A2-6CF1-6C357B6CB3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A224BA-A58B-57BE-F652-2501B441CE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6E6D0E-9927-2585-F6B0-787A3780E3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C4DB3DB-8C4B-732F-1F86-DCD5920E69D1}"/>
              </a:ext>
            </a:extLst>
          </p:cNvPr>
          <p:cNvSpPr>
            <a:spLocks noGrp="1"/>
          </p:cNvSpPr>
          <p:nvPr>
            <p:ph type="sldNum" sz="quarter" idx="5"/>
          </p:nvPr>
        </p:nvSpPr>
        <p:spPr/>
        <p:txBody>
          <a:bodyPr/>
          <a:lstStyle/>
          <a:p>
            <a:fld id="{85D0DACE-38E0-42D2-9336-2B707D34BC6D}" type="slidenum">
              <a:rPr lang="zh-CN" altLang="en-US" smtClean="0"/>
              <a:t>18</a:t>
            </a:fld>
            <a:endParaRPr lang="zh-CN" altLang="en-US"/>
          </a:p>
        </p:txBody>
      </p:sp>
    </p:spTree>
    <p:extLst>
      <p:ext uri="{BB962C8B-B14F-4D97-AF65-F5344CB8AC3E}">
        <p14:creationId xmlns:p14="http://schemas.microsoft.com/office/powerpoint/2010/main" val="3213701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DB50B-92AB-9C91-002A-AE40BFEA67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B0E49C-CE80-7EFA-37F0-80F2D25487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38FB31-2689-1F10-18CB-7072256F59A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1E0F033-A1DA-EE1E-7943-0E50A30227FF}"/>
              </a:ext>
            </a:extLst>
          </p:cNvPr>
          <p:cNvSpPr>
            <a:spLocks noGrp="1"/>
          </p:cNvSpPr>
          <p:nvPr>
            <p:ph type="sldNum" sz="quarter" idx="5"/>
          </p:nvPr>
        </p:nvSpPr>
        <p:spPr/>
        <p:txBody>
          <a:bodyPr/>
          <a:lstStyle/>
          <a:p>
            <a:fld id="{85D0DACE-38E0-42D2-9336-2B707D34BC6D}" type="slidenum">
              <a:rPr lang="zh-CN" altLang="en-US" smtClean="0"/>
              <a:t>19</a:t>
            </a:fld>
            <a:endParaRPr lang="zh-CN" altLang="en-US"/>
          </a:p>
        </p:txBody>
      </p:sp>
    </p:spTree>
    <p:extLst>
      <p:ext uri="{BB962C8B-B14F-4D97-AF65-F5344CB8AC3E}">
        <p14:creationId xmlns:p14="http://schemas.microsoft.com/office/powerpoint/2010/main" val="3895232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33730" y="2171065"/>
            <a:ext cx="9644380" cy="1079500"/>
          </a:xfrm>
        </p:spPr>
        <p:txBody>
          <a:bodyPr anchor="b"/>
          <a:lstStyle>
            <a:lvl1pPr algn="l">
              <a:defRPr sz="5000" b="1"/>
            </a:lvl1pPr>
          </a:lstStyle>
          <a:p>
            <a:r>
              <a:rPr lang="zh-CN" altLang="en-US"/>
              <a:t>单击此处编辑母版标题样式</a:t>
            </a:r>
          </a:p>
        </p:txBody>
      </p:sp>
      <p:sp>
        <p:nvSpPr>
          <p:cNvPr id="3" name="副标题 2"/>
          <p:cNvSpPr>
            <a:spLocks noGrp="1"/>
          </p:cNvSpPr>
          <p:nvPr>
            <p:ph type="subTitle" idx="1"/>
          </p:nvPr>
        </p:nvSpPr>
        <p:spPr>
          <a:xfrm>
            <a:off x="838200" y="3602355"/>
            <a:ext cx="6307455" cy="485140"/>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6" name="标题 5"/>
          <p:cNvSpPr>
            <a:spLocks noGrp="1"/>
          </p:cNvSpPr>
          <p:nvPr>
            <p:ph type="title" hasCustomPrompt="1"/>
          </p:nvPr>
        </p:nvSpPr>
        <p:spPr>
          <a:xfrm>
            <a:off x="983615" y="685165"/>
            <a:ext cx="3374390" cy="1473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9" name="图片占位符 8"/>
          <p:cNvSpPr>
            <a:spLocks noGrp="1" noChangeAspect="1"/>
          </p:cNvSpPr>
          <p:nvPr>
            <p:ph type="pic" idx="1"/>
          </p:nvPr>
        </p:nvSpPr>
        <p:spPr>
          <a:xfrm>
            <a:off x="5193665" y="132461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10" name="文本占位符 9"/>
          <p:cNvSpPr>
            <a:spLocks noGrp="1"/>
          </p:cNvSpPr>
          <p:nvPr>
            <p:ph type="body" sz="half" idx="2"/>
          </p:nvPr>
        </p:nvSpPr>
        <p:spPr>
          <a:xfrm>
            <a:off x="988695" y="261556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A777808-ED14-4426-99DB-3B4265319C79}" type="datetimeFigureOut">
              <a:rPr lang="zh-CN" altLang="en-US" smtClean="0"/>
              <a:t>2025/9/7</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B3216A1-BAFB-4293-B513-399F2391224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3377948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extLst>
      <p:ext uri="{BB962C8B-B14F-4D97-AF65-F5344CB8AC3E}">
        <p14:creationId xmlns:p14="http://schemas.microsoft.com/office/powerpoint/2010/main" val="3830963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501390" y="2766060"/>
            <a:ext cx="8090535" cy="1325880"/>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A777808-ED14-4426-99DB-3B4265319C79}" type="datetimeFigureOut">
              <a:rPr lang="zh-CN" altLang="en-US" smtClean="0"/>
              <a:t>2025/9/7</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B3216A1-BAFB-4293-B513-399F23912241}" type="slidenum">
              <a:rPr lang="zh-CN" altLang="en-US" smtClean="0"/>
              <a:t>‹#›</a:t>
            </a:fld>
            <a:endParaRPr lang="zh-CN" altLang="en-US"/>
          </a:p>
        </p:txBody>
      </p:sp>
    </p:spTree>
    <p:extLst>
      <p:ext uri="{BB962C8B-B14F-4D97-AF65-F5344CB8AC3E}">
        <p14:creationId xmlns:p14="http://schemas.microsoft.com/office/powerpoint/2010/main" val="4082791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986491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3061219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extLst>
      <p:ext uri="{BB962C8B-B14F-4D97-AF65-F5344CB8AC3E}">
        <p14:creationId xmlns:p14="http://schemas.microsoft.com/office/powerpoint/2010/main" val="1864752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图片占位符 6"/>
          <p:cNvSpPr>
            <a:spLocks noGrp="1" noChangeAspect="1"/>
          </p:cNvSpPr>
          <p:nvPr>
            <p:ph type="pic" idx="1"/>
          </p:nvPr>
        </p:nvSpPr>
        <p:spPr>
          <a:xfrm>
            <a:off x="5398135" y="166497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8" name="文本占位符 7"/>
          <p:cNvSpPr>
            <a:spLocks noGrp="1"/>
          </p:cNvSpPr>
          <p:nvPr>
            <p:ph type="body" sz="half" idx="2"/>
          </p:nvPr>
        </p:nvSpPr>
        <p:spPr>
          <a:xfrm>
            <a:off x="1193165" y="295592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4" name="内容占位符 3"/>
          <p:cNvSpPr>
            <a:spLocks noGrp="1"/>
          </p:cNvSpPr>
          <p:nvPr>
            <p:ph sz="half" idx="1"/>
          </p:nvPr>
        </p:nvSpPr>
        <p:spPr>
          <a:xfrm>
            <a:off x="49974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half" idx="2"/>
          </p:nvPr>
        </p:nvSpPr>
        <p:spPr>
          <a:xfrm>
            <a:off x="621728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4_比较">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574040" y="1395095"/>
            <a:ext cx="6176010"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995160" y="1395095"/>
            <a:ext cx="4571365"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标题 2"/>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A777808-ED14-4426-99DB-3B4265319C79}" type="datetimeFigureOut">
              <a:rPr lang="zh-CN" altLang="en-US" smtClean="0"/>
              <a:t>2025/9/7</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B3216A1-BAFB-4293-B513-399F23912241}" type="slidenum">
              <a:rPr lang="zh-CN" altLang="en-US" smtClean="0"/>
              <a:t>‹#›</a:t>
            </a:fld>
            <a:endParaRPr lang="zh-CN" altLang="en-US"/>
          </a:p>
        </p:txBody>
      </p:sp>
    </p:spTree>
    <p:extLst>
      <p:ext uri="{BB962C8B-B14F-4D97-AF65-F5344CB8AC3E}">
        <p14:creationId xmlns:p14="http://schemas.microsoft.com/office/powerpoint/2010/main" val="9194204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8426224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A777808-ED14-4426-99DB-3B4265319C79}" type="datetimeFigureOut">
              <a:rPr lang="zh-CN" altLang="en-US" smtClean="0"/>
              <a:t>2025/9/7</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B3216A1-BAFB-4293-B513-399F23912241}" type="slidenum">
              <a:rPr lang="zh-CN" altLang="en-US" smtClean="0"/>
              <a:t>‹#›</a:t>
            </a:fld>
            <a:endParaRPr lang="zh-CN" altLang="en-US"/>
          </a:p>
        </p:txBody>
      </p:sp>
    </p:spTree>
    <p:extLst>
      <p:ext uri="{BB962C8B-B14F-4D97-AF65-F5344CB8AC3E}">
        <p14:creationId xmlns:p14="http://schemas.microsoft.com/office/powerpoint/2010/main" val="23388116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6905881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37885676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8EC09-88D7-842B-B4FD-83871FFA267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6592D5E-0722-17B0-7DB8-CB0568188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001BF2B-74E6-86CC-6953-E5363CE2F3B6}"/>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5" name="页脚占位符 4">
            <a:extLst>
              <a:ext uri="{FF2B5EF4-FFF2-40B4-BE49-F238E27FC236}">
                <a16:creationId xmlns:a16="http://schemas.microsoft.com/office/drawing/2014/main" id="{A61EA6F5-E529-063B-3C0F-4B7CC8B2C2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D08C14-4BE4-188D-0DB6-259FE9C72992}"/>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22223321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660575-88BB-B3AE-A63F-8964D7B1386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0515F28-93EF-92E3-0EF9-650EC4AF2CF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80260C-CF18-943F-18FF-99D87DD87AE3}"/>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5" name="页脚占位符 4">
            <a:extLst>
              <a:ext uri="{FF2B5EF4-FFF2-40B4-BE49-F238E27FC236}">
                <a16:creationId xmlns:a16="http://schemas.microsoft.com/office/drawing/2014/main" id="{421705DD-3F7F-A525-D5DB-83D7308A2E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2FD22A-4F3B-53A2-F7FE-2B94D46A00FD}"/>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17951198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A4192C-1116-2DFE-2447-76272EBCEED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C039DD1-A973-0CB7-4DB4-5E8D4CE557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BE4DF9B-06EC-6EA4-4A7D-7FE3A990BA2B}"/>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5" name="页脚占位符 4">
            <a:extLst>
              <a:ext uri="{FF2B5EF4-FFF2-40B4-BE49-F238E27FC236}">
                <a16:creationId xmlns:a16="http://schemas.microsoft.com/office/drawing/2014/main" id="{78703156-C8E2-4E74-24EB-4AF3423395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3F0724-3CF4-2781-0A74-8EFDA1904255}"/>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23136930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C4F7A-28DA-E955-B602-253C332D59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03A404-2ABC-2520-4E8F-13510121B8F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760AB8B-7FCE-18BE-9099-CC0D5A70D08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0C5695C-8CC3-76A0-602C-79E975458F64}"/>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6" name="页脚占位符 5">
            <a:extLst>
              <a:ext uri="{FF2B5EF4-FFF2-40B4-BE49-F238E27FC236}">
                <a16:creationId xmlns:a16="http://schemas.microsoft.com/office/drawing/2014/main" id="{DD161565-1DFD-F3EA-606C-4BEE956A09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FFA05D-D035-3C04-321D-16C710565A6A}"/>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15798465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64D174-A92F-2061-2DB5-8FEB0C578E2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057CE58-D882-78D4-FB98-3810435E6B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5D1909F-704F-5ACC-81CC-85DEB1403E3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8111619-DDCC-4C46-EC86-15007B8CBD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BD7D364-F1AB-B89A-5274-BC504315036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4773B9F-32BB-41C5-4B96-3D7227CCD6F3}"/>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8" name="页脚占位符 7">
            <a:extLst>
              <a:ext uri="{FF2B5EF4-FFF2-40B4-BE49-F238E27FC236}">
                <a16:creationId xmlns:a16="http://schemas.microsoft.com/office/drawing/2014/main" id="{69B57EEF-8749-A152-1815-12BB266C386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36B0CD0-2645-DDA3-04B9-A4EF2AF607ED}"/>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32803942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D43B2F-2787-07FE-A249-F846716F611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9F25AD5-299B-6419-BDD9-FFBD64A8636D}"/>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4" name="页脚占位符 3">
            <a:extLst>
              <a:ext uri="{FF2B5EF4-FFF2-40B4-BE49-F238E27FC236}">
                <a16:creationId xmlns:a16="http://schemas.microsoft.com/office/drawing/2014/main" id="{83E7FCC4-E618-0F9E-ECAC-90558038024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BBBD8E7-6841-B0CE-63AF-827FB22CBABB}"/>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5587817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4B6167-61F6-C8F7-0233-E2937222C4B5}"/>
              </a:ext>
            </a:extLst>
          </p:cNvPr>
          <p:cNvSpPr>
            <a:spLocks noGrp="1"/>
          </p:cNvSpPr>
          <p:nvPr>
            <p:ph type="dt" sz="half" idx="10"/>
          </p:nvPr>
        </p:nvSpPr>
        <p:spPr/>
        <p:txBody>
          <a:bodyPr/>
          <a:lstStyle/>
          <a:p>
            <a:fld id="{9A777808-ED14-4426-99DB-3B4265319C79}" type="datetimeFigureOut">
              <a:rPr lang="zh-CN" altLang="en-US" smtClean="0"/>
              <a:t>2025/9/7</a:t>
            </a:fld>
            <a:endParaRPr lang="zh-CN" altLang="en-US"/>
          </a:p>
        </p:txBody>
      </p:sp>
      <p:sp>
        <p:nvSpPr>
          <p:cNvPr id="3" name="页脚占位符 2">
            <a:extLst>
              <a:ext uri="{FF2B5EF4-FFF2-40B4-BE49-F238E27FC236}">
                <a16:creationId xmlns:a16="http://schemas.microsoft.com/office/drawing/2014/main" id="{21997377-4D3E-1F97-71FE-0ABB97886AE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7848F2A-3ECC-A248-D059-6F95E099E3FB}"/>
              </a:ext>
            </a:extLst>
          </p:cNvPr>
          <p:cNvSpPr>
            <a:spLocks noGrp="1"/>
          </p:cNvSpPr>
          <p:nvPr>
            <p:ph type="sldNum" sz="quarter" idx="12"/>
          </p:nvPr>
        </p:nvSpPr>
        <p:spPr/>
        <p:txBody>
          <a:bodyPr/>
          <a:lstStyle/>
          <a:p>
            <a:fld id="{3B3216A1-BAFB-4293-B513-399F23912241}" type="slidenum">
              <a:rPr lang="zh-CN" altLang="en-US" smtClean="0"/>
              <a:t>‹#›</a:t>
            </a:fld>
            <a:endParaRPr lang="zh-CN" altLang="en-US"/>
          </a:p>
        </p:txBody>
      </p:sp>
    </p:spTree>
    <p:extLst>
      <p:ext uri="{BB962C8B-B14F-4D97-AF65-F5344CB8AC3E}">
        <p14:creationId xmlns:p14="http://schemas.microsoft.com/office/powerpoint/2010/main" val="10027502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71CA67-3E1D-2D03-8666-D4CB4488976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E27BE3A-9785-9024-27F7-F74089650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AFC72F-07F5-463F-85D5-D2B3BDF4CF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C69AF0-A022-F673-BEC3-B72B84BE8203}"/>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6" name="页脚占位符 5">
            <a:extLst>
              <a:ext uri="{FF2B5EF4-FFF2-40B4-BE49-F238E27FC236}">
                <a16:creationId xmlns:a16="http://schemas.microsoft.com/office/drawing/2014/main" id="{3258E332-3826-2FAE-4FF1-BB301926FF6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231A279-166A-1608-A4C4-09F47B28C9F8}"/>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15263673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02A913-3B94-1FFC-9D3A-E9986BA84A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990EF19-0A28-EA51-0280-100CC57CF6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25A4E40-3DA5-BC5F-311C-0AA0022B8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0F27104-D2BA-5E15-F4A6-845BAA2D08B6}"/>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6" name="页脚占位符 5">
            <a:extLst>
              <a:ext uri="{FF2B5EF4-FFF2-40B4-BE49-F238E27FC236}">
                <a16:creationId xmlns:a16="http://schemas.microsoft.com/office/drawing/2014/main" id="{57786245-AD97-AF49-BA2A-C5FDFEA3E00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61FB440-9EBD-892F-8F90-4FA3EDED5B6F}"/>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17038383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260F42-9B02-D7F0-7EDA-A96FB9288B4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AB2F8E8-F22B-6640-CA3E-237DBA3620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671711-7689-2327-B6FA-7E06DD2461DA}"/>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5" name="页脚占位符 4">
            <a:extLst>
              <a:ext uri="{FF2B5EF4-FFF2-40B4-BE49-F238E27FC236}">
                <a16:creationId xmlns:a16="http://schemas.microsoft.com/office/drawing/2014/main" id="{F6161430-E4DE-21A5-C7CF-396C4C4D82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BFDEC1-762E-5009-389A-80F271A57850}"/>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22590928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E2D897C-AB94-E5E6-2B47-2E986536544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FACF963-9295-A7F0-B28B-4ABDC4ABE32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EF9C1F-D02C-DBB7-E7AC-BB95D55D8103}"/>
              </a:ext>
            </a:extLst>
          </p:cNvPr>
          <p:cNvSpPr>
            <a:spLocks noGrp="1"/>
          </p:cNvSpPr>
          <p:nvPr>
            <p:ph type="dt" sz="half" idx="10"/>
          </p:nvPr>
        </p:nvSpPr>
        <p:spPr/>
        <p:txBody>
          <a:bodyPr/>
          <a:lstStyle/>
          <a:p>
            <a:fld id="{59D9C70D-B7C8-466D-B87C-22D855EF72C6}" type="datetimeFigureOut">
              <a:rPr lang="zh-CN" altLang="en-US" smtClean="0"/>
              <a:t>2025/9/7</a:t>
            </a:fld>
            <a:endParaRPr lang="zh-CN" altLang="en-US"/>
          </a:p>
        </p:txBody>
      </p:sp>
      <p:sp>
        <p:nvSpPr>
          <p:cNvPr id="5" name="页脚占位符 4">
            <a:extLst>
              <a:ext uri="{FF2B5EF4-FFF2-40B4-BE49-F238E27FC236}">
                <a16:creationId xmlns:a16="http://schemas.microsoft.com/office/drawing/2014/main" id="{EEE1CE3F-4359-478A-F2ED-3ADD756788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492E14-A2A5-B912-2AEB-39B82FEFADB0}"/>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37575119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067510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6128505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extLst>
      <p:ext uri="{BB962C8B-B14F-4D97-AF65-F5344CB8AC3E}">
        <p14:creationId xmlns:p14="http://schemas.microsoft.com/office/powerpoint/2010/main" val="70533946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3.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theme" Target="../theme/theme5.xml"/><Relationship Id="rId4"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6.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67BEFF"/>
            </a:gs>
            <a:gs pos="100000">
              <a:srgbClr val="E3F0FD"/>
            </a:gs>
          </a:gsLst>
          <a:lin ang="5400000" scaled="1"/>
        </a:gra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67BEFF"/>
            </a:gs>
            <a:gs pos="100000">
              <a:srgbClr val="E3F0FD"/>
            </a:gs>
          </a:gsLst>
          <a:lin ang="5400000" scaled="1"/>
        </a:gradFill>
        <a:effectLst/>
      </p:bgPr>
    </p:bg>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7">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资源 1"/>
          <p:cNvPicPr>
            <a:picLocks noChangeAspect="1"/>
          </p:cNvPicPr>
          <p:nvPr userDrawn="1"/>
        </p:nvPicPr>
        <p:blipFill>
          <a:blip r:embed="rId8"/>
          <a:stretch>
            <a:fillRect/>
          </a:stretch>
        </p:blipFill>
        <p:spPr>
          <a:xfrm>
            <a:off x="9857105" y="5573395"/>
            <a:ext cx="2054860" cy="807085"/>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70" r:id="rId4"/>
    <p:sldLayoutId id="2147483671" r:id="rId5"/>
  </p:sldLayoutIdLst>
  <p:txStyles>
    <p:titleStyle>
      <a:lvl1pPr algn="l" defTabSz="914400" rtl="0" eaLnBrk="1" latinLnBrk="0" hangingPunct="1">
        <a:lnSpc>
          <a:spcPct val="90000"/>
        </a:lnSpc>
        <a:spcBef>
          <a:spcPct val="0"/>
        </a:spcBef>
        <a:buNone/>
        <a:defRPr sz="2800" kern="1200">
          <a:solidFill>
            <a:srgbClr val="CA171D"/>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67BEFF"/>
            </a:gs>
            <a:gs pos="100000">
              <a:srgbClr val="E3F0FD"/>
            </a:gs>
          </a:gsLst>
          <a:lin ang="5400000" scaled="1"/>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66" r:id="rId2"/>
    <p:sldLayoutId id="2147483667" r:id="rId3"/>
    <p:sldLayoutId id="2147483668" r:id="rId4"/>
    <p:sldLayoutId id="214748366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67BEFF"/>
            </a:gs>
            <a:gs pos="100000">
              <a:srgbClr val="E3F0FD"/>
            </a:gs>
          </a:gsLst>
          <a:lin ang="5400000" scaled="1"/>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4" r:id="rId6"/>
    <p:sldLayoutId id="214748366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67BEFF"/>
            </a:gs>
            <a:gs pos="100000">
              <a:srgbClr val="E3F0FD"/>
            </a:gs>
          </a:gsLst>
          <a:lin ang="5400000" scaled="1"/>
        </a:gra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72" r:id="rId2"/>
    <p:sldLayoutId id="2147483673" r:id="rId3"/>
    <p:sldLayoutId id="214748367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DF233C-BC11-C839-BDFB-DDBDA3FBA1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22C0357-F902-D1D1-AD3F-ECA9BC0596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AA8FEC-8B7C-6512-95A4-48809B0BD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2025/9/7</a:t>
            </a:fld>
            <a:endParaRPr lang="zh-CN" altLang="en-US"/>
          </a:p>
        </p:txBody>
      </p:sp>
      <p:sp>
        <p:nvSpPr>
          <p:cNvPr id="5" name="页脚占位符 4">
            <a:extLst>
              <a:ext uri="{FF2B5EF4-FFF2-40B4-BE49-F238E27FC236}">
                <a16:creationId xmlns:a16="http://schemas.microsoft.com/office/drawing/2014/main" id="{A9796E44-6E13-B305-7B8A-7AFEFC3D21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6A92DC2-F085-23A2-1F61-1EBB0F608A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53624137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4.xml"/><Relationship Id="rId1" Type="http://schemas.openxmlformats.org/officeDocument/2006/relationships/tags" Target="../tags/tag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34.xml"/><Relationship Id="rId1" Type="http://schemas.openxmlformats.org/officeDocument/2006/relationships/tags" Target="../tags/tag19.xml"/></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3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3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5.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无线网络规划与优化</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p:cNvSpPr/>
          <p:nvPr/>
        </p:nvSpPr>
        <p:spPr>
          <a:xfrm>
            <a:off x="2813044" y="2277357"/>
            <a:ext cx="6754289" cy="1631089"/>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5" name="圆角矩形 17"/>
          <p:cNvSpPr/>
          <p:nvPr/>
        </p:nvSpPr>
        <p:spPr>
          <a:xfrm>
            <a:off x="3410072" y="2026113"/>
            <a:ext cx="5219376" cy="513864"/>
          </a:xfrm>
          <a:prstGeom prst="roundRect">
            <a:avLst/>
          </a:prstGeom>
          <a:solidFill>
            <a:srgbClr val="C91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6" name="文本框 5"/>
          <p:cNvSpPr txBox="1"/>
          <p:nvPr/>
        </p:nvSpPr>
        <p:spPr>
          <a:xfrm>
            <a:off x="3588150" y="2082706"/>
            <a:ext cx="4652692" cy="348429"/>
          </a:xfrm>
          <a:prstGeom prst="rect">
            <a:avLst/>
          </a:prstGeom>
          <a:noFill/>
        </p:spPr>
        <p:txBody>
          <a:bodyPr wrap="square" rtlCol="0">
            <a:spAutoFit/>
          </a:bodyPr>
          <a:lstStyle/>
          <a:p>
            <a:pPr algn="dist"/>
            <a:r>
              <a:rPr kumimoji="1" lang="zh-CN" altLang="en-US" sz="1665" dirty="0">
                <a:solidFill>
                  <a:schemeClr val="bg1"/>
                </a:solidFill>
                <a:latin typeface="微软雅黑" panose="020B0503020204020204" charset="-122"/>
                <a:ea typeface="微软雅黑" panose="020B0503020204020204" charset="-122"/>
                <a:cs typeface="微软雅黑" panose="020B0503020204020204" charset="-122"/>
              </a:rPr>
              <a:t>理论篇</a:t>
            </a:r>
          </a:p>
        </p:txBody>
      </p:sp>
      <p:sp>
        <p:nvSpPr>
          <p:cNvPr id="7" name="文本框 6"/>
          <p:cNvSpPr txBox="1"/>
          <p:nvPr/>
        </p:nvSpPr>
        <p:spPr>
          <a:xfrm>
            <a:off x="2793541" y="2783065"/>
            <a:ext cx="6773792" cy="882293"/>
          </a:xfrm>
          <a:prstGeom prst="rect">
            <a:avLst/>
          </a:prstGeom>
          <a:noFill/>
        </p:spPr>
        <p:txBody>
          <a:bodyPr wrap="square" rtlCol="0">
            <a:spAutoFit/>
          </a:bodyPr>
          <a:lstStyle/>
          <a:p>
            <a:pPr algn="dist">
              <a:lnSpc>
                <a:spcPct val="120000"/>
              </a:lnSpc>
            </a:pPr>
            <a:r>
              <a:rPr kumimoji="1" lang="zh-CN" altLang="en-US" sz="4280" b="1" dirty="0">
                <a:latin typeface="微软雅黑" panose="020B0503020204020204" charset="-122"/>
                <a:ea typeface="微软雅黑" panose="020B0503020204020204" charset="-122"/>
                <a:cs typeface="微软雅黑" panose="020B0503020204020204" charset="-122"/>
              </a:rPr>
              <a:t>项目二： </a:t>
            </a:r>
            <a:r>
              <a:rPr kumimoji="1" lang="en-US" altLang="zh-CN" sz="4280" b="1" dirty="0">
                <a:latin typeface="微软雅黑" panose="020B0503020204020204" charset="-122"/>
                <a:ea typeface="微软雅黑" panose="020B0503020204020204" charset="-122"/>
                <a:cs typeface="微软雅黑" panose="020B0503020204020204" charset="-122"/>
              </a:rPr>
              <a:t>LTE</a:t>
            </a:r>
            <a:r>
              <a:rPr kumimoji="1" lang="zh-CN" altLang="en-US" sz="4280" b="1" dirty="0">
                <a:latin typeface="微软雅黑" panose="020B0503020204020204" charset="-122"/>
                <a:ea typeface="微软雅黑" panose="020B0503020204020204" charset="-122"/>
                <a:cs typeface="微软雅黑" panose="020B0503020204020204" charset="-122"/>
              </a:rPr>
              <a:t>无线网络规划</a:t>
            </a:r>
          </a:p>
        </p:txBody>
      </p:sp>
      <p:sp>
        <p:nvSpPr>
          <p:cNvPr id="8" name="椭圆 7"/>
          <p:cNvSpPr/>
          <p:nvPr/>
        </p:nvSpPr>
        <p:spPr>
          <a:xfrm>
            <a:off x="7477216" y="3858754"/>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9" name="椭圆 8"/>
          <p:cNvSpPr/>
          <p:nvPr/>
        </p:nvSpPr>
        <p:spPr>
          <a:xfrm>
            <a:off x="4626442" y="3852717"/>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项目引入</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sp>
        <p:nvSpPr>
          <p:cNvPr id="5" name="内容占位符 2"/>
          <p:cNvSpPr txBox="1"/>
          <p:nvPr/>
        </p:nvSpPr>
        <p:spPr>
          <a:xfrm>
            <a:off x="1431182" y="2719072"/>
            <a:ext cx="6612151" cy="1861393"/>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1900" dirty="0">
                <a:latin typeface="微软雅黑" panose="020B0503020204020204" charset="-122"/>
                <a:ea typeface="微软雅黑" panose="020B0503020204020204" charset="-122"/>
              </a:rPr>
              <a:t>无线网是通信运营企业最活跃、最灵活、最热点的基础业务网络；是分布于室外空间、室内空间、地上空中的多场景、多制式、技术复杂多变的网络；是承担多种业务接入，或承担传送和控制的网络；是对企业收入影响力最大的网络。任何通信运营企业，无论从战略的角度还是提供业务的需求，都要求认真规划好自己的无线网。</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任务分解</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3"/>
          <a:stretch>
            <a:fillRect/>
          </a:stretch>
        </p:blipFill>
        <p:spPr>
          <a:xfrm>
            <a:off x="1030862" y="2316304"/>
            <a:ext cx="8961905" cy="2276190"/>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任务一：初探</a:t>
            </a:r>
            <a:r>
              <a:rPr lang="en-US" altLang="zh-CN" dirty="0"/>
              <a:t>LTE</a:t>
            </a:r>
            <a:r>
              <a:rPr lang="zh-CN" altLang="en-US" dirty="0"/>
              <a:t>网络规划</a:t>
            </a:r>
          </a:p>
        </p:txBody>
      </p:sp>
      <p:grpSp>
        <p:nvGrpSpPr>
          <p:cNvPr id="4" name="组合 3"/>
          <p:cNvGrpSpPr/>
          <p:nvPr>
            <p:custDataLst>
              <p:tags r:id="rId1"/>
            </p:custDataLst>
          </p:nvPr>
        </p:nvGrpSpPr>
        <p:grpSpPr>
          <a:xfrm>
            <a:off x="1064895" y="1453814"/>
            <a:ext cx="9196745" cy="1819946"/>
            <a:chOff x="1689815" y="2362692"/>
            <a:chExt cx="9196745" cy="1819946"/>
          </a:xfrm>
        </p:grpSpPr>
        <p:sp>
          <p:nvSpPr>
            <p:cNvPr id="5" name="矩形 4"/>
            <p:cNvSpPr/>
            <p:nvPr>
              <p:custDataLst>
                <p:tags r:id="rId6"/>
              </p:custDataLst>
            </p:nvPr>
          </p:nvSpPr>
          <p:spPr>
            <a:xfrm>
              <a:off x="1794590" y="2662236"/>
              <a:ext cx="547687" cy="5667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01</a:t>
              </a:r>
              <a:endParaRPr lang="zh-CN" altLang="en-US" sz="1800" b="1" dirty="0">
                <a:solidFill>
                  <a:schemeClr val="bg1"/>
                </a:solidFill>
                <a:latin typeface="+mj-lt"/>
                <a:cs typeface="+mj-lt"/>
                <a:sym typeface="Arial" panose="020B0604020202020204" pitchFamily="34" charset="0"/>
              </a:endParaRPr>
            </a:p>
          </p:txBody>
        </p:sp>
        <p:sp>
          <p:nvSpPr>
            <p:cNvPr id="6" name="任意多边形 5"/>
            <p:cNvSpPr/>
            <p:nvPr>
              <p:custDataLst>
                <p:tags r:id="rId7"/>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7" name="文本框 6"/>
            <p:cNvSpPr txBox="1"/>
            <p:nvPr>
              <p:custDataLst>
                <p:tags r:id="rId8"/>
              </p:custDataLst>
            </p:nvPr>
          </p:nvSpPr>
          <p:spPr>
            <a:xfrm>
              <a:off x="2543678" y="2362692"/>
              <a:ext cx="8342882" cy="1819946"/>
            </a:xfrm>
            <a:prstGeom prst="rect">
              <a:avLst/>
            </a:prstGeom>
            <a:noFill/>
          </p:spPr>
          <p:txBody>
            <a:bodyPr wrap="square" lIns="0" tIns="0" rIns="0" bIns="0" rtlCol="0" anchor="ctr" anchorCtr="0">
              <a:noAutofit/>
            </a:bodyPr>
            <a:lstStyle/>
            <a:p>
              <a:pPr>
                <a:lnSpc>
                  <a:spcPts val="2800"/>
                </a:lnSpc>
              </a:pPr>
              <a:r>
                <a:rPr lang="zh-CN" altLang="en-US" sz="2000" b="1" dirty="0">
                  <a:latin typeface="微软雅黑" panose="020B0503020204020204" charset="-122"/>
                  <a:ea typeface="微软雅黑" panose="020B0503020204020204" charset="-122"/>
                </a:rPr>
                <a:t>任务描述</a:t>
              </a:r>
              <a:r>
                <a:rPr lang="en-US" altLang="zh-CN" sz="2000" b="1" dirty="0">
                  <a:latin typeface="微软雅黑" panose="020B0503020204020204" charset="-122"/>
                  <a:ea typeface="微软雅黑" panose="020B0503020204020204" charset="-122"/>
                </a:rPr>
                <a:t>:</a:t>
              </a:r>
            </a:p>
            <a:p>
              <a:pPr>
                <a:lnSpc>
                  <a:spcPts val="2800"/>
                </a:lnSpc>
              </a:pPr>
              <a:r>
                <a:rPr lang="en-US" altLang="zh-CN" dirty="0">
                  <a:latin typeface="微软雅黑" panose="020B0503020204020204" charset="-122"/>
                </a:rPr>
                <a:t>LTE</a:t>
              </a:r>
              <a:r>
                <a:rPr lang="zh-CN" altLang="en-US" dirty="0">
                  <a:latin typeface="微软雅黑" panose="020B0503020204020204" charset="-122"/>
                </a:rPr>
                <a:t>无线网络规划是网络建设、维护、优化的前提，任何通信运营企业，无论从战略的角度还是提供业务的需求，都要求认真规划好自己的无线网。本任务即介绍</a:t>
              </a:r>
              <a:r>
                <a:rPr lang="en-US" altLang="zh-CN" dirty="0">
                  <a:latin typeface="微软雅黑" panose="020B0503020204020204" charset="-122"/>
                </a:rPr>
                <a:t>LTE</a:t>
              </a:r>
              <a:r>
                <a:rPr lang="zh-CN" altLang="en-US" dirty="0">
                  <a:latin typeface="微软雅黑" panose="020B0503020204020204" charset="-122"/>
                </a:rPr>
                <a:t>无线网络规划流程和</a:t>
              </a:r>
              <a:r>
                <a:rPr lang="en-US" altLang="zh-CN" dirty="0">
                  <a:latin typeface="微软雅黑" panose="020B0503020204020204" charset="-122"/>
                </a:rPr>
                <a:t>LTE</a:t>
              </a:r>
              <a:r>
                <a:rPr lang="zh-CN" altLang="en-US" dirty="0">
                  <a:latin typeface="微软雅黑" panose="020B0503020204020204" charset="-122"/>
                </a:rPr>
                <a:t>无线网络衡量指标，还包括</a:t>
              </a:r>
              <a:r>
                <a:rPr lang="en-US" altLang="zh-CN" dirty="0">
                  <a:latin typeface="微软雅黑" panose="020B0503020204020204" charset="-122"/>
                </a:rPr>
                <a:t>LTE</a:t>
              </a:r>
              <a:r>
                <a:rPr lang="zh-CN" altLang="en-US" dirty="0">
                  <a:latin typeface="微软雅黑" panose="020B0503020204020204" charset="-122"/>
                </a:rPr>
                <a:t>网络规划面临的挑战及网络整体部署策略。</a:t>
              </a:r>
              <a:endParaRPr lang="en-US" altLang="zh-CN" dirty="0">
                <a:solidFill>
                  <a:schemeClr val="tx1"/>
                </a:solidFill>
                <a:latin typeface="微软雅黑" panose="020B0503020204020204" charset="-122"/>
                <a:ea typeface="微软雅黑" panose="020B0503020204020204" charset="-122"/>
                <a:cs typeface="+mj-cs"/>
                <a:sym typeface="+mn-ea"/>
              </a:endParaRPr>
            </a:p>
          </p:txBody>
        </p:sp>
      </p:grpSp>
      <p:grpSp>
        <p:nvGrpSpPr>
          <p:cNvPr id="8" name="组合 7"/>
          <p:cNvGrpSpPr/>
          <p:nvPr>
            <p:custDataLst>
              <p:tags r:id="rId2"/>
            </p:custDataLst>
          </p:nvPr>
        </p:nvGrpSpPr>
        <p:grpSpPr>
          <a:xfrm>
            <a:off x="1064895" y="3733800"/>
            <a:ext cx="9150178" cy="1843890"/>
            <a:chOff x="1689815" y="3323832"/>
            <a:chExt cx="9150178" cy="1843890"/>
          </a:xfrm>
        </p:grpSpPr>
        <p:sp>
          <p:nvSpPr>
            <p:cNvPr id="9" name="矩形 8"/>
            <p:cNvSpPr/>
            <p:nvPr>
              <p:custDataLst>
                <p:tags r:id="rId3"/>
              </p:custDataLst>
            </p:nvPr>
          </p:nvSpPr>
          <p:spPr>
            <a:xfrm>
              <a:off x="1794590" y="3805236"/>
              <a:ext cx="547687" cy="566738"/>
            </a:xfrm>
            <a:prstGeom prst="rec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02</a:t>
              </a:r>
              <a:endParaRPr lang="zh-CN" altLang="en-US" dirty="0">
                <a:solidFill>
                  <a:schemeClr val="bg1"/>
                </a:solidFill>
                <a:sym typeface="Arial" panose="020B0604020202020204" pitchFamily="34" charset="0"/>
              </a:endParaRPr>
            </a:p>
          </p:txBody>
        </p:sp>
        <p:sp>
          <p:nvSpPr>
            <p:cNvPr id="10" name="任意多边形 9"/>
            <p:cNvSpPr/>
            <p:nvPr>
              <p:custDataLst>
                <p:tags r:id="rId4"/>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11" name="文本框 10"/>
            <p:cNvSpPr txBox="1"/>
            <p:nvPr>
              <p:custDataLst>
                <p:tags r:id="rId5"/>
              </p:custDataLst>
            </p:nvPr>
          </p:nvSpPr>
          <p:spPr>
            <a:xfrm>
              <a:off x="2590245" y="3323832"/>
              <a:ext cx="8249748" cy="1843890"/>
            </a:xfrm>
            <a:prstGeom prst="rect">
              <a:avLst/>
            </a:prstGeom>
            <a:noFill/>
          </p:spPr>
          <p:txBody>
            <a:bodyPr wrap="square" lIns="0" tIns="0" rIns="0" bIns="0" rtlCol="0" anchor="ctr" anchorCtr="0">
              <a:normAutofit/>
            </a:bodyPr>
            <a:lstStyle/>
            <a:p>
              <a:pPr>
                <a:lnSpc>
                  <a:spcPts val="2800"/>
                </a:lnSpc>
              </a:pPr>
              <a:r>
                <a:rPr lang="zh-CN" altLang="en-US" sz="2000" b="1" dirty="0">
                  <a:latin typeface="微软雅黑" panose="020B0503020204020204" charset="-122"/>
                  <a:ea typeface="微软雅黑" panose="020B0503020204020204" charset="-122"/>
                </a:rPr>
                <a:t>学习目标：</a:t>
              </a:r>
              <a:endParaRPr lang="en-US" altLang="zh-CN" sz="2000" b="1" dirty="0">
                <a:latin typeface="微软雅黑" panose="020B0503020204020204" charset="-122"/>
                <a:ea typeface="微软雅黑" panose="020B0503020204020204" charset="-122"/>
              </a:endParaRP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了解</a:t>
              </a:r>
              <a:r>
                <a:rPr lang="en-US" altLang="zh-CN" dirty="0">
                  <a:solidFill>
                    <a:schemeClr val="tx1">
                      <a:lumMod val="95000"/>
                      <a:lumOff val="5000"/>
                    </a:schemeClr>
                  </a:solidFill>
                  <a:latin typeface="微软雅黑" panose="020B0503020204020204" charset="-122"/>
                  <a:cs typeface="+mj-cs"/>
                  <a:sym typeface="+mn-ea"/>
                </a:rPr>
                <a:t>LTE</a:t>
              </a:r>
              <a:r>
                <a:rPr lang="zh-CN" altLang="en-US" dirty="0">
                  <a:solidFill>
                    <a:schemeClr val="tx1">
                      <a:lumMod val="95000"/>
                      <a:lumOff val="5000"/>
                    </a:schemeClr>
                  </a:solidFill>
                  <a:latin typeface="微软雅黑" panose="020B0503020204020204" charset="-122"/>
                  <a:cs typeface="+mj-cs"/>
                  <a:sym typeface="+mn-ea"/>
                </a:rPr>
                <a:t>无线网络规划流程，以及整体部署策略。</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熟悉</a:t>
              </a:r>
              <a:r>
                <a:rPr lang="en-US" altLang="zh-CN" dirty="0">
                  <a:solidFill>
                    <a:schemeClr val="tx1">
                      <a:lumMod val="95000"/>
                      <a:lumOff val="5000"/>
                    </a:schemeClr>
                  </a:solidFill>
                  <a:latin typeface="微软雅黑" panose="020B0503020204020204" charset="-122"/>
                  <a:cs typeface="+mj-cs"/>
                  <a:sym typeface="+mn-ea"/>
                </a:rPr>
                <a:t>LTE</a:t>
              </a:r>
              <a:r>
                <a:rPr lang="zh-CN" altLang="en-US" dirty="0">
                  <a:solidFill>
                    <a:schemeClr val="tx1">
                      <a:lumMod val="95000"/>
                      <a:lumOff val="5000"/>
                    </a:schemeClr>
                  </a:solidFill>
                  <a:latin typeface="微软雅黑" panose="020B0503020204020204" charset="-122"/>
                  <a:cs typeface="+mj-cs"/>
                  <a:sym typeface="+mn-ea"/>
                </a:rPr>
                <a:t>无线网络衡量指标的类型、定义和范围。</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E24B0-701C-45B8-67AD-1DF4A28E97F3}"/>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DF8B4F8-5FE0-0189-4A46-99365BC060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9686" y="0"/>
            <a:ext cx="5395393" cy="6858000"/>
          </a:xfrm>
          <a:prstGeom prst="rect">
            <a:avLst/>
          </a:prstGeom>
        </p:spPr>
      </p:pic>
      <p:sp>
        <p:nvSpPr>
          <p:cNvPr id="3" name="标题 2">
            <a:extLst>
              <a:ext uri="{FF2B5EF4-FFF2-40B4-BE49-F238E27FC236}">
                <a16:creationId xmlns:a16="http://schemas.microsoft.com/office/drawing/2014/main" id="{0C092473-9A0E-B384-9E32-5330BFBE511A}"/>
              </a:ext>
            </a:extLst>
          </p:cNvPr>
          <p:cNvSpPr>
            <a:spLocks noGrp="1"/>
          </p:cNvSpPr>
          <p:nvPr>
            <p:ph type="title"/>
          </p:nvPr>
        </p:nvSpPr>
        <p:spPr>
          <a:xfrm>
            <a:off x="1038732" y="996790"/>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EE5974C1-B6AA-EB16-0E2E-724A5948BDEE}"/>
              </a:ext>
            </a:extLst>
          </p:cNvPr>
          <p:cNvSpPr txBox="1"/>
          <p:nvPr/>
        </p:nvSpPr>
        <p:spPr>
          <a:xfrm>
            <a:off x="449706" y="37087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无线网络规划的流程</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A5C2A4E5-31D1-305D-7467-E4637ED17499}"/>
              </a:ext>
            </a:extLst>
          </p:cNvPr>
          <p:cNvSpPr>
            <a:spLocks noChangeArrowheads="1"/>
          </p:cNvSpPr>
          <p:nvPr/>
        </p:nvSpPr>
        <p:spPr bwMode="auto">
          <a:xfrm>
            <a:off x="0" y="5486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4" name="图示 13">
            <a:extLst>
              <a:ext uri="{FF2B5EF4-FFF2-40B4-BE49-F238E27FC236}">
                <a16:creationId xmlns:a16="http://schemas.microsoft.com/office/drawing/2014/main" id="{35656813-AA8D-F611-4E82-7D3D9D7F9D6B}"/>
              </a:ext>
            </a:extLst>
          </p:cNvPr>
          <p:cNvGraphicFramePr/>
          <p:nvPr>
            <p:extLst>
              <p:ext uri="{D42A27DB-BD31-4B8C-83A1-F6EECF244321}">
                <p14:modId xmlns:p14="http://schemas.microsoft.com/office/powerpoint/2010/main" val="3782485290"/>
              </p:ext>
            </p:extLst>
          </p:nvPr>
        </p:nvGraphicFramePr>
        <p:xfrm>
          <a:off x="185266" y="1700154"/>
          <a:ext cx="7556553" cy="2559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 name="Text Box 19">
            <a:extLst>
              <a:ext uri="{FF2B5EF4-FFF2-40B4-BE49-F238E27FC236}">
                <a16:creationId xmlns:a16="http://schemas.microsoft.com/office/drawing/2014/main" id="{CF341B38-9C8D-B84C-7975-24C999BF139B}"/>
              </a:ext>
            </a:extLst>
          </p:cNvPr>
          <p:cNvSpPr txBox="1">
            <a:spLocks noChangeArrowheads="1"/>
          </p:cNvSpPr>
          <p:nvPr/>
        </p:nvSpPr>
        <p:spPr bwMode="black">
          <a:xfrm>
            <a:off x="6285103" y="5112167"/>
            <a:ext cx="1824037" cy="338137"/>
          </a:xfrm>
          <a:prstGeom prst="rect">
            <a:avLst/>
          </a:prstGeom>
          <a:noFill/>
          <a:ln w="9525" algn="ctr">
            <a:noFill/>
            <a:miter lim="800000"/>
          </a:ln>
        </p:spPr>
        <p:txBody>
          <a:bodyPr wrap="square">
            <a:spAutoFit/>
          </a:bodyPr>
          <a:lstStyle/>
          <a:p>
            <a:pPr algn="r" defTabSz="914400">
              <a:buFont typeface="Arial" panose="020B0604020202020204" pitchFamily="34" charset="0"/>
              <a:buNone/>
              <a:defRPr/>
            </a:pPr>
            <a:r>
              <a:rPr lang="zh-CN" altLang="en-US" sz="1600" b="1" i="1" kern="0" dirty="0">
                <a:solidFill>
                  <a:srgbClr val="000000"/>
                </a:solidFill>
                <a:latin typeface="Trebuchet MS" panose="020B0603020202020204" pitchFamily="34" charset="0"/>
                <a:ea typeface="微软雅黑" panose="020B0503020204020204" charset="-122"/>
              </a:rPr>
              <a:t>输出规划仿真报告</a:t>
            </a:r>
            <a:endParaRPr lang="en-US" altLang="zh-CN" sz="1600" b="1" i="1" kern="0" dirty="0">
              <a:solidFill>
                <a:srgbClr val="000000"/>
              </a:solidFill>
              <a:latin typeface="Trebuchet MS" panose="020B0603020202020204" pitchFamily="34" charset="0"/>
              <a:ea typeface="微软雅黑" panose="020B0503020204020204" charset="-122"/>
            </a:endParaRPr>
          </a:p>
        </p:txBody>
      </p:sp>
      <p:sp>
        <p:nvSpPr>
          <p:cNvPr id="16" name="流程图: 摘录 15">
            <a:extLst>
              <a:ext uri="{FF2B5EF4-FFF2-40B4-BE49-F238E27FC236}">
                <a16:creationId xmlns:a16="http://schemas.microsoft.com/office/drawing/2014/main" id="{E7C8EE3E-437D-0653-12CA-F41D55E6AD04}"/>
              </a:ext>
            </a:extLst>
          </p:cNvPr>
          <p:cNvSpPr/>
          <p:nvPr/>
        </p:nvSpPr>
        <p:spPr>
          <a:xfrm rot="5400000">
            <a:off x="186804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7" name="流程图: 摘录 16">
            <a:extLst>
              <a:ext uri="{FF2B5EF4-FFF2-40B4-BE49-F238E27FC236}">
                <a16:creationId xmlns:a16="http://schemas.microsoft.com/office/drawing/2014/main" id="{B9712F6A-0D0A-CF33-2F35-5E1FEF5DE21F}"/>
              </a:ext>
            </a:extLst>
          </p:cNvPr>
          <p:cNvSpPr/>
          <p:nvPr/>
        </p:nvSpPr>
        <p:spPr>
          <a:xfrm rot="5400000">
            <a:off x="381749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8" name="流程图: 摘录 17">
            <a:extLst>
              <a:ext uri="{FF2B5EF4-FFF2-40B4-BE49-F238E27FC236}">
                <a16:creationId xmlns:a16="http://schemas.microsoft.com/office/drawing/2014/main" id="{067F61C1-6D46-5B90-7E03-FB7729D0BEF3}"/>
              </a:ext>
            </a:extLst>
          </p:cNvPr>
          <p:cNvSpPr/>
          <p:nvPr/>
        </p:nvSpPr>
        <p:spPr>
          <a:xfrm rot="5400000">
            <a:off x="578599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9" name="流程图: 合并 18">
            <a:extLst>
              <a:ext uri="{FF2B5EF4-FFF2-40B4-BE49-F238E27FC236}">
                <a16:creationId xmlns:a16="http://schemas.microsoft.com/office/drawing/2014/main" id="{89DB93FC-A8BB-2A2D-1F5E-66965008611C}"/>
              </a:ext>
            </a:extLst>
          </p:cNvPr>
          <p:cNvSpPr/>
          <p:nvPr/>
        </p:nvSpPr>
        <p:spPr bwMode="auto">
          <a:xfrm>
            <a:off x="7424292" y="4140617"/>
            <a:ext cx="254000" cy="238125"/>
          </a:xfrm>
          <a:prstGeom prst="flowChartMerge">
            <a:avLst/>
          </a:prstGeom>
          <a:solidFill>
            <a:srgbClr val="FFFFFF"/>
          </a:solidFill>
          <a:ln w="25400" cap="flat" cmpd="sng" algn="ctr">
            <a:solidFill>
              <a:schemeClr val="accent1"/>
            </a:solidFill>
            <a:prstDash val="solid"/>
            <a:headEnd type="none" w="med" len="med"/>
            <a:tailEnd type="none" w="med" len="med"/>
          </a:ln>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1" lang="en-US" sz="1800" b="1" i="0" u="none" strike="noStrike" kern="0" cap="none" spc="0" normalizeH="0" baseline="0" noProof="0">
              <a:ln>
                <a:noFill/>
              </a:ln>
              <a:solidFill>
                <a:srgbClr val="FFFFFF"/>
              </a:solidFill>
              <a:effectLst/>
              <a:uLnTx/>
              <a:uFillTx/>
              <a:latin typeface="Times New Roman" panose="02020603050405020304" pitchFamily="18" charset="0"/>
              <a:ea typeface="华文细黑"/>
            </a:endParaRPr>
          </a:p>
        </p:txBody>
      </p:sp>
      <p:pic>
        <p:nvPicPr>
          <p:cNvPr id="20" name="图片 12" descr="liti-diannaotubiao-01.png">
            <a:extLst>
              <a:ext uri="{FF2B5EF4-FFF2-40B4-BE49-F238E27FC236}">
                <a16:creationId xmlns:a16="http://schemas.microsoft.com/office/drawing/2014/main" id="{25D20968-2EFA-85DD-DFBF-432FD859092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598792" y="4378742"/>
            <a:ext cx="1143000"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肘形连接符 25">
            <a:extLst>
              <a:ext uri="{FF2B5EF4-FFF2-40B4-BE49-F238E27FC236}">
                <a16:creationId xmlns:a16="http://schemas.microsoft.com/office/drawing/2014/main" id="{9DECB95D-29A3-368A-2A2D-5B1FCB5F996C}"/>
              </a:ext>
            </a:extLst>
          </p:cNvPr>
          <p:cNvCxnSpPr>
            <a:cxnSpLocks noChangeShapeType="1"/>
          </p:cNvCxnSpPr>
          <p:nvPr/>
        </p:nvCxnSpPr>
        <p:spPr bwMode="auto">
          <a:xfrm>
            <a:off x="947292" y="4259679"/>
            <a:ext cx="1206500" cy="406400"/>
          </a:xfrm>
          <a:prstGeom prst="bentConnector3">
            <a:avLst>
              <a:gd name="adj1" fmla="val -528"/>
            </a:avLst>
          </a:prstGeom>
          <a:noFill/>
          <a:ln w="28575" algn="ctr">
            <a:solidFill>
              <a:srgbClr val="5B9BD5"/>
            </a:solidFill>
            <a:prstDash val="sysDash"/>
            <a:round/>
            <a:tailEnd type="arrow" w="med" len="med"/>
          </a:ln>
          <a:extLst>
            <a:ext uri="{909E8E84-426E-40DD-AFC4-6F175D3DCCD1}">
              <a14:hiddenFill xmlns:a14="http://schemas.microsoft.com/office/drawing/2010/main">
                <a:noFill/>
              </a14:hiddenFill>
            </a:ext>
          </a:extLst>
        </p:spPr>
      </p:cxnSp>
      <p:cxnSp>
        <p:nvCxnSpPr>
          <p:cNvPr id="22" name="直接箭头连接符 39">
            <a:extLst>
              <a:ext uri="{FF2B5EF4-FFF2-40B4-BE49-F238E27FC236}">
                <a16:creationId xmlns:a16="http://schemas.microsoft.com/office/drawing/2014/main" id="{4830BC8F-CCDB-32B9-804D-DB3D858209A2}"/>
              </a:ext>
            </a:extLst>
          </p:cNvPr>
          <p:cNvCxnSpPr>
            <a:cxnSpLocks noChangeShapeType="1"/>
          </p:cNvCxnSpPr>
          <p:nvPr/>
        </p:nvCxnSpPr>
        <p:spPr bwMode="auto">
          <a:xfrm rot="5400000" flipH="1" flipV="1">
            <a:off x="2859436" y="4317623"/>
            <a:ext cx="238125" cy="1587"/>
          </a:xfrm>
          <a:prstGeom prst="straightConnector1">
            <a:avLst/>
          </a:prstGeom>
          <a:noFill/>
          <a:ln w="28575" algn="ctr">
            <a:solidFill>
              <a:schemeClr val="accent1"/>
            </a:solidFill>
            <a:prstDash val="sysDash"/>
            <a:round/>
            <a:tailEnd type="arrow" w="med" len="med"/>
          </a:ln>
          <a:extLst>
            <a:ext uri="{909E8E84-426E-40DD-AFC4-6F175D3DCCD1}">
              <a14:hiddenFill xmlns:a14="http://schemas.microsoft.com/office/drawing/2010/main">
                <a:noFill/>
              </a14:hiddenFill>
            </a:ext>
          </a:extLst>
        </p:spPr>
      </p:cxnSp>
      <p:cxnSp>
        <p:nvCxnSpPr>
          <p:cNvPr id="23" name="直接连接符 70">
            <a:extLst>
              <a:ext uri="{FF2B5EF4-FFF2-40B4-BE49-F238E27FC236}">
                <a16:creationId xmlns:a16="http://schemas.microsoft.com/office/drawing/2014/main" id="{04FE5E44-0CFD-E500-52DD-B0E88B29C9BF}"/>
              </a:ext>
            </a:extLst>
          </p:cNvPr>
          <p:cNvCxnSpPr>
            <a:cxnSpLocks noChangeShapeType="1"/>
          </p:cNvCxnSpPr>
          <p:nvPr/>
        </p:nvCxnSpPr>
        <p:spPr bwMode="auto">
          <a:xfrm>
            <a:off x="3931792" y="4616867"/>
            <a:ext cx="1016000" cy="1587"/>
          </a:xfrm>
          <a:prstGeom prst="line">
            <a:avLst/>
          </a:prstGeom>
          <a:noFill/>
          <a:ln w="28575" algn="ctr">
            <a:solidFill>
              <a:schemeClr val="accent1"/>
            </a:solidFill>
            <a:prstDash val="sysDash"/>
            <a:round/>
          </a:ln>
          <a:extLst>
            <a:ext uri="{909E8E84-426E-40DD-AFC4-6F175D3DCCD1}">
              <a14:hiddenFill xmlns:a14="http://schemas.microsoft.com/office/drawing/2010/main">
                <a:noFill/>
              </a14:hiddenFill>
            </a:ext>
          </a:extLst>
        </p:spPr>
      </p:cxnSp>
      <p:cxnSp>
        <p:nvCxnSpPr>
          <p:cNvPr id="24" name="直接箭头连接符 72">
            <a:extLst>
              <a:ext uri="{FF2B5EF4-FFF2-40B4-BE49-F238E27FC236}">
                <a16:creationId xmlns:a16="http://schemas.microsoft.com/office/drawing/2014/main" id="{5F92F79E-8EB5-5767-DA75-0EA967A29A63}"/>
              </a:ext>
            </a:extLst>
          </p:cNvPr>
          <p:cNvCxnSpPr>
            <a:cxnSpLocks noChangeShapeType="1"/>
          </p:cNvCxnSpPr>
          <p:nvPr/>
        </p:nvCxnSpPr>
        <p:spPr bwMode="auto">
          <a:xfrm rot="5400000" flipH="1" flipV="1">
            <a:off x="4739830" y="4408904"/>
            <a:ext cx="417512" cy="1588"/>
          </a:xfrm>
          <a:prstGeom prst="straightConnector1">
            <a:avLst/>
          </a:prstGeom>
          <a:noFill/>
          <a:ln w="28575" algn="ctr">
            <a:solidFill>
              <a:srgbClr val="5B9BD5"/>
            </a:solidFill>
            <a:prstDash val="sysDash"/>
            <a:round/>
            <a:tailEnd type="arrow" w="med" len="med"/>
          </a:ln>
          <a:extLst>
            <a:ext uri="{909E8E84-426E-40DD-AFC4-6F175D3DCCD1}">
              <a14:hiddenFill xmlns:a14="http://schemas.microsoft.com/office/drawing/2010/main">
                <a:noFill/>
              </a14:hiddenFill>
            </a:ext>
          </a:extLst>
        </p:spPr>
      </p:cxnSp>
      <p:grpSp>
        <p:nvGrpSpPr>
          <p:cNvPr id="25" name="组合 24">
            <a:extLst>
              <a:ext uri="{FF2B5EF4-FFF2-40B4-BE49-F238E27FC236}">
                <a16:creationId xmlns:a16="http://schemas.microsoft.com/office/drawing/2014/main" id="{88A4D044-F005-0F74-1EFB-CAA5B36B6A9B}"/>
              </a:ext>
            </a:extLst>
          </p:cNvPr>
          <p:cNvGrpSpPr/>
          <p:nvPr/>
        </p:nvGrpSpPr>
        <p:grpSpPr bwMode="auto">
          <a:xfrm>
            <a:off x="2160142" y="4437479"/>
            <a:ext cx="1708150" cy="401638"/>
            <a:chOff x="2194144" y="83801"/>
            <a:chExt cx="1921884" cy="483164"/>
          </a:xfrm>
          <a:solidFill>
            <a:srgbClr val="5B9BD5"/>
          </a:solidFill>
        </p:grpSpPr>
        <p:sp>
          <p:nvSpPr>
            <p:cNvPr id="26" name="矩形 25">
              <a:extLst>
                <a:ext uri="{FF2B5EF4-FFF2-40B4-BE49-F238E27FC236}">
                  <a16:creationId xmlns:a16="http://schemas.microsoft.com/office/drawing/2014/main" id="{B40CDBE1-99E3-98AD-ED33-DFE8E3F5A7ED}"/>
                </a:ext>
              </a:extLst>
            </p:cNvPr>
            <p:cNvSpPr/>
            <p:nvPr/>
          </p:nvSpPr>
          <p:spPr>
            <a:xfrm>
              <a:off x="2194144" y="83801"/>
              <a:ext cx="1921884" cy="483164"/>
            </a:xfrm>
            <a:prstGeom prst="rect">
              <a:avLst/>
            </a:prstGeom>
            <a:grpFill/>
            <a:ln w="38100" cap="flat" cmpd="sng" algn="ctr">
              <a:solidFill>
                <a:srgbClr val="FFFFFF"/>
              </a:solidFill>
              <a:prstDash val="solid"/>
            </a:ln>
            <a:effectLst>
              <a:outerShdw blurRad="40000" dist="20000" dir="5400000" rotWithShape="0">
                <a:srgbClr val="000000">
                  <a:alpha val="38000"/>
                </a:srgbClr>
              </a:outerShdw>
            </a:effectLst>
          </p:spPr>
        </p:sp>
        <p:sp>
          <p:nvSpPr>
            <p:cNvPr id="27" name="矩形 26">
              <a:extLst>
                <a:ext uri="{FF2B5EF4-FFF2-40B4-BE49-F238E27FC236}">
                  <a16:creationId xmlns:a16="http://schemas.microsoft.com/office/drawing/2014/main" id="{7C56BB59-2E3E-9BE9-0B7C-683B3DE390AC}"/>
                </a:ext>
              </a:extLst>
            </p:cNvPr>
            <p:cNvSpPr/>
            <p:nvPr/>
          </p:nvSpPr>
          <p:spPr>
            <a:xfrm>
              <a:off x="2194144" y="83801"/>
              <a:ext cx="1921884" cy="483164"/>
            </a:xfrm>
            <a:prstGeom prst="rect">
              <a:avLst/>
            </a:prstGeom>
            <a:grpFill/>
            <a:ln>
              <a:noFill/>
            </a:ln>
            <a:effectLst/>
          </p:spPr>
          <p:txBody>
            <a:bodyPr lIns="99568" tIns="56896" rIns="99568" bIns="56896" spcCol="1270" anchor="ctr"/>
            <a:lstStyle/>
            <a:p>
              <a:pPr marL="0" marR="0" lvl="0" indent="0" algn="ctr" defTabSz="622300" eaLnBrk="1" fontAlgn="auto" latinLnBrk="0" hangingPunct="1">
                <a:lnSpc>
                  <a:spcPct val="90000"/>
                </a:lnSpc>
                <a:spcBef>
                  <a:spcPct val="0"/>
                </a:spcBef>
                <a:spcAft>
                  <a:spcPct val="3500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a:ea typeface="微软雅黑" panose="020B0503020204020204" charset="-122"/>
                </a:rPr>
                <a:t>无线环境分析</a:t>
              </a:r>
              <a:endParaRPr kumimoji="0" lang="en-US" altLang="zh-CN" sz="1400" b="1" i="0" u="none" strike="noStrike" kern="0" cap="none" spc="0" normalizeH="0" baseline="0" noProof="0" dirty="0">
                <a:ln>
                  <a:noFill/>
                </a:ln>
                <a:solidFill>
                  <a:srgbClr val="FFFFFF"/>
                </a:solidFill>
                <a:effectLst/>
                <a:uLnTx/>
                <a:uFillTx/>
                <a:latin typeface="Arial" panose="020B0604020202020204"/>
                <a:ea typeface="微软雅黑" panose="020B0503020204020204" charset="-122"/>
              </a:endParaRPr>
            </a:p>
          </p:txBody>
        </p:sp>
      </p:grpSp>
      <p:grpSp>
        <p:nvGrpSpPr>
          <p:cNvPr id="28" name="组合 26">
            <a:extLst>
              <a:ext uri="{FF2B5EF4-FFF2-40B4-BE49-F238E27FC236}">
                <a16:creationId xmlns:a16="http://schemas.microsoft.com/office/drawing/2014/main" id="{CA715ABE-0E73-EA2A-BC3E-C30B774F9E43}"/>
              </a:ext>
            </a:extLst>
          </p:cNvPr>
          <p:cNvGrpSpPr/>
          <p:nvPr/>
        </p:nvGrpSpPr>
        <p:grpSpPr bwMode="auto">
          <a:xfrm>
            <a:off x="2160142" y="4839117"/>
            <a:ext cx="1708150" cy="849312"/>
            <a:chOff x="2194144" y="566966"/>
            <a:chExt cx="1921884" cy="2421090"/>
          </a:xfrm>
          <a:solidFill>
            <a:srgbClr val="D6DCE5"/>
          </a:solidFill>
        </p:grpSpPr>
        <p:sp>
          <p:nvSpPr>
            <p:cNvPr id="29" name="矩形 28">
              <a:extLst>
                <a:ext uri="{FF2B5EF4-FFF2-40B4-BE49-F238E27FC236}">
                  <a16:creationId xmlns:a16="http://schemas.microsoft.com/office/drawing/2014/main" id="{90A8C568-E51D-A405-3A9C-3979EA6E7E98}"/>
                </a:ext>
              </a:extLst>
            </p:cNvPr>
            <p:cNvSpPr/>
            <p:nvPr/>
          </p:nvSpPr>
          <p:spPr>
            <a:xfrm>
              <a:off x="2194144" y="566966"/>
              <a:ext cx="1921884" cy="2421090"/>
            </a:xfrm>
            <a:prstGeom prst="rect">
              <a:avLst/>
            </a:prstGeom>
            <a:grpFill/>
            <a:ln w="38100" cap="flat" cmpd="sng" algn="ctr">
              <a:solidFill>
                <a:srgbClr val="FFFFFF"/>
              </a:solidFill>
              <a:prstDash val="solid"/>
            </a:ln>
            <a:effectLst>
              <a:outerShdw blurRad="40000" dist="20000" dir="5400000" rotWithShape="0">
                <a:srgbClr val="000000">
                  <a:alpha val="38000"/>
                </a:srgbClr>
              </a:outerShdw>
            </a:effectLst>
          </p:spPr>
        </p:sp>
        <p:sp>
          <p:nvSpPr>
            <p:cNvPr id="30" name="矩形 29">
              <a:extLst>
                <a:ext uri="{FF2B5EF4-FFF2-40B4-BE49-F238E27FC236}">
                  <a16:creationId xmlns:a16="http://schemas.microsoft.com/office/drawing/2014/main" id="{6451BA61-187E-5577-00B5-540A37E826CC}"/>
                </a:ext>
              </a:extLst>
            </p:cNvPr>
            <p:cNvSpPr/>
            <p:nvPr/>
          </p:nvSpPr>
          <p:spPr>
            <a:xfrm>
              <a:off x="2194144" y="566966"/>
              <a:ext cx="1921884" cy="2421090"/>
            </a:xfrm>
            <a:prstGeom prst="rect">
              <a:avLst/>
            </a:prstGeom>
            <a:grpFill/>
            <a:ln>
              <a:noFill/>
            </a:ln>
            <a:effectLst/>
          </p:spPr>
          <p:txBody>
            <a:bodyPr lIns="74676" tIns="74676" rIns="99568" bIns="112014" spcCol="1270"/>
            <a:lstStyle/>
            <a:p>
              <a:pPr marL="172720" marR="0" lvl="1" indent="-172720" defTabSz="622300" eaLnBrk="1" fontAlgn="auto" latinLnBrk="0" hangingPunct="1">
                <a:lnSpc>
                  <a:spcPct val="90000"/>
                </a:lnSpc>
                <a:spcBef>
                  <a:spcPct val="0"/>
                </a:spcBef>
                <a:spcAft>
                  <a:spcPct val="15000"/>
                </a:spcAft>
                <a:buClrTx/>
                <a:buSzTx/>
                <a:buFontTx/>
                <a:buChar char="•"/>
                <a:defRPr/>
              </a:pPr>
              <a:r>
                <a:rPr kumimoji="0" lang="zh-CN"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清频测试</a:t>
              </a:r>
              <a:endParaRPr kumimoji="0" lang="en-US"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2720" marR="0" lvl="1" indent="-172720" defTabSz="622300" eaLnBrk="1" fontAlgn="auto" latinLnBrk="0" hangingPunct="1">
                <a:lnSpc>
                  <a:spcPct val="90000"/>
                </a:lnSpc>
                <a:spcBef>
                  <a:spcPct val="0"/>
                </a:spcBef>
                <a:spcAft>
                  <a:spcPct val="15000"/>
                </a:spcAft>
                <a:buClrTx/>
                <a:buSzTx/>
                <a:buFontTx/>
                <a:buChar char="•"/>
                <a:defRPr/>
              </a:pPr>
              <a:r>
                <a:rPr kumimoji="0" lang="zh-CN"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传播模型测试</a:t>
              </a:r>
              <a:endParaRPr kumimoji="0" lang="en-US"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33" name="文本框 32">
            <a:extLst>
              <a:ext uri="{FF2B5EF4-FFF2-40B4-BE49-F238E27FC236}">
                <a16:creationId xmlns:a16="http://schemas.microsoft.com/office/drawing/2014/main" id="{4484A2C8-D911-1CBE-724E-F1FB9C3215EC}"/>
              </a:ext>
            </a:extLst>
          </p:cNvPr>
          <p:cNvSpPr txBox="1"/>
          <p:nvPr/>
        </p:nvSpPr>
        <p:spPr>
          <a:xfrm>
            <a:off x="247223" y="5974942"/>
            <a:ext cx="7242137" cy="707886"/>
          </a:xfrm>
          <a:prstGeom prst="rect">
            <a:avLst/>
          </a:prstGeom>
          <a:noFill/>
        </p:spPr>
        <p:txBody>
          <a:bodyPr wrap="square" rtlCol="0">
            <a:spAutoFit/>
          </a:bodyPr>
          <a:lstStyle/>
          <a:p>
            <a:r>
              <a:rPr lang="zh-CN" altLang="zh-CN" sz="2000" dirty="0"/>
              <a:t>在规划前，需要进行需求分析，需求分析的目的是为网络规划提供规划依据</a:t>
            </a:r>
            <a:r>
              <a:rPr lang="zh-CN" altLang="en-US" sz="2000" dirty="0"/>
              <a:t>。</a:t>
            </a:r>
          </a:p>
        </p:txBody>
      </p:sp>
    </p:spTree>
    <p:extLst>
      <p:ext uri="{BB962C8B-B14F-4D97-AF65-F5344CB8AC3E}">
        <p14:creationId xmlns:p14="http://schemas.microsoft.com/office/powerpoint/2010/main" val="751980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FBE50-67DE-085D-9D34-993D3A2961A5}"/>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66F28B44-FE7A-F026-C261-4ADB710830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9686" y="0"/>
            <a:ext cx="5395393" cy="6858000"/>
          </a:xfrm>
          <a:prstGeom prst="rect">
            <a:avLst/>
          </a:prstGeom>
        </p:spPr>
      </p:pic>
      <p:sp>
        <p:nvSpPr>
          <p:cNvPr id="3" name="标题 2">
            <a:extLst>
              <a:ext uri="{FF2B5EF4-FFF2-40B4-BE49-F238E27FC236}">
                <a16:creationId xmlns:a16="http://schemas.microsoft.com/office/drawing/2014/main" id="{77348D57-BEB0-AE8B-90FB-E7AA1024D58F}"/>
              </a:ext>
            </a:extLst>
          </p:cNvPr>
          <p:cNvSpPr>
            <a:spLocks noGrp="1"/>
          </p:cNvSpPr>
          <p:nvPr>
            <p:ph type="title"/>
          </p:nvPr>
        </p:nvSpPr>
        <p:spPr>
          <a:xfrm>
            <a:off x="1038732" y="996790"/>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61B03D9E-40AC-D129-1F82-57A4C604AFCC}"/>
              </a:ext>
            </a:extLst>
          </p:cNvPr>
          <p:cNvSpPr txBox="1"/>
          <p:nvPr/>
        </p:nvSpPr>
        <p:spPr>
          <a:xfrm>
            <a:off x="449706" y="37087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无线网络规划的流程</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9898A76C-8F6A-1689-2C32-1FC92C1534AC}"/>
              </a:ext>
            </a:extLst>
          </p:cNvPr>
          <p:cNvSpPr>
            <a:spLocks noChangeArrowheads="1"/>
          </p:cNvSpPr>
          <p:nvPr/>
        </p:nvSpPr>
        <p:spPr bwMode="auto">
          <a:xfrm>
            <a:off x="0" y="5486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4" name="图示 13">
            <a:extLst>
              <a:ext uri="{FF2B5EF4-FFF2-40B4-BE49-F238E27FC236}">
                <a16:creationId xmlns:a16="http://schemas.microsoft.com/office/drawing/2014/main" id="{5E55CCF3-FA56-FF05-96D4-619DF1B1FBBB}"/>
              </a:ext>
            </a:extLst>
          </p:cNvPr>
          <p:cNvGraphicFramePr/>
          <p:nvPr/>
        </p:nvGraphicFramePr>
        <p:xfrm>
          <a:off x="185266" y="1700154"/>
          <a:ext cx="7556553" cy="2559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 name="Text Box 19">
            <a:extLst>
              <a:ext uri="{FF2B5EF4-FFF2-40B4-BE49-F238E27FC236}">
                <a16:creationId xmlns:a16="http://schemas.microsoft.com/office/drawing/2014/main" id="{C7047F32-3CD3-69C4-7275-0FEA85EEFAC4}"/>
              </a:ext>
            </a:extLst>
          </p:cNvPr>
          <p:cNvSpPr txBox="1">
            <a:spLocks noChangeArrowheads="1"/>
          </p:cNvSpPr>
          <p:nvPr/>
        </p:nvSpPr>
        <p:spPr bwMode="black">
          <a:xfrm>
            <a:off x="6285103" y="5112167"/>
            <a:ext cx="1824037" cy="338137"/>
          </a:xfrm>
          <a:prstGeom prst="rect">
            <a:avLst/>
          </a:prstGeom>
          <a:noFill/>
          <a:ln w="9525" algn="ctr">
            <a:noFill/>
            <a:miter lim="800000"/>
          </a:ln>
        </p:spPr>
        <p:txBody>
          <a:bodyPr wrap="square">
            <a:spAutoFit/>
          </a:bodyPr>
          <a:lstStyle/>
          <a:p>
            <a:pPr algn="r" defTabSz="914400">
              <a:buFont typeface="Arial" panose="020B0604020202020204" pitchFamily="34" charset="0"/>
              <a:buNone/>
              <a:defRPr/>
            </a:pPr>
            <a:r>
              <a:rPr lang="zh-CN" altLang="en-US" sz="1600" b="1" i="1" kern="0" dirty="0">
                <a:solidFill>
                  <a:srgbClr val="000000"/>
                </a:solidFill>
                <a:latin typeface="Trebuchet MS" panose="020B0603020202020204" pitchFamily="34" charset="0"/>
                <a:ea typeface="微软雅黑" panose="020B0503020204020204" charset="-122"/>
              </a:rPr>
              <a:t>输出规划仿真报告</a:t>
            </a:r>
            <a:endParaRPr lang="en-US" altLang="zh-CN" sz="1600" b="1" i="1" kern="0" dirty="0">
              <a:solidFill>
                <a:srgbClr val="000000"/>
              </a:solidFill>
              <a:latin typeface="Trebuchet MS" panose="020B0603020202020204" pitchFamily="34" charset="0"/>
              <a:ea typeface="微软雅黑" panose="020B0503020204020204" charset="-122"/>
            </a:endParaRPr>
          </a:p>
        </p:txBody>
      </p:sp>
      <p:sp>
        <p:nvSpPr>
          <p:cNvPr id="16" name="流程图: 摘录 15">
            <a:extLst>
              <a:ext uri="{FF2B5EF4-FFF2-40B4-BE49-F238E27FC236}">
                <a16:creationId xmlns:a16="http://schemas.microsoft.com/office/drawing/2014/main" id="{8B2C6262-FF95-6EC5-E39C-169200A62F4A}"/>
              </a:ext>
            </a:extLst>
          </p:cNvPr>
          <p:cNvSpPr/>
          <p:nvPr/>
        </p:nvSpPr>
        <p:spPr>
          <a:xfrm rot="5400000">
            <a:off x="186804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7" name="流程图: 摘录 16">
            <a:extLst>
              <a:ext uri="{FF2B5EF4-FFF2-40B4-BE49-F238E27FC236}">
                <a16:creationId xmlns:a16="http://schemas.microsoft.com/office/drawing/2014/main" id="{FDBC7225-8FC1-1B95-2CE5-366D2E66AEDA}"/>
              </a:ext>
            </a:extLst>
          </p:cNvPr>
          <p:cNvSpPr/>
          <p:nvPr/>
        </p:nvSpPr>
        <p:spPr>
          <a:xfrm rot="5400000">
            <a:off x="381749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8" name="流程图: 摘录 17">
            <a:extLst>
              <a:ext uri="{FF2B5EF4-FFF2-40B4-BE49-F238E27FC236}">
                <a16:creationId xmlns:a16="http://schemas.microsoft.com/office/drawing/2014/main" id="{35C7D8A8-B289-DB08-BA1F-AD8711B30909}"/>
              </a:ext>
            </a:extLst>
          </p:cNvPr>
          <p:cNvSpPr/>
          <p:nvPr/>
        </p:nvSpPr>
        <p:spPr>
          <a:xfrm rot="5400000">
            <a:off x="578599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9" name="流程图: 合并 18">
            <a:extLst>
              <a:ext uri="{FF2B5EF4-FFF2-40B4-BE49-F238E27FC236}">
                <a16:creationId xmlns:a16="http://schemas.microsoft.com/office/drawing/2014/main" id="{BD6532F7-5D7D-E978-30AC-0B9E41EBB166}"/>
              </a:ext>
            </a:extLst>
          </p:cNvPr>
          <p:cNvSpPr/>
          <p:nvPr/>
        </p:nvSpPr>
        <p:spPr bwMode="auto">
          <a:xfrm>
            <a:off x="7424292" y="4140617"/>
            <a:ext cx="254000" cy="238125"/>
          </a:xfrm>
          <a:prstGeom prst="flowChartMerge">
            <a:avLst/>
          </a:prstGeom>
          <a:solidFill>
            <a:srgbClr val="FFFFFF"/>
          </a:solidFill>
          <a:ln w="25400" cap="flat" cmpd="sng" algn="ctr">
            <a:solidFill>
              <a:schemeClr val="accent1"/>
            </a:solidFill>
            <a:prstDash val="solid"/>
            <a:headEnd type="none" w="med" len="med"/>
            <a:tailEnd type="none" w="med" len="med"/>
          </a:ln>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1" lang="en-US" sz="1800" b="1" i="0" u="none" strike="noStrike" kern="0" cap="none" spc="0" normalizeH="0" baseline="0" noProof="0">
              <a:ln>
                <a:noFill/>
              </a:ln>
              <a:solidFill>
                <a:srgbClr val="FFFFFF"/>
              </a:solidFill>
              <a:effectLst/>
              <a:uLnTx/>
              <a:uFillTx/>
              <a:latin typeface="Times New Roman" panose="02020603050405020304" pitchFamily="18" charset="0"/>
              <a:ea typeface="华文细黑"/>
            </a:endParaRPr>
          </a:p>
        </p:txBody>
      </p:sp>
      <p:pic>
        <p:nvPicPr>
          <p:cNvPr id="20" name="图片 12" descr="liti-diannaotubiao-01.png">
            <a:extLst>
              <a:ext uri="{FF2B5EF4-FFF2-40B4-BE49-F238E27FC236}">
                <a16:creationId xmlns:a16="http://schemas.microsoft.com/office/drawing/2014/main" id="{2A36B4AB-6A05-3D8A-358A-4A5C2A962828}"/>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598792" y="4378742"/>
            <a:ext cx="1143000"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肘形连接符 25">
            <a:extLst>
              <a:ext uri="{FF2B5EF4-FFF2-40B4-BE49-F238E27FC236}">
                <a16:creationId xmlns:a16="http://schemas.microsoft.com/office/drawing/2014/main" id="{70EFA377-B5E2-AC54-EE76-691A4718B3AA}"/>
              </a:ext>
            </a:extLst>
          </p:cNvPr>
          <p:cNvCxnSpPr>
            <a:cxnSpLocks noChangeShapeType="1"/>
          </p:cNvCxnSpPr>
          <p:nvPr/>
        </p:nvCxnSpPr>
        <p:spPr bwMode="auto">
          <a:xfrm>
            <a:off x="947292" y="4259679"/>
            <a:ext cx="1206500" cy="406400"/>
          </a:xfrm>
          <a:prstGeom prst="bentConnector3">
            <a:avLst>
              <a:gd name="adj1" fmla="val -528"/>
            </a:avLst>
          </a:prstGeom>
          <a:noFill/>
          <a:ln w="28575" algn="ctr">
            <a:solidFill>
              <a:srgbClr val="5B9BD5"/>
            </a:solidFill>
            <a:prstDash val="sysDash"/>
            <a:round/>
            <a:tailEnd type="arrow" w="med" len="med"/>
          </a:ln>
          <a:extLst>
            <a:ext uri="{909E8E84-426E-40DD-AFC4-6F175D3DCCD1}">
              <a14:hiddenFill xmlns:a14="http://schemas.microsoft.com/office/drawing/2010/main">
                <a:noFill/>
              </a14:hiddenFill>
            </a:ext>
          </a:extLst>
        </p:spPr>
      </p:cxnSp>
      <p:cxnSp>
        <p:nvCxnSpPr>
          <p:cNvPr id="22" name="直接箭头连接符 39">
            <a:extLst>
              <a:ext uri="{FF2B5EF4-FFF2-40B4-BE49-F238E27FC236}">
                <a16:creationId xmlns:a16="http://schemas.microsoft.com/office/drawing/2014/main" id="{D24877AA-67CC-FD48-65DA-C5BB92B3AEC7}"/>
              </a:ext>
            </a:extLst>
          </p:cNvPr>
          <p:cNvCxnSpPr>
            <a:cxnSpLocks noChangeShapeType="1"/>
          </p:cNvCxnSpPr>
          <p:nvPr/>
        </p:nvCxnSpPr>
        <p:spPr bwMode="auto">
          <a:xfrm rot="5400000" flipH="1" flipV="1">
            <a:off x="2859436" y="4317623"/>
            <a:ext cx="238125" cy="1587"/>
          </a:xfrm>
          <a:prstGeom prst="straightConnector1">
            <a:avLst/>
          </a:prstGeom>
          <a:noFill/>
          <a:ln w="28575" algn="ctr">
            <a:solidFill>
              <a:schemeClr val="accent1"/>
            </a:solidFill>
            <a:prstDash val="sysDash"/>
            <a:round/>
            <a:tailEnd type="arrow" w="med" len="med"/>
          </a:ln>
          <a:extLst>
            <a:ext uri="{909E8E84-426E-40DD-AFC4-6F175D3DCCD1}">
              <a14:hiddenFill xmlns:a14="http://schemas.microsoft.com/office/drawing/2010/main">
                <a:noFill/>
              </a14:hiddenFill>
            </a:ext>
          </a:extLst>
        </p:spPr>
      </p:cxnSp>
      <p:cxnSp>
        <p:nvCxnSpPr>
          <p:cNvPr id="23" name="直接连接符 70">
            <a:extLst>
              <a:ext uri="{FF2B5EF4-FFF2-40B4-BE49-F238E27FC236}">
                <a16:creationId xmlns:a16="http://schemas.microsoft.com/office/drawing/2014/main" id="{B61321DB-34D4-C170-B8B1-13F4B7147D2B}"/>
              </a:ext>
            </a:extLst>
          </p:cNvPr>
          <p:cNvCxnSpPr>
            <a:cxnSpLocks noChangeShapeType="1"/>
          </p:cNvCxnSpPr>
          <p:nvPr/>
        </p:nvCxnSpPr>
        <p:spPr bwMode="auto">
          <a:xfrm>
            <a:off x="3931792" y="4616867"/>
            <a:ext cx="1016000" cy="1587"/>
          </a:xfrm>
          <a:prstGeom prst="line">
            <a:avLst/>
          </a:prstGeom>
          <a:noFill/>
          <a:ln w="28575" algn="ctr">
            <a:solidFill>
              <a:schemeClr val="accent1"/>
            </a:solidFill>
            <a:prstDash val="sysDash"/>
            <a:round/>
          </a:ln>
          <a:extLst>
            <a:ext uri="{909E8E84-426E-40DD-AFC4-6F175D3DCCD1}">
              <a14:hiddenFill xmlns:a14="http://schemas.microsoft.com/office/drawing/2010/main">
                <a:noFill/>
              </a14:hiddenFill>
            </a:ext>
          </a:extLst>
        </p:spPr>
      </p:cxnSp>
      <p:cxnSp>
        <p:nvCxnSpPr>
          <p:cNvPr id="24" name="直接箭头连接符 72">
            <a:extLst>
              <a:ext uri="{FF2B5EF4-FFF2-40B4-BE49-F238E27FC236}">
                <a16:creationId xmlns:a16="http://schemas.microsoft.com/office/drawing/2014/main" id="{E4FB2A18-B8D2-7F9C-5C22-537CC43B9367}"/>
              </a:ext>
            </a:extLst>
          </p:cNvPr>
          <p:cNvCxnSpPr>
            <a:cxnSpLocks noChangeShapeType="1"/>
          </p:cNvCxnSpPr>
          <p:nvPr/>
        </p:nvCxnSpPr>
        <p:spPr bwMode="auto">
          <a:xfrm rot="5400000" flipH="1" flipV="1">
            <a:off x="4739830" y="4408904"/>
            <a:ext cx="417512" cy="1588"/>
          </a:xfrm>
          <a:prstGeom prst="straightConnector1">
            <a:avLst/>
          </a:prstGeom>
          <a:noFill/>
          <a:ln w="28575" algn="ctr">
            <a:solidFill>
              <a:srgbClr val="5B9BD5"/>
            </a:solidFill>
            <a:prstDash val="sysDash"/>
            <a:round/>
            <a:tailEnd type="arrow" w="med" len="med"/>
          </a:ln>
          <a:extLst>
            <a:ext uri="{909E8E84-426E-40DD-AFC4-6F175D3DCCD1}">
              <a14:hiddenFill xmlns:a14="http://schemas.microsoft.com/office/drawing/2010/main">
                <a:noFill/>
              </a14:hiddenFill>
            </a:ext>
          </a:extLst>
        </p:spPr>
      </p:cxnSp>
      <p:grpSp>
        <p:nvGrpSpPr>
          <p:cNvPr id="25" name="组合 24">
            <a:extLst>
              <a:ext uri="{FF2B5EF4-FFF2-40B4-BE49-F238E27FC236}">
                <a16:creationId xmlns:a16="http://schemas.microsoft.com/office/drawing/2014/main" id="{418AA2D8-1C2C-7D05-6B14-0E0A75149950}"/>
              </a:ext>
            </a:extLst>
          </p:cNvPr>
          <p:cNvGrpSpPr/>
          <p:nvPr/>
        </p:nvGrpSpPr>
        <p:grpSpPr bwMode="auto">
          <a:xfrm>
            <a:off x="2160142" y="4437479"/>
            <a:ext cx="1708150" cy="401638"/>
            <a:chOff x="2194144" y="83801"/>
            <a:chExt cx="1921884" cy="483164"/>
          </a:xfrm>
          <a:solidFill>
            <a:srgbClr val="5B9BD5"/>
          </a:solidFill>
        </p:grpSpPr>
        <p:sp>
          <p:nvSpPr>
            <p:cNvPr id="26" name="矩形 25">
              <a:extLst>
                <a:ext uri="{FF2B5EF4-FFF2-40B4-BE49-F238E27FC236}">
                  <a16:creationId xmlns:a16="http://schemas.microsoft.com/office/drawing/2014/main" id="{AB571D8A-1285-7C11-4C3B-D24523D70C3D}"/>
                </a:ext>
              </a:extLst>
            </p:cNvPr>
            <p:cNvSpPr/>
            <p:nvPr/>
          </p:nvSpPr>
          <p:spPr>
            <a:xfrm>
              <a:off x="2194144" y="83801"/>
              <a:ext cx="1921884" cy="483164"/>
            </a:xfrm>
            <a:prstGeom prst="rect">
              <a:avLst/>
            </a:prstGeom>
            <a:grpFill/>
            <a:ln w="38100" cap="flat" cmpd="sng" algn="ctr">
              <a:solidFill>
                <a:srgbClr val="FFFFFF"/>
              </a:solidFill>
              <a:prstDash val="solid"/>
            </a:ln>
            <a:effectLst>
              <a:outerShdw blurRad="40000" dist="20000" dir="5400000" rotWithShape="0">
                <a:srgbClr val="000000">
                  <a:alpha val="38000"/>
                </a:srgbClr>
              </a:outerShdw>
            </a:effectLst>
          </p:spPr>
        </p:sp>
        <p:sp>
          <p:nvSpPr>
            <p:cNvPr id="27" name="矩形 26">
              <a:extLst>
                <a:ext uri="{FF2B5EF4-FFF2-40B4-BE49-F238E27FC236}">
                  <a16:creationId xmlns:a16="http://schemas.microsoft.com/office/drawing/2014/main" id="{1E1F7893-B300-EF5A-27AB-84A4D069765A}"/>
                </a:ext>
              </a:extLst>
            </p:cNvPr>
            <p:cNvSpPr/>
            <p:nvPr/>
          </p:nvSpPr>
          <p:spPr>
            <a:xfrm>
              <a:off x="2194144" y="83801"/>
              <a:ext cx="1921884" cy="483164"/>
            </a:xfrm>
            <a:prstGeom prst="rect">
              <a:avLst/>
            </a:prstGeom>
            <a:grpFill/>
            <a:ln>
              <a:noFill/>
            </a:ln>
            <a:effectLst/>
          </p:spPr>
          <p:txBody>
            <a:bodyPr lIns="99568" tIns="56896" rIns="99568" bIns="56896" spcCol="1270" anchor="ctr"/>
            <a:lstStyle/>
            <a:p>
              <a:pPr marL="0" marR="0" lvl="0" indent="0" algn="ctr" defTabSz="622300" eaLnBrk="1" fontAlgn="auto" latinLnBrk="0" hangingPunct="1">
                <a:lnSpc>
                  <a:spcPct val="90000"/>
                </a:lnSpc>
                <a:spcBef>
                  <a:spcPct val="0"/>
                </a:spcBef>
                <a:spcAft>
                  <a:spcPct val="3500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a:ea typeface="微软雅黑" panose="020B0503020204020204" charset="-122"/>
                </a:rPr>
                <a:t>无线环境分析</a:t>
              </a:r>
              <a:endParaRPr kumimoji="0" lang="en-US" altLang="zh-CN" sz="1400" b="1" i="0" u="none" strike="noStrike" kern="0" cap="none" spc="0" normalizeH="0" baseline="0" noProof="0" dirty="0">
                <a:ln>
                  <a:noFill/>
                </a:ln>
                <a:solidFill>
                  <a:srgbClr val="FFFFFF"/>
                </a:solidFill>
                <a:effectLst/>
                <a:uLnTx/>
                <a:uFillTx/>
                <a:latin typeface="Arial" panose="020B0604020202020204"/>
                <a:ea typeface="微软雅黑" panose="020B0503020204020204" charset="-122"/>
              </a:endParaRPr>
            </a:p>
          </p:txBody>
        </p:sp>
      </p:grpSp>
      <p:grpSp>
        <p:nvGrpSpPr>
          <p:cNvPr id="28" name="组合 26">
            <a:extLst>
              <a:ext uri="{FF2B5EF4-FFF2-40B4-BE49-F238E27FC236}">
                <a16:creationId xmlns:a16="http://schemas.microsoft.com/office/drawing/2014/main" id="{D8730D5E-3EF4-ED67-937E-3FAB67EDAE7E}"/>
              </a:ext>
            </a:extLst>
          </p:cNvPr>
          <p:cNvGrpSpPr/>
          <p:nvPr/>
        </p:nvGrpSpPr>
        <p:grpSpPr bwMode="auto">
          <a:xfrm>
            <a:off x="2160142" y="4839117"/>
            <a:ext cx="1708150" cy="849312"/>
            <a:chOff x="2194144" y="566966"/>
            <a:chExt cx="1921884" cy="2421090"/>
          </a:xfrm>
          <a:solidFill>
            <a:srgbClr val="D6DCE5"/>
          </a:solidFill>
        </p:grpSpPr>
        <p:sp>
          <p:nvSpPr>
            <p:cNvPr id="29" name="矩形 28">
              <a:extLst>
                <a:ext uri="{FF2B5EF4-FFF2-40B4-BE49-F238E27FC236}">
                  <a16:creationId xmlns:a16="http://schemas.microsoft.com/office/drawing/2014/main" id="{6225DB39-8E88-70CA-DB23-E06B1B444BEF}"/>
                </a:ext>
              </a:extLst>
            </p:cNvPr>
            <p:cNvSpPr/>
            <p:nvPr/>
          </p:nvSpPr>
          <p:spPr>
            <a:xfrm>
              <a:off x="2194144" y="566966"/>
              <a:ext cx="1921884" cy="2421090"/>
            </a:xfrm>
            <a:prstGeom prst="rect">
              <a:avLst/>
            </a:prstGeom>
            <a:grpFill/>
            <a:ln w="38100" cap="flat" cmpd="sng" algn="ctr">
              <a:solidFill>
                <a:srgbClr val="FFFFFF"/>
              </a:solidFill>
              <a:prstDash val="solid"/>
            </a:ln>
            <a:effectLst>
              <a:outerShdw blurRad="40000" dist="20000" dir="5400000" rotWithShape="0">
                <a:srgbClr val="000000">
                  <a:alpha val="38000"/>
                </a:srgbClr>
              </a:outerShdw>
            </a:effectLst>
          </p:spPr>
        </p:sp>
        <p:sp>
          <p:nvSpPr>
            <p:cNvPr id="30" name="矩形 29">
              <a:extLst>
                <a:ext uri="{FF2B5EF4-FFF2-40B4-BE49-F238E27FC236}">
                  <a16:creationId xmlns:a16="http://schemas.microsoft.com/office/drawing/2014/main" id="{06E8D0F8-2DA2-31A6-50E2-B09E78529F73}"/>
                </a:ext>
              </a:extLst>
            </p:cNvPr>
            <p:cNvSpPr/>
            <p:nvPr/>
          </p:nvSpPr>
          <p:spPr>
            <a:xfrm>
              <a:off x="2194144" y="566966"/>
              <a:ext cx="1921884" cy="2421090"/>
            </a:xfrm>
            <a:prstGeom prst="rect">
              <a:avLst/>
            </a:prstGeom>
            <a:grpFill/>
            <a:ln>
              <a:noFill/>
            </a:ln>
            <a:effectLst/>
          </p:spPr>
          <p:txBody>
            <a:bodyPr lIns="74676" tIns="74676" rIns="99568" bIns="112014" spcCol="1270"/>
            <a:lstStyle/>
            <a:p>
              <a:pPr marL="172720" marR="0" lvl="1" indent="-172720" defTabSz="622300" eaLnBrk="1" fontAlgn="auto" latinLnBrk="0" hangingPunct="1">
                <a:lnSpc>
                  <a:spcPct val="90000"/>
                </a:lnSpc>
                <a:spcBef>
                  <a:spcPct val="0"/>
                </a:spcBef>
                <a:spcAft>
                  <a:spcPct val="15000"/>
                </a:spcAft>
                <a:buClrTx/>
                <a:buSzTx/>
                <a:buFontTx/>
                <a:buChar char="•"/>
                <a:defRPr/>
              </a:pPr>
              <a:r>
                <a:rPr kumimoji="0" lang="zh-CN"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清频测试</a:t>
              </a:r>
              <a:endParaRPr kumimoji="0" lang="en-US"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2720" marR="0" lvl="1" indent="-172720" defTabSz="622300" eaLnBrk="1" fontAlgn="auto" latinLnBrk="0" hangingPunct="1">
                <a:lnSpc>
                  <a:spcPct val="90000"/>
                </a:lnSpc>
                <a:spcBef>
                  <a:spcPct val="0"/>
                </a:spcBef>
                <a:spcAft>
                  <a:spcPct val="15000"/>
                </a:spcAft>
                <a:buClrTx/>
                <a:buSzTx/>
                <a:buFontTx/>
                <a:buChar char="•"/>
                <a:defRPr/>
              </a:pPr>
              <a:r>
                <a:rPr kumimoji="0" lang="zh-CN"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传播模型测试</a:t>
              </a:r>
              <a:endParaRPr kumimoji="0" lang="en-US"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4" name="文本框 3">
            <a:extLst>
              <a:ext uri="{FF2B5EF4-FFF2-40B4-BE49-F238E27FC236}">
                <a16:creationId xmlns:a16="http://schemas.microsoft.com/office/drawing/2014/main" id="{AFC7E144-EB0C-F9B4-47FC-7477D2A86C4E}"/>
              </a:ext>
            </a:extLst>
          </p:cNvPr>
          <p:cNvSpPr txBox="1"/>
          <p:nvPr/>
        </p:nvSpPr>
        <p:spPr>
          <a:xfrm>
            <a:off x="0" y="5594269"/>
            <a:ext cx="8036147" cy="1323439"/>
          </a:xfrm>
          <a:prstGeom prst="rect">
            <a:avLst/>
          </a:prstGeom>
          <a:noFill/>
        </p:spPr>
        <p:txBody>
          <a:bodyPr wrap="square">
            <a:spAutoFit/>
          </a:bodyPr>
          <a:lstStyle/>
          <a:p>
            <a:pPr algn="just">
              <a:buNone/>
            </a:pPr>
            <a:r>
              <a:rPr lang="zh-CN" altLang="zh-CN" sz="2000" dirty="0"/>
              <a:t>仿真工具设计</a:t>
            </a:r>
            <a:r>
              <a:rPr lang="zh-CN" altLang="en-US" sz="2000" dirty="0"/>
              <a:t>完成</a:t>
            </a:r>
            <a:r>
              <a:rPr lang="zh-CN" altLang="zh-CN" sz="2000" dirty="0"/>
              <a:t>后，需要对规划的站址进行现场勘测，选择合适的建筑物作为最终的实施站址。基站站址选择是将工具设计的结果应用于具体的无线环境。同</a:t>
            </a:r>
            <a:r>
              <a:rPr lang="zh-CN" altLang="en-US" sz="2000" dirty="0"/>
              <a:t>时</a:t>
            </a:r>
            <a:r>
              <a:rPr lang="zh-CN" altLang="zh-CN" sz="2000" dirty="0"/>
              <a:t>还需要对站点进行天馈选择和站点设计，以满足实际的覆盖需求</a:t>
            </a:r>
            <a:r>
              <a:rPr lang="zh-CN" altLang="en-US" sz="2000" dirty="0"/>
              <a:t>。</a:t>
            </a:r>
            <a:endParaRPr lang="zh-CN" altLang="zh-CN" sz="2000" dirty="0"/>
          </a:p>
        </p:txBody>
      </p:sp>
    </p:spTree>
    <p:extLst>
      <p:ext uri="{BB962C8B-B14F-4D97-AF65-F5344CB8AC3E}">
        <p14:creationId xmlns:p14="http://schemas.microsoft.com/office/powerpoint/2010/main" val="3095560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8A20-B61A-4E44-A563-3ED23F6F20EE}"/>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30247D0C-81B8-CB44-EC4C-E129C79A65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9686" y="0"/>
            <a:ext cx="5395393" cy="6858000"/>
          </a:xfrm>
          <a:prstGeom prst="rect">
            <a:avLst/>
          </a:prstGeom>
        </p:spPr>
      </p:pic>
      <p:sp>
        <p:nvSpPr>
          <p:cNvPr id="3" name="标题 2">
            <a:extLst>
              <a:ext uri="{FF2B5EF4-FFF2-40B4-BE49-F238E27FC236}">
                <a16:creationId xmlns:a16="http://schemas.microsoft.com/office/drawing/2014/main" id="{34B896B8-1057-B0C5-E26A-0D3588346F55}"/>
              </a:ext>
            </a:extLst>
          </p:cNvPr>
          <p:cNvSpPr>
            <a:spLocks noGrp="1"/>
          </p:cNvSpPr>
          <p:nvPr>
            <p:ph type="title"/>
          </p:nvPr>
        </p:nvSpPr>
        <p:spPr>
          <a:xfrm>
            <a:off x="1038732" y="996790"/>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00555F5F-B01A-5F69-BA5B-838CE7B9D99B}"/>
              </a:ext>
            </a:extLst>
          </p:cNvPr>
          <p:cNvSpPr txBox="1"/>
          <p:nvPr/>
        </p:nvSpPr>
        <p:spPr>
          <a:xfrm>
            <a:off x="449706" y="37087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无线网络规划的流程</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A44A4600-1CA2-D9D5-D2A4-02442022E9B9}"/>
              </a:ext>
            </a:extLst>
          </p:cNvPr>
          <p:cNvSpPr>
            <a:spLocks noChangeArrowheads="1"/>
          </p:cNvSpPr>
          <p:nvPr/>
        </p:nvSpPr>
        <p:spPr bwMode="auto">
          <a:xfrm>
            <a:off x="0" y="5486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4" name="图示 13">
            <a:extLst>
              <a:ext uri="{FF2B5EF4-FFF2-40B4-BE49-F238E27FC236}">
                <a16:creationId xmlns:a16="http://schemas.microsoft.com/office/drawing/2014/main" id="{AC9F1F7D-552D-B510-1944-0926CC8D394A}"/>
              </a:ext>
            </a:extLst>
          </p:cNvPr>
          <p:cNvGraphicFramePr/>
          <p:nvPr/>
        </p:nvGraphicFramePr>
        <p:xfrm>
          <a:off x="185266" y="1700154"/>
          <a:ext cx="7556553" cy="2559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 name="Text Box 19">
            <a:extLst>
              <a:ext uri="{FF2B5EF4-FFF2-40B4-BE49-F238E27FC236}">
                <a16:creationId xmlns:a16="http://schemas.microsoft.com/office/drawing/2014/main" id="{87D010AA-DA42-EC0F-FCF8-7A48BF532C68}"/>
              </a:ext>
            </a:extLst>
          </p:cNvPr>
          <p:cNvSpPr txBox="1">
            <a:spLocks noChangeArrowheads="1"/>
          </p:cNvSpPr>
          <p:nvPr/>
        </p:nvSpPr>
        <p:spPr bwMode="black">
          <a:xfrm>
            <a:off x="6285103" y="5112167"/>
            <a:ext cx="1824037" cy="338137"/>
          </a:xfrm>
          <a:prstGeom prst="rect">
            <a:avLst/>
          </a:prstGeom>
          <a:noFill/>
          <a:ln w="9525" algn="ctr">
            <a:noFill/>
            <a:miter lim="800000"/>
          </a:ln>
        </p:spPr>
        <p:txBody>
          <a:bodyPr wrap="square">
            <a:spAutoFit/>
          </a:bodyPr>
          <a:lstStyle/>
          <a:p>
            <a:pPr algn="r" defTabSz="914400">
              <a:buFont typeface="Arial" panose="020B0604020202020204" pitchFamily="34" charset="0"/>
              <a:buNone/>
              <a:defRPr/>
            </a:pPr>
            <a:r>
              <a:rPr lang="zh-CN" altLang="en-US" sz="1600" b="1" i="1" kern="0" dirty="0">
                <a:solidFill>
                  <a:srgbClr val="000000"/>
                </a:solidFill>
                <a:latin typeface="Trebuchet MS" panose="020B0603020202020204" pitchFamily="34" charset="0"/>
                <a:ea typeface="微软雅黑" panose="020B0503020204020204" charset="-122"/>
              </a:rPr>
              <a:t>输出规划仿真报告</a:t>
            </a:r>
            <a:endParaRPr lang="en-US" altLang="zh-CN" sz="1600" b="1" i="1" kern="0" dirty="0">
              <a:solidFill>
                <a:srgbClr val="000000"/>
              </a:solidFill>
              <a:latin typeface="Trebuchet MS" panose="020B0603020202020204" pitchFamily="34" charset="0"/>
              <a:ea typeface="微软雅黑" panose="020B0503020204020204" charset="-122"/>
            </a:endParaRPr>
          </a:p>
        </p:txBody>
      </p:sp>
      <p:sp>
        <p:nvSpPr>
          <p:cNvPr id="16" name="流程图: 摘录 15">
            <a:extLst>
              <a:ext uri="{FF2B5EF4-FFF2-40B4-BE49-F238E27FC236}">
                <a16:creationId xmlns:a16="http://schemas.microsoft.com/office/drawing/2014/main" id="{533DD70F-E679-CEDF-8666-73455C24B3FF}"/>
              </a:ext>
            </a:extLst>
          </p:cNvPr>
          <p:cNvSpPr/>
          <p:nvPr/>
        </p:nvSpPr>
        <p:spPr>
          <a:xfrm rot="5400000">
            <a:off x="186804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7" name="流程图: 摘录 16">
            <a:extLst>
              <a:ext uri="{FF2B5EF4-FFF2-40B4-BE49-F238E27FC236}">
                <a16:creationId xmlns:a16="http://schemas.microsoft.com/office/drawing/2014/main" id="{2F8C4DED-9B84-62B0-F96B-7951B930E320}"/>
              </a:ext>
            </a:extLst>
          </p:cNvPr>
          <p:cNvSpPr/>
          <p:nvPr/>
        </p:nvSpPr>
        <p:spPr>
          <a:xfrm rot="5400000">
            <a:off x="381749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8" name="流程图: 摘录 17">
            <a:extLst>
              <a:ext uri="{FF2B5EF4-FFF2-40B4-BE49-F238E27FC236}">
                <a16:creationId xmlns:a16="http://schemas.microsoft.com/office/drawing/2014/main" id="{ABD2A3D5-ECC4-2897-B9AB-B8850C17718C}"/>
              </a:ext>
            </a:extLst>
          </p:cNvPr>
          <p:cNvSpPr/>
          <p:nvPr/>
        </p:nvSpPr>
        <p:spPr>
          <a:xfrm rot="5400000">
            <a:off x="5785992" y="3799304"/>
            <a:ext cx="209550" cy="234950"/>
          </a:xfrm>
          <a:prstGeom prst="flowChartExtract">
            <a:avLst/>
          </a:prstGeom>
          <a:solidFill>
            <a:srgbClr val="FFFFFF">
              <a:hueOff val="0"/>
              <a:satOff val="0"/>
              <a:lumOff val="0"/>
              <a:alphaOff val="0"/>
            </a:srgbClr>
          </a:solidFill>
          <a:ln w="25400" cap="flat" cmpd="sng" algn="ctr">
            <a:solidFill>
              <a:schemeClr val="accent1"/>
            </a:solidFill>
            <a:prstDash val="solid"/>
          </a:ln>
          <a:effectLst/>
        </p:spPr>
      </p:sp>
      <p:sp>
        <p:nvSpPr>
          <p:cNvPr id="19" name="流程图: 合并 18">
            <a:extLst>
              <a:ext uri="{FF2B5EF4-FFF2-40B4-BE49-F238E27FC236}">
                <a16:creationId xmlns:a16="http://schemas.microsoft.com/office/drawing/2014/main" id="{D70EEC70-AA72-B6AA-1C22-B6D623AC2D7E}"/>
              </a:ext>
            </a:extLst>
          </p:cNvPr>
          <p:cNvSpPr/>
          <p:nvPr/>
        </p:nvSpPr>
        <p:spPr bwMode="auto">
          <a:xfrm>
            <a:off x="7424292" y="4140617"/>
            <a:ext cx="254000" cy="238125"/>
          </a:xfrm>
          <a:prstGeom prst="flowChartMerge">
            <a:avLst/>
          </a:prstGeom>
          <a:solidFill>
            <a:srgbClr val="FFFFFF"/>
          </a:solidFill>
          <a:ln w="25400" cap="flat" cmpd="sng" algn="ctr">
            <a:solidFill>
              <a:schemeClr val="accent1"/>
            </a:solidFill>
            <a:prstDash val="solid"/>
            <a:headEnd type="none" w="med" len="med"/>
            <a:tailEnd type="none" w="med" len="med"/>
          </a:ln>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1" lang="en-US" sz="1800" b="1" i="0" u="none" strike="noStrike" kern="0" cap="none" spc="0" normalizeH="0" baseline="0" noProof="0">
              <a:ln>
                <a:noFill/>
              </a:ln>
              <a:solidFill>
                <a:srgbClr val="FFFFFF"/>
              </a:solidFill>
              <a:effectLst/>
              <a:uLnTx/>
              <a:uFillTx/>
              <a:latin typeface="Times New Roman" panose="02020603050405020304" pitchFamily="18" charset="0"/>
              <a:ea typeface="华文细黑"/>
            </a:endParaRPr>
          </a:p>
        </p:txBody>
      </p:sp>
      <p:pic>
        <p:nvPicPr>
          <p:cNvPr id="20" name="图片 12" descr="liti-diannaotubiao-01.png">
            <a:extLst>
              <a:ext uri="{FF2B5EF4-FFF2-40B4-BE49-F238E27FC236}">
                <a16:creationId xmlns:a16="http://schemas.microsoft.com/office/drawing/2014/main" id="{DAEE3B0C-5598-D9E6-DEB5-09B9C3F9EFB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598792" y="4378742"/>
            <a:ext cx="1143000"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肘形连接符 25">
            <a:extLst>
              <a:ext uri="{FF2B5EF4-FFF2-40B4-BE49-F238E27FC236}">
                <a16:creationId xmlns:a16="http://schemas.microsoft.com/office/drawing/2014/main" id="{BC72BE60-1F63-CC77-6719-E34FB8FD2A71}"/>
              </a:ext>
            </a:extLst>
          </p:cNvPr>
          <p:cNvCxnSpPr>
            <a:cxnSpLocks noChangeShapeType="1"/>
          </p:cNvCxnSpPr>
          <p:nvPr/>
        </p:nvCxnSpPr>
        <p:spPr bwMode="auto">
          <a:xfrm>
            <a:off x="947292" y="4259679"/>
            <a:ext cx="1206500" cy="406400"/>
          </a:xfrm>
          <a:prstGeom prst="bentConnector3">
            <a:avLst>
              <a:gd name="adj1" fmla="val -528"/>
            </a:avLst>
          </a:prstGeom>
          <a:noFill/>
          <a:ln w="28575" algn="ctr">
            <a:solidFill>
              <a:srgbClr val="5B9BD5"/>
            </a:solidFill>
            <a:prstDash val="sysDash"/>
            <a:round/>
            <a:tailEnd type="arrow" w="med" len="med"/>
          </a:ln>
          <a:extLst>
            <a:ext uri="{909E8E84-426E-40DD-AFC4-6F175D3DCCD1}">
              <a14:hiddenFill xmlns:a14="http://schemas.microsoft.com/office/drawing/2010/main">
                <a:noFill/>
              </a14:hiddenFill>
            </a:ext>
          </a:extLst>
        </p:spPr>
      </p:cxnSp>
      <p:cxnSp>
        <p:nvCxnSpPr>
          <p:cNvPr id="22" name="直接箭头连接符 39">
            <a:extLst>
              <a:ext uri="{FF2B5EF4-FFF2-40B4-BE49-F238E27FC236}">
                <a16:creationId xmlns:a16="http://schemas.microsoft.com/office/drawing/2014/main" id="{63C6E3F0-A40C-4F56-B9B8-BD002E85AD4C}"/>
              </a:ext>
            </a:extLst>
          </p:cNvPr>
          <p:cNvCxnSpPr>
            <a:cxnSpLocks noChangeShapeType="1"/>
          </p:cNvCxnSpPr>
          <p:nvPr/>
        </p:nvCxnSpPr>
        <p:spPr bwMode="auto">
          <a:xfrm rot="5400000" flipH="1" flipV="1">
            <a:off x="2859436" y="4317623"/>
            <a:ext cx="238125" cy="1587"/>
          </a:xfrm>
          <a:prstGeom prst="straightConnector1">
            <a:avLst/>
          </a:prstGeom>
          <a:noFill/>
          <a:ln w="28575" algn="ctr">
            <a:solidFill>
              <a:schemeClr val="accent1"/>
            </a:solidFill>
            <a:prstDash val="sysDash"/>
            <a:round/>
            <a:tailEnd type="arrow" w="med" len="med"/>
          </a:ln>
          <a:extLst>
            <a:ext uri="{909E8E84-426E-40DD-AFC4-6F175D3DCCD1}">
              <a14:hiddenFill xmlns:a14="http://schemas.microsoft.com/office/drawing/2010/main">
                <a:noFill/>
              </a14:hiddenFill>
            </a:ext>
          </a:extLst>
        </p:spPr>
      </p:cxnSp>
      <p:cxnSp>
        <p:nvCxnSpPr>
          <p:cNvPr id="23" name="直接连接符 70">
            <a:extLst>
              <a:ext uri="{FF2B5EF4-FFF2-40B4-BE49-F238E27FC236}">
                <a16:creationId xmlns:a16="http://schemas.microsoft.com/office/drawing/2014/main" id="{2E323E15-76B7-C991-F37B-1671F9F630F2}"/>
              </a:ext>
            </a:extLst>
          </p:cNvPr>
          <p:cNvCxnSpPr>
            <a:cxnSpLocks noChangeShapeType="1"/>
          </p:cNvCxnSpPr>
          <p:nvPr/>
        </p:nvCxnSpPr>
        <p:spPr bwMode="auto">
          <a:xfrm>
            <a:off x="3931792" y="4616867"/>
            <a:ext cx="1016000" cy="1587"/>
          </a:xfrm>
          <a:prstGeom prst="line">
            <a:avLst/>
          </a:prstGeom>
          <a:noFill/>
          <a:ln w="28575" algn="ctr">
            <a:solidFill>
              <a:schemeClr val="accent1"/>
            </a:solidFill>
            <a:prstDash val="sysDash"/>
            <a:round/>
          </a:ln>
          <a:extLst>
            <a:ext uri="{909E8E84-426E-40DD-AFC4-6F175D3DCCD1}">
              <a14:hiddenFill xmlns:a14="http://schemas.microsoft.com/office/drawing/2010/main">
                <a:noFill/>
              </a14:hiddenFill>
            </a:ext>
          </a:extLst>
        </p:spPr>
      </p:cxnSp>
      <p:cxnSp>
        <p:nvCxnSpPr>
          <p:cNvPr id="24" name="直接箭头连接符 72">
            <a:extLst>
              <a:ext uri="{FF2B5EF4-FFF2-40B4-BE49-F238E27FC236}">
                <a16:creationId xmlns:a16="http://schemas.microsoft.com/office/drawing/2014/main" id="{128F21EA-B335-B614-6219-A9E38E3F39A0}"/>
              </a:ext>
            </a:extLst>
          </p:cNvPr>
          <p:cNvCxnSpPr>
            <a:cxnSpLocks noChangeShapeType="1"/>
          </p:cNvCxnSpPr>
          <p:nvPr/>
        </p:nvCxnSpPr>
        <p:spPr bwMode="auto">
          <a:xfrm rot="5400000" flipH="1" flipV="1">
            <a:off x="4739830" y="4408904"/>
            <a:ext cx="417512" cy="1588"/>
          </a:xfrm>
          <a:prstGeom prst="straightConnector1">
            <a:avLst/>
          </a:prstGeom>
          <a:noFill/>
          <a:ln w="28575" algn="ctr">
            <a:solidFill>
              <a:srgbClr val="5B9BD5"/>
            </a:solidFill>
            <a:prstDash val="sysDash"/>
            <a:round/>
            <a:tailEnd type="arrow" w="med" len="med"/>
          </a:ln>
          <a:extLst>
            <a:ext uri="{909E8E84-426E-40DD-AFC4-6F175D3DCCD1}">
              <a14:hiddenFill xmlns:a14="http://schemas.microsoft.com/office/drawing/2010/main">
                <a:noFill/>
              </a14:hiddenFill>
            </a:ext>
          </a:extLst>
        </p:spPr>
      </p:cxnSp>
      <p:grpSp>
        <p:nvGrpSpPr>
          <p:cNvPr id="25" name="组合 24">
            <a:extLst>
              <a:ext uri="{FF2B5EF4-FFF2-40B4-BE49-F238E27FC236}">
                <a16:creationId xmlns:a16="http://schemas.microsoft.com/office/drawing/2014/main" id="{1C9A95B7-6D4A-B9A0-CBE4-08F4FD014FB6}"/>
              </a:ext>
            </a:extLst>
          </p:cNvPr>
          <p:cNvGrpSpPr/>
          <p:nvPr/>
        </p:nvGrpSpPr>
        <p:grpSpPr bwMode="auto">
          <a:xfrm>
            <a:off x="2160142" y="4437479"/>
            <a:ext cx="1708150" cy="401638"/>
            <a:chOff x="2194144" y="83801"/>
            <a:chExt cx="1921884" cy="483164"/>
          </a:xfrm>
          <a:solidFill>
            <a:srgbClr val="5B9BD5"/>
          </a:solidFill>
        </p:grpSpPr>
        <p:sp>
          <p:nvSpPr>
            <p:cNvPr id="26" name="矩形 25">
              <a:extLst>
                <a:ext uri="{FF2B5EF4-FFF2-40B4-BE49-F238E27FC236}">
                  <a16:creationId xmlns:a16="http://schemas.microsoft.com/office/drawing/2014/main" id="{7B62CE4C-11B0-B032-9EA3-D57A9AD59E15}"/>
                </a:ext>
              </a:extLst>
            </p:cNvPr>
            <p:cNvSpPr/>
            <p:nvPr/>
          </p:nvSpPr>
          <p:spPr>
            <a:xfrm>
              <a:off x="2194144" y="83801"/>
              <a:ext cx="1921884" cy="483164"/>
            </a:xfrm>
            <a:prstGeom prst="rect">
              <a:avLst/>
            </a:prstGeom>
            <a:grpFill/>
            <a:ln w="38100" cap="flat" cmpd="sng" algn="ctr">
              <a:solidFill>
                <a:srgbClr val="FFFFFF"/>
              </a:solidFill>
              <a:prstDash val="solid"/>
            </a:ln>
            <a:effectLst>
              <a:outerShdw blurRad="40000" dist="20000" dir="5400000" rotWithShape="0">
                <a:srgbClr val="000000">
                  <a:alpha val="38000"/>
                </a:srgbClr>
              </a:outerShdw>
            </a:effectLst>
          </p:spPr>
        </p:sp>
        <p:sp>
          <p:nvSpPr>
            <p:cNvPr id="27" name="矩形 26">
              <a:extLst>
                <a:ext uri="{FF2B5EF4-FFF2-40B4-BE49-F238E27FC236}">
                  <a16:creationId xmlns:a16="http://schemas.microsoft.com/office/drawing/2014/main" id="{B36F50A6-B493-CDA8-D12E-B177D9EAAA0D}"/>
                </a:ext>
              </a:extLst>
            </p:cNvPr>
            <p:cNvSpPr/>
            <p:nvPr/>
          </p:nvSpPr>
          <p:spPr>
            <a:xfrm>
              <a:off x="2194144" y="83801"/>
              <a:ext cx="1921884" cy="483164"/>
            </a:xfrm>
            <a:prstGeom prst="rect">
              <a:avLst/>
            </a:prstGeom>
            <a:grpFill/>
            <a:ln>
              <a:noFill/>
            </a:ln>
            <a:effectLst/>
          </p:spPr>
          <p:txBody>
            <a:bodyPr lIns="99568" tIns="56896" rIns="99568" bIns="56896" spcCol="1270" anchor="ctr"/>
            <a:lstStyle/>
            <a:p>
              <a:pPr marL="0" marR="0" lvl="0" indent="0" algn="ctr" defTabSz="622300" eaLnBrk="1" fontAlgn="auto" latinLnBrk="0" hangingPunct="1">
                <a:lnSpc>
                  <a:spcPct val="90000"/>
                </a:lnSpc>
                <a:spcBef>
                  <a:spcPct val="0"/>
                </a:spcBef>
                <a:spcAft>
                  <a:spcPct val="35000"/>
                </a:spcAft>
                <a:buClrTx/>
                <a:buSzTx/>
                <a:buFont typeface="Arial" panose="020B0604020202020204" pitchFamily="34" charset="0"/>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a:ea typeface="微软雅黑" panose="020B0503020204020204" charset="-122"/>
                </a:rPr>
                <a:t>无线环境分析</a:t>
              </a:r>
              <a:endParaRPr kumimoji="0" lang="en-US" altLang="zh-CN" sz="1400" b="1" i="0" u="none" strike="noStrike" kern="0" cap="none" spc="0" normalizeH="0" baseline="0" noProof="0" dirty="0">
                <a:ln>
                  <a:noFill/>
                </a:ln>
                <a:solidFill>
                  <a:srgbClr val="FFFFFF"/>
                </a:solidFill>
                <a:effectLst/>
                <a:uLnTx/>
                <a:uFillTx/>
                <a:latin typeface="Arial" panose="020B0604020202020204"/>
                <a:ea typeface="微软雅黑" panose="020B0503020204020204" charset="-122"/>
              </a:endParaRPr>
            </a:p>
          </p:txBody>
        </p:sp>
      </p:grpSp>
      <p:grpSp>
        <p:nvGrpSpPr>
          <p:cNvPr id="28" name="组合 26">
            <a:extLst>
              <a:ext uri="{FF2B5EF4-FFF2-40B4-BE49-F238E27FC236}">
                <a16:creationId xmlns:a16="http://schemas.microsoft.com/office/drawing/2014/main" id="{C25EAA5B-9F26-7CCD-B92F-800766BCEA54}"/>
              </a:ext>
            </a:extLst>
          </p:cNvPr>
          <p:cNvGrpSpPr/>
          <p:nvPr/>
        </p:nvGrpSpPr>
        <p:grpSpPr bwMode="auto">
          <a:xfrm>
            <a:off x="2160142" y="4839117"/>
            <a:ext cx="1708150" cy="849312"/>
            <a:chOff x="2194144" y="566966"/>
            <a:chExt cx="1921884" cy="2421090"/>
          </a:xfrm>
          <a:solidFill>
            <a:srgbClr val="D6DCE5"/>
          </a:solidFill>
        </p:grpSpPr>
        <p:sp>
          <p:nvSpPr>
            <p:cNvPr id="29" name="矩形 28">
              <a:extLst>
                <a:ext uri="{FF2B5EF4-FFF2-40B4-BE49-F238E27FC236}">
                  <a16:creationId xmlns:a16="http://schemas.microsoft.com/office/drawing/2014/main" id="{C5CAEC9E-639A-0474-D8D9-52C569CAF6FE}"/>
                </a:ext>
              </a:extLst>
            </p:cNvPr>
            <p:cNvSpPr/>
            <p:nvPr/>
          </p:nvSpPr>
          <p:spPr>
            <a:xfrm>
              <a:off x="2194144" y="566966"/>
              <a:ext cx="1921884" cy="2421090"/>
            </a:xfrm>
            <a:prstGeom prst="rect">
              <a:avLst/>
            </a:prstGeom>
            <a:grpFill/>
            <a:ln w="38100" cap="flat" cmpd="sng" algn="ctr">
              <a:solidFill>
                <a:srgbClr val="FFFFFF"/>
              </a:solidFill>
              <a:prstDash val="solid"/>
            </a:ln>
            <a:effectLst>
              <a:outerShdw blurRad="40000" dist="20000" dir="5400000" rotWithShape="0">
                <a:srgbClr val="000000">
                  <a:alpha val="38000"/>
                </a:srgbClr>
              </a:outerShdw>
            </a:effectLst>
          </p:spPr>
        </p:sp>
        <p:sp>
          <p:nvSpPr>
            <p:cNvPr id="30" name="矩形 29">
              <a:extLst>
                <a:ext uri="{FF2B5EF4-FFF2-40B4-BE49-F238E27FC236}">
                  <a16:creationId xmlns:a16="http://schemas.microsoft.com/office/drawing/2014/main" id="{7EFA0DD1-2E87-9329-1D91-B06EF5BB784C}"/>
                </a:ext>
              </a:extLst>
            </p:cNvPr>
            <p:cNvSpPr/>
            <p:nvPr/>
          </p:nvSpPr>
          <p:spPr>
            <a:xfrm>
              <a:off x="2194144" y="566966"/>
              <a:ext cx="1921884" cy="2421090"/>
            </a:xfrm>
            <a:prstGeom prst="rect">
              <a:avLst/>
            </a:prstGeom>
            <a:grpFill/>
            <a:ln>
              <a:noFill/>
            </a:ln>
            <a:effectLst/>
          </p:spPr>
          <p:txBody>
            <a:bodyPr lIns="74676" tIns="74676" rIns="99568" bIns="112014" spcCol="1270"/>
            <a:lstStyle/>
            <a:p>
              <a:pPr marL="172720" marR="0" lvl="1" indent="-172720" defTabSz="622300" eaLnBrk="1" fontAlgn="auto" latinLnBrk="0" hangingPunct="1">
                <a:lnSpc>
                  <a:spcPct val="90000"/>
                </a:lnSpc>
                <a:spcBef>
                  <a:spcPct val="0"/>
                </a:spcBef>
                <a:spcAft>
                  <a:spcPct val="15000"/>
                </a:spcAft>
                <a:buClrTx/>
                <a:buSzTx/>
                <a:buFontTx/>
                <a:buChar char="•"/>
                <a:defRPr/>
              </a:pPr>
              <a:r>
                <a:rPr kumimoji="0" lang="zh-CN"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清频测试</a:t>
              </a:r>
              <a:endParaRPr kumimoji="0" lang="en-US"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172720" marR="0" lvl="1" indent="-172720" defTabSz="622300" eaLnBrk="1" fontAlgn="auto" latinLnBrk="0" hangingPunct="1">
                <a:lnSpc>
                  <a:spcPct val="90000"/>
                </a:lnSpc>
                <a:spcBef>
                  <a:spcPct val="0"/>
                </a:spcBef>
                <a:spcAft>
                  <a:spcPct val="15000"/>
                </a:spcAft>
                <a:buClrTx/>
                <a:buSzTx/>
                <a:buFontTx/>
                <a:buChar char="•"/>
                <a:defRPr/>
              </a:pPr>
              <a:r>
                <a:rPr kumimoji="0" lang="zh-CN"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传播模型测试</a:t>
              </a:r>
              <a:endParaRPr kumimoji="0" lang="en-US" altLang="en-US" sz="1400" b="0" i="1"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sp>
        <p:nvSpPr>
          <p:cNvPr id="4" name="文本框 3">
            <a:extLst>
              <a:ext uri="{FF2B5EF4-FFF2-40B4-BE49-F238E27FC236}">
                <a16:creationId xmlns:a16="http://schemas.microsoft.com/office/drawing/2014/main" id="{EF356AA3-3A3F-EE0C-6750-B27E848D2A71}"/>
              </a:ext>
            </a:extLst>
          </p:cNvPr>
          <p:cNvSpPr txBox="1"/>
          <p:nvPr/>
        </p:nvSpPr>
        <p:spPr>
          <a:xfrm>
            <a:off x="226313" y="5785546"/>
            <a:ext cx="7690802" cy="1015663"/>
          </a:xfrm>
          <a:prstGeom prst="rect">
            <a:avLst/>
          </a:prstGeom>
          <a:noFill/>
        </p:spPr>
        <p:txBody>
          <a:bodyPr wrap="square" rtlCol="0">
            <a:spAutoFit/>
          </a:bodyPr>
          <a:lstStyle/>
          <a:p>
            <a:r>
              <a:rPr lang="zh-CN" altLang="en-US" sz="2000" dirty="0"/>
              <a:t>无</a:t>
            </a:r>
            <a:r>
              <a:rPr lang="zh-CN" altLang="zh-CN" sz="2000" dirty="0"/>
              <a:t>线传播模型帮助设计者了解预选站址在实际环境下的传播效果。设计者可以通过将传播模型运用在规划仿真软件中的方法来预测出所规划的基站的各种系统性能指标。</a:t>
            </a:r>
            <a:endParaRPr lang="zh-CN" altLang="en-US" sz="2400" dirty="0"/>
          </a:p>
        </p:txBody>
      </p:sp>
    </p:spTree>
    <p:extLst>
      <p:ext uri="{BB962C8B-B14F-4D97-AF65-F5344CB8AC3E}">
        <p14:creationId xmlns:p14="http://schemas.microsoft.com/office/powerpoint/2010/main" val="3787418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64895" y="787654"/>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p:cNvSpPr txBox="1"/>
          <p:nvPr/>
        </p:nvSpPr>
        <p:spPr>
          <a:xfrm>
            <a:off x="321097" y="39941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无线网络规划的概述</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3291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0" name="Freeform 3"/>
          <p:cNvSpPr>
            <a:spLocks noEditPoints="1" noChangeArrowheads="1"/>
          </p:cNvSpPr>
          <p:nvPr/>
        </p:nvSpPr>
        <p:spPr bwMode="auto">
          <a:xfrm>
            <a:off x="4010036" y="1393189"/>
            <a:ext cx="5511800" cy="3473392"/>
          </a:xfrm>
          <a:custGeom>
            <a:avLst/>
            <a:gdLst>
              <a:gd name="T0" fmla="*/ 2147483647 w 2820"/>
              <a:gd name="T1" fmla="*/ 2147483647 h 2912"/>
              <a:gd name="T2" fmla="*/ 2147483647 w 2820"/>
              <a:gd name="T3" fmla="*/ 2147483647 h 2912"/>
              <a:gd name="T4" fmla="*/ 2147483647 w 2820"/>
              <a:gd name="T5" fmla="*/ 2147483647 h 2912"/>
              <a:gd name="T6" fmla="*/ 2147483647 w 2820"/>
              <a:gd name="T7" fmla="*/ 2147483647 h 2912"/>
              <a:gd name="T8" fmla="*/ 2147483647 w 2820"/>
              <a:gd name="T9" fmla="*/ 2147483647 h 2912"/>
              <a:gd name="T10" fmla="*/ 2147483647 w 2820"/>
              <a:gd name="T11" fmla="*/ 2147483647 h 2912"/>
              <a:gd name="T12" fmla="*/ 2147483647 w 2820"/>
              <a:gd name="T13" fmla="*/ 2147483647 h 2912"/>
              <a:gd name="T14" fmla="*/ 2147483647 w 2820"/>
              <a:gd name="T15" fmla="*/ 2147483647 h 2912"/>
              <a:gd name="T16" fmla="*/ 0 w 2820"/>
              <a:gd name="T17" fmla="*/ 2147483647 h 2912"/>
              <a:gd name="T18" fmla="*/ 2147483647 w 2820"/>
              <a:gd name="T19" fmla="*/ 2147483647 h 2912"/>
              <a:gd name="T20" fmla="*/ 2147483647 w 2820"/>
              <a:gd name="T21" fmla="*/ 2147483647 h 2912"/>
              <a:gd name="T22" fmla="*/ 2147483647 w 2820"/>
              <a:gd name="T23" fmla="*/ 2147483647 h 2912"/>
              <a:gd name="T24" fmla="*/ 2147483647 w 2820"/>
              <a:gd name="T25" fmla="*/ 2147483647 h 2912"/>
              <a:gd name="T26" fmla="*/ 2147483647 w 2820"/>
              <a:gd name="T27" fmla="*/ 2147483647 h 2912"/>
              <a:gd name="T28" fmla="*/ 2147483647 w 2820"/>
              <a:gd name="T29" fmla="*/ 2147483647 h 2912"/>
              <a:gd name="T30" fmla="*/ 2147483647 w 2820"/>
              <a:gd name="T31" fmla="*/ 2147483647 h 2912"/>
              <a:gd name="T32" fmla="*/ 2147483647 w 2820"/>
              <a:gd name="T33" fmla="*/ 2147483647 h 2912"/>
              <a:gd name="T34" fmla="*/ 2147483647 w 2820"/>
              <a:gd name="T35" fmla="*/ 2147483647 h 2912"/>
              <a:gd name="T36" fmla="*/ 2147483647 w 2820"/>
              <a:gd name="T37" fmla="*/ 2147483647 h 2912"/>
              <a:gd name="T38" fmla="*/ 2147483647 w 2820"/>
              <a:gd name="T39" fmla="*/ 2147483647 h 2912"/>
              <a:gd name="T40" fmla="*/ 2147483647 w 2820"/>
              <a:gd name="T41" fmla="*/ 2147483647 h 2912"/>
              <a:gd name="T42" fmla="*/ 2147483647 w 2820"/>
              <a:gd name="T43" fmla="*/ 2147483647 h 2912"/>
              <a:gd name="T44" fmla="*/ 2147483647 w 2820"/>
              <a:gd name="T45" fmla="*/ 2147483647 h 2912"/>
              <a:gd name="T46" fmla="*/ 2147483647 w 2820"/>
              <a:gd name="T47" fmla="*/ 2147483647 h 2912"/>
              <a:gd name="T48" fmla="*/ 2147483647 w 2820"/>
              <a:gd name="T49" fmla="*/ 2147483647 h 2912"/>
              <a:gd name="T50" fmla="*/ 2147483647 w 2820"/>
              <a:gd name="T51" fmla="*/ 2147483647 h 2912"/>
              <a:gd name="T52" fmla="*/ 2147483647 w 2820"/>
              <a:gd name="T53" fmla="*/ 2147483647 h 2912"/>
              <a:gd name="T54" fmla="*/ 2147483647 w 2820"/>
              <a:gd name="T55" fmla="*/ 2147483647 h 2912"/>
              <a:gd name="T56" fmla="*/ 2147483647 w 2820"/>
              <a:gd name="T57" fmla="*/ 2147483647 h 2912"/>
              <a:gd name="T58" fmla="*/ 2147483647 w 2820"/>
              <a:gd name="T59" fmla="*/ 2147483647 h 2912"/>
              <a:gd name="T60" fmla="*/ 2147483647 w 2820"/>
              <a:gd name="T61" fmla="*/ 2147483647 h 2912"/>
              <a:gd name="T62" fmla="*/ 2147483647 w 2820"/>
              <a:gd name="T63" fmla="*/ 2147483647 h 2912"/>
              <a:gd name="T64" fmla="*/ 2147483647 w 2820"/>
              <a:gd name="T65" fmla="*/ 2147483647 h 2912"/>
              <a:gd name="T66" fmla="*/ 2147483647 w 2820"/>
              <a:gd name="T67" fmla="*/ 2147483647 h 2912"/>
              <a:gd name="T68" fmla="*/ 2147483647 w 2820"/>
              <a:gd name="T69" fmla="*/ 2147483647 h 2912"/>
              <a:gd name="T70" fmla="*/ 2147483647 w 2820"/>
              <a:gd name="T71" fmla="*/ 2147483647 h 2912"/>
              <a:gd name="T72" fmla="*/ 2147483647 w 2820"/>
              <a:gd name="T73" fmla="*/ 2147483647 h 2912"/>
              <a:gd name="T74" fmla="*/ 2147483647 w 2820"/>
              <a:gd name="T75" fmla="*/ 2147483647 h 2912"/>
              <a:gd name="T76" fmla="*/ 2147483647 w 2820"/>
              <a:gd name="T77" fmla="*/ 2147483647 h 2912"/>
              <a:gd name="T78" fmla="*/ 2147483647 w 2820"/>
              <a:gd name="T79" fmla="*/ 2147483647 h 2912"/>
              <a:gd name="T80" fmla="*/ 2147483647 w 2820"/>
              <a:gd name="T81" fmla="*/ 2147483647 h 2912"/>
              <a:gd name="T82" fmla="*/ 2147483647 w 2820"/>
              <a:gd name="T83" fmla="*/ 2147483647 h 2912"/>
              <a:gd name="T84" fmla="*/ 2147483647 w 2820"/>
              <a:gd name="T85" fmla="*/ 2147483647 h 2912"/>
              <a:gd name="T86" fmla="*/ 2147483647 w 2820"/>
              <a:gd name="T87" fmla="*/ 2147483647 h 2912"/>
              <a:gd name="T88" fmla="*/ 2147483647 w 2820"/>
              <a:gd name="T89" fmla="*/ 2147483647 h 2912"/>
              <a:gd name="T90" fmla="*/ 2147483647 w 2820"/>
              <a:gd name="T91" fmla="*/ 2147483647 h 29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solidFill>
            <a:schemeClr val="accent1"/>
          </a:solidFill>
          <a:ln w="0">
            <a:noFill/>
            <a:round/>
          </a:ln>
          <a:effectLst>
            <a:outerShdw dist="206741" dir="8249373" algn="ctr" rotWithShape="0">
              <a:srgbClr val="C1D1D3">
                <a:alpha val="50000"/>
              </a:srgbClr>
            </a:outerShdw>
          </a:effectLst>
        </p:spPr>
        <p:txBody>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1" name="Oval 4"/>
          <p:cNvSpPr>
            <a:spLocks noChangeArrowheads="1"/>
          </p:cNvSpPr>
          <p:nvPr/>
        </p:nvSpPr>
        <p:spPr bwMode="auto">
          <a:xfrm rot="20876594">
            <a:off x="6126173" y="4198244"/>
            <a:ext cx="1438275" cy="555625"/>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62" name="Oval 5"/>
          <p:cNvSpPr>
            <a:spLocks noChangeArrowheads="1"/>
          </p:cNvSpPr>
          <p:nvPr/>
        </p:nvSpPr>
        <p:spPr bwMode="auto">
          <a:xfrm>
            <a:off x="6057911" y="3182244"/>
            <a:ext cx="1704975" cy="142240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63" name="Oval 6"/>
          <p:cNvSpPr>
            <a:spLocks noChangeArrowheads="1"/>
          </p:cNvSpPr>
          <p:nvPr/>
        </p:nvSpPr>
        <p:spPr bwMode="auto">
          <a:xfrm>
            <a:off x="6078548" y="3190182"/>
            <a:ext cx="1665288" cy="1385887"/>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64" name="Oval 7"/>
          <p:cNvSpPr>
            <a:spLocks noChangeArrowheads="1"/>
          </p:cNvSpPr>
          <p:nvPr/>
        </p:nvSpPr>
        <p:spPr bwMode="auto">
          <a:xfrm>
            <a:off x="6096011" y="3202882"/>
            <a:ext cx="1584325" cy="1296987"/>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65" name="Oval 8"/>
          <p:cNvSpPr>
            <a:spLocks noChangeArrowheads="1"/>
          </p:cNvSpPr>
          <p:nvPr/>
        </p:nvSpPr>
        <p:spPr bwMode="auto">
          <a:xfrm>
            <a:off x="6188086" y="3240982"/>
            <a:ext cx="1409700" cy="1050925"/>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66" name="Text Box 9"/>
          <p:cNvSpPr txBox="1">
            <a:spLocks noChangeArrowheads="1"/>
          </p:cNvSpPr>
          <p:nvPr/>
        </p:nvSpPr>
        <p:spPr bwMode="gray">
          <a:xfrm>
            <a:off x="6105536" y="3687069"/>
            <a:ext cx="1638300" cy="523875"/>
          </a:xfrm>
          <a:prstGeom prst="rect">
            <a:avLst/>
          </a:prstGeom>
          <a:noFill/>
          <a:ln w="9525" algn="ctr">
            <a:noFill/>
            <a:miter lim="800000"/>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buFont typeface="Arial" panose="020B0604020202020204" pitchFamily="34" charset="0"/>
              <a:buNone/>
              <a:defRPr/>
            </a:pPr>
            <a:r>
              <a:rPr lang="zh-CN" altLang="en-US" sz="2800">
                <a:solidFill>
                  <a:srgbClr val="000000"/>
                </a:solidFill>
                <a:effectLst>
                  <a:outerShdw blurRad="38100" dist="38100" dir="2700000" algn="tl">
                    <a:srgbClr val="C0C0C0"/>
                  </a:outerShdw>
                </a:effectLst>
                <a:latin typeface="华文细黑" pitchFamily="2" charset="-122"/>
                <a:ea typeface="华文细黑" pitchFamily="2" charset="-122"/>
              </a:rPr>
              <a:t>详细规划</a:t>
            </a:r>
          </a:p>
        </p:txBody>
      </p:sp>
      <p:sp>
        <p:nvSpPr>
          <p:cNvPr id="67" name="Oval 10"/>
          <p:cNvSpPr>
            <a:spLocks noChangeArrowheads="1"/>
          </p:cNvSpPr>
          <p:nvPr/>
        </p:nvSpPr>
        <p:spPr bwMode="auto">
          <a:xfrm rot="20827004">
            <a:off x="4086236" y="3634682"/>
            <a:ext cx="1133475" cy="5080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grpSp>
        <p:nvGrpSpPr>
          <p:cNvPr id="68" name="Group 11"/>
          <p:cNvGrpSpPr/>
          <p:nvPr/>
        </p:nvGrpSpPr>
        <p:grpSpPr bwMode="auto">
          <a:xfrm>
            <a:off x="4153607" y="2860748"/>
            <a:ext cx="1376362" cy="1201737"/>
            <a:chOff x="732" y="2112"/>
            <a:chExt cx="842" cy="860"/>
          </a:xfrm>
        </p:grpSpPr>
        <p:sp>
          <p:nvSpPr>
            <p:cNvPr id="69" name="Oval 12"/>
            <p:cNvSpPr>
              <a:spLocks noChangeArrowheads="1"/>
            </p:cNvSpPr>
            <p:nvPr/>
          </p:nvSpPr>
          <p:spPr bwMode="auto">
            <a:xfrm>
              <a:off x="732" y="2112"/>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0" name="Oval 13"/>
            <p:cNvSpPr>
              <a:spLocks noChangeArrowheads="1"/>
            </p:cNvSpPr>
            <p:nvPr/>
          </p:nvSpPr>
          <p:spPr bwMode="auto">
            <a:xfrm>
              <a:off x="743" y="2117"/>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1" name="Oval 14"/>
            <p:cNvSpPr>
              <a:spLocks noChangeArrowheads="1"/>
            </p:cNvSpPr>
            <p:nvPr/>
          </p:nvSpPr>
          <p:spPr bwMode="auto">
            <a:xfrm>
              <a:off x="751" y="2125"/>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2" name="Oval 15"/>
            <p:cNvSpPr>
              <a:spLocks noChangeArrowheads="1"/>
            </p:cNvSpPr>
            <p:nvPr/>
          </p:nvSpPr>
          <p:spPr bwMode="auto">
            <a:xfrm>
              <a:off x="795" y="2147"/>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3" name="Text Box 16"/>
            <p:cNvSpPr txBox="1">
              <a:spLocks noChangeArrowheads="1"/>
            </p:cNvSpPr>
            <p:nvPr/>
          </p:nvSpPr>
          <p:spPr bwMode="gray">
            <a:xfrm>
              <a:off x="771" y="2434"/>
              <a:ext cx="741" cy="286"/>
            </a:xfrm>
            <a:prstGeom prst="rect">
              <a:avLst/>
            </a:prstGeom>
            <a:noFill/>
            <a:ln w="9525" algn="ctr">
              <a:noFill/>
              <a:miter lim="800000"/>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buFont typeface="Arial" panose="020B0604020202020204" pitchFamily="34" charset="0"/>
                <a:buNone/>
                <a:defRPr/>
              </a:pPr>
              <a:r>
                <a:rPr lang="zh-CN" altLang="en-US" sz="2000">
                  <a:solidFill>
                    <a:srgbClr val="000000"/>
                  </a:solidFill>
                  <a:effectLst>
                    <a:outerShdw blurRad="38100" dist="38100" dir="2700000" algn="tl">
                      <a:srgbClr val="C0C0C0"/>
                    </a:outerShdw>
                  </a:effectLst>
                  <a:latin typeface="华文细黑" pitchFamily="2" charset="-122"/>
                  <a:ea typeface="华文细黑" pitchFamily="2" charset="-122"/>
                </a:rPr>
                <a:t>预规划</a:t>
              </a:r>
            </a:p>
          </p:txBody>
        </p:sp>
      </p:grpSp>
      <p:sp>
        <p:nvSpPr>
          <p:cNvPr id="74" name="Oval 17"/>
          <p:cNvSpPr>
            <a:spLocks noChangeArrowheads="1"/>
          </p:cNvSpPr>
          <p:nvPr/>
        </p:nvSpPr>
        <p:spPr bwMode="auto">
          <a:xfrm>
            <a:off x="3946536" y="2053532"/>
            <a:ext cx="1195387" cy="493712"/>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5" name="Oval 18"/>
          <p:cNvSpPr>
            <a:spLocks noChangeArrowheads="1"/>
          </p:cNvSpPr>
          <p:nvPr/>
        </p:nvSpPr>
        <p:spPr bwMode="auto">
          <a:xfrm>
            <a:off x="4022736" y="1542357"/>
            <a:ext cx="1339850" cy="94773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6" name="Oval 19"/>
          <p:cNvSpPr>
            <a:spLocks noChangeArrowheads="1"/>
          </p:cNvSpPr>
          <p:nvPr/>
        </p:nvSpPr>
        <p:spPr bwMode="auto">
          <a:xfrm>
            <a:off x="4035436" y="1545532"/>
            <a:ext cx="1308100" cy="92710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7" name="Oval 20"/>
          <p:cNvSpPr>
            <a:spLocks noChangeArrowheads="1"/>
          </p:cNvSpPr>
          <p:nvPr/>
        </p:nvSpPr>
        <p:spPr bwMode="auto">
          <a:xfrm>
            <a:off x="4046548" y="1556644"/>
            <a:ext cx="1244600" cy="8651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8" name="Oval 21"/>
          <p:cNvSpPr>
            <a:spLocks noChangeArrowheads="1"/>
          </p:cNvSpPr>
          <p:nvPr/>
        </p:nvSpPr>
        <p:spPr bwMode="auto">
          <a:xfrm>
            <a:off x="4100523" y="1578869"/>
            <a:ext cx="1109663" cy="703263"/>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endParaRPr lang="zh-CN" altLang="en-US" sz="2400">
              <a:solidFill>
                <a:srgbClr val="000000"/>
              </a:solidFill>
              <a:latin typeface="Times New Roman" panose="02020603050405020304" pitchFamily="18" charset="0"/>
            </a:endParaRPr>
          </a:p>
        </p:txBody>
      </p:sp>
      <p:sp>
        <p:nvSpPr>
          <p:cNvPr id="79" name="Text Box 22"/>
          <p:cNvSpPr txBox="1">
            <a:spLocks noChangeArrowheads="1"/>
          </p:cNvSpPr>
          <p:nvPr/>
        </p:nvSpPr>
        <p:spPr bwMode="gray">
          <a:xfrm>
            <a:off x="4019561" y="1824932"/>
            <a:ext cx="1347787" cy="369887"/>
          </a:xfrm>
          <a:prstGeom prst="rect">
            <a:avLst/>
          </a:prstGeom>
          <a:noFill/>
          <a:ln w="9525" algn="ctr">
            <a:noFill/>
            <a:miter lim="800000"/>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0" fontAlgn="base" hangingPunct="0">
              <a:spcBef>
                <a:spcPct val="0"/>
              </a:spcBef>
              <a:spcAft>
                <a:spcPct val="0"/>
              </a:spcAft>
              <a:buFont typeface="Arial" panose="020B0604020202020204" pitchFamily="34" charset="0"/>
              <a:buNone/>
              <a:defRPr/>
            </a:pPr>
            <a:r>
              <a:rPr lang="zh-CN" altLang="en-US" sz="1800">
                <a:solidFill>
                  <a:srgbClr val="000000"/>
                </a:solidFill>
                <a:effectLst>
                  <a:outerShdw blurRad="38100" dist="38100" dir="2700000" algn="tl">
                    <a:srgbClr val="C0C0C0"/>
                  </a:outerShdw>
                </a:effectLst>
                <a:latin typeface="华文细黑" pitchFamily="2" charset="-122"/>
                <a:ea typeface="华文细黑" pitchFamily="2" charset="-122"/>
              </a:rPr>
              <a:t>前期准备</a:t>
            </a:r>
          </a:p>
        </p:txBody>
      </p:sp>
      <p:sp>
        <p:nvSpPr>
          <p:cNvPr id="80" name="AutoShape 32"/>
          <p:cNvSpPr>
            <a:spLocks noChangeArrowheads="1"/>
          </p:cNvSpPr>
          <p:nvPr/>
        </p:nvSpPr>
        <p:spPr bwMode="blackWhite">
          <a:xfrm>
            <a:off x="7200381" y="1842395"/>
            <a:ext cx="1944688" cy="1379537"/>
          </a:xfrm>
          <a:prstGeom prst="roundRect">
            <a:avLst>
              <a:gd name="adj" fmla="val 16667"/>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2000" b="1" i="0" u="none" strike="noStrike" kern="0" cap="none" spc="0" normalizeH="0" baseline="0" noProof="0" dirty="0">
                <a:ln>
                  <a:noFill/>
                </a:ln>
                <a:solidFill>
                  <a:srgbClr val="000000"/>
                </a:solidFill>
                <a:effectLst/>
                <a:uLnTx/>
                <a:uFillTx/>
                <a:latin typeface="华文细黑" pitchFamily="2" charset="-122"/>
                <a:ea typeface="华文细黑"/>
              </a:rPr>
              <a:t>覆盖规划</a:t>
            </a:r>
          </a:p>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2000" b="1" i="0" u="none" strike="noStrike" kern="0" cap="none" spc="0" normalizeH="0" baseline="0" noProof="0" dirty="0">
                <a:ln>
                  <a:noFill/>
                </a:ln>
                <a:solidFill>
                  <a:srgbClr val="000000"/>
                </a:solidFill>
                <a:effectLst/>
                <a:uLnTx/>
                <a:uFillTx/>
                <a:latin typeface="华文细黑" pitchFamily="2" charset="-122"/>
                <a:ea typeface="华文细黑"/>
              </a:rPr>
              <a:t>容量规划</a:t>
            </a:r>
          </a:p>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2000" b="1" i="0" u="none" strike="noStrike" kern="0" cap="none" spc="0" normalizeH="0" baseline="0" noProof="0" dirty="0">
                <a:ln>
                  <a:noFill/>
                </a:ln>
                <a:solidFill>
                  <a:srgbClr val="000000"/>
                </a:solidFill>
                <a:effectLst/>
                <a:uLnTx/>
                <a:uFillTx/>
                <a:latin typeface="华文细黑" pitchFamily="2" charset="-122"/>
                <a:ea typeface="华文细黑"/>
              </a:rPr>
              <a:t>参数规划</a:t>
            </a:r>
            <a:endParaRPr kumimoji="0" lang="en-US" altLang="zh-CN" sz="2000" b="1" i="0" u="none" strike="noStrike" kern="0" cap="none" spc="0" normalizeH="0" baseline="0" noProof="0" dirty="0">
              <a:ln>
                <a:noFill/>
              </a:ln>
              <a:solidFill>
                <a:srgbClr val="000000"/>
              </a:solidFill>
              <a:effectLst/>
              <a:uLnTx/>
              <a:uFillTx/>
              <a:latin typeface="华文细黑" pitchFamily="2" charset="-122"/>
              <a:ea typeface="华文细黑"/>
            </a:endParaRPr>
          </a:p>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1800" b="0" i="0" u="none" strike="noStrike" kern="0" cap="none" spc="0" normalizeH="0" baseline="0" noProof="0" dirty="0">
                <a:ln>
                  <a:noFill/>
                </a:ln>
                <a:solidFill>
                  <a:srgbClr val="000000"/>
                </a:solidFill>
                <a:effectLst/>
                <a:uLnTx/>
                <a:uFillTx/>
                <a:latin typeface="华文细黑" pitchFamily="2" charset="-122"/>
                <a:ea typeface="华文细黑"/>
              </a:rPr>
              <a:t>性能评估</a:t>
            </a:r>
          </a:p>
        </p:txBody>
      </p:sp>
      <p:sp>
        <p:nvSpPr>
          <p:cNvPr id="81" name="AutoShape 34"/>
          <p:cNvSpPr>
            <a:spLocks noChangeArrowheads="1"/>
          </p:cNvSpPr>
          <p:nvPr/>
        </p:nvSpPr>
        <p:spPr bwMode="blackWhite">
          <a:xfrm>
            <a:off x="2433648" y="3431482"/>
            <a:ext cx="1370013" cy="960437"/>
          </a:xfrm>
          <a:prstGeom prst="roundRect">
            <a:avLst>
              <a:gd name="adj" fmla="val 16667"/>
            </a:avLst>
          </a:prstGeom>
          <a:gradFill rotWithShape="1">
            <a:gsLst>
              <a:gs pos="0">
                <a:srgbClr val="F6C5AA">
                  <a:tint val="50000"/>
                  <a:satMod val="300000"/>
                </a:srgbClr>
              </a:gs>
              <a:gs pos="35000">
                <a:srgbClr val="F6C5AA">
                  <a:tint val="37000"/>
                  <a:satMod val="300000"/>
                </a:srgbClr>
              </a:gs>
              <a:gs pos="100000">
                <a:srgbClr val="F6C5AA">
                  <a:tint val="15000"/>
                  <a:satMod val="350000"/>
                </a:srgbClr>
              </a:gs>
            </a:gsLst>
            <a:lin ang="16200000" scaled="1"/>
          </a:gradFill>
          <a:ln w="9525" cap="flat" cmpd="sng" algn="ctr">
            <a:solidFill>
              <a:srgbClr val="F6C5AA">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1800" b="0" i="0" u="none" strike="noStrike" kern="0" cap="none" spc="0" normalizeH="0" baseline="0" noProof="0" dirty="0">
                <a:ln>
                  <a:noFill/>
                </a:ln>
                <a:solidFill>
                  <a:srgbClr val="000000"/>
                </a:solidFill>
                <a:effectLst/>
                <a:uLnTx/>
                <a:uFillTx/>
                <a:latin typeface="华文细黑" pitchFamily="2" charset="-122"/>
                <a:ea typeface="华文细黑"/>
              </a:rPr>
              <a:t>覆盖估算</a:t>
            </a:r>
          </a:p>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1800" b="0" i="0" u="none" strike="noStrike" kern="0" cap="none" spc="0" normalizeH="0" baseline="0" noProof="0" dirty="0">
                <a:ln>
                  <a:noFill/>
                </a:ln>
                <a:solidFill>
                  <a:srgbClr val="000000"/>
                </a:solidFill>
                <a:effectLst/>
                <a:uLnTx/>
                <a:uFillTx/>
                <a:latin typeface="华文细黑" pitchFamily="2" charset="-122"/>
                <a:ea typeface="华文细黑"/>
              </a:rPr>
              <a:t>容量估算</a:t>
            </a:r>
            <a:endParaRPr kumimoji="0" lang="en-US" altLang="zh-CN" sz="1800" b="0" i="0" u="none" strike="noStrike" kern="0" cap="none" spc="0" normalizeH="0" baseline="0" noProof="0" dirty="0">
              <a:ln>
                <a:noFill/>
              </a:ln>
              <a:solidFill>
                <a:srgbClr val="000000"/>
              </a:solidFill>
              <a:effectLst/>
              <a:uLnTx/>
              <a:uFillTx/>
              <a:latin typeface="华文细黑" pitchFamily="2" charset="-122"/>
              <a:ea typeface="华文细黑"/>
            </a:endParaRPr>
          </a:p>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1800" b="0" i="0" u="none" strike="noStrike" kern="0" cap="none" spc="0" normalizeH="0" baseline="0" noProof="0" dirty="0">
                <a:ln>
                  <a:noFill/>
                </a:ln>
                <a:solidFill>
                  <a:srgbClr val="000000"/>
                </a:solidFill>
                <a:effectLst/>
                <a:uLnTx/>
                <a:uFillTx/>
                <a:latin typeface="华文细黑" pitchFamily="2" charset="-122"/>
                <a:ea typeface="华文细黑"/>
              </a:rPr>
              <a:t>站址规划</a:t>
            </a:r>
          </a:p>
        </p:txBody>
      </p:sp>
      <p:sp>
        <p:nvSpPr>
          <p:cNvPr id="82" name="AutoShape 35"/>
          <p:cNvSpPr>
            <a:spLocks noChangeArrowheads="1"/>
          </p:cNvSpPr>
          <p:nvPr/>
        </p:nvSpPr>
        <p:spPr bwMode="blackWhite">
          <a:xfrm>
            <a:off x="2074873" y="1693169"/>
            <a:ext cx="1727200" cy="1017588"/>
          </a:xfrm>
          <a:prstGeom prst="roundRect">
            <a:avLst>
              <a:gd name="adj" fmla="val 16667"/>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wrap="none" anchor="ctr"/>
          <a:lstStyle/>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1800" b="0" i="0" u="none" strike="noStrike" kern="0" cap="none" spc="0" normalizeH="0" baseline="0" noProof="0" dirty="0">
                <a:ln>
                  <a:noFill/>
                </a:ln>
                <a:effectLst/>
                <a:uLnTx/>
                <a:uFillTx/>
                <a:latin typeface="华文细黑" pitchFamily="2" charset="-122"/>
                <a:ea typeface="华文细黑"/>
              </a:rPr>
              <a:t>需求分析</a:t>
            </a:r>
            <a:endParaRPr kumimoji="0" lang="en-US" altLang="zh-CN" sz="1800" b="0" i="0" u="none" strike="noStrike" kern="0" cap="none" spc="0" normalizeH="0" baseline="0" noProof="0" dirty="0">
              <a:ln>
                <a:noFill/>
              </a:ln>
              <a:effectLst/>
              <a:uLnTx/>
              <a:uFillTx/>
              <a:latin typeface="华文细黑" pitchFamily="2" charset="-122"/>
              <a:ea typeface="华文细黑"/>
            </a:endParaRPr>
          </a:p>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1800" b="0" i="0" u="none" strike="noStrike" kern="0" cap="none" spc="0" normalizeH="0" baseline="0" noProof="0" dirty="0">
                <a:ln>
                  <a:noFill/>
                </a:ln>
                <a:effectLst/>
                <a:uLnTx/>
                <a:uFillTx/>
                <a:latin typeface="华文细黑" pitchFamily="2" charset="-122"/>
                <a:ea typeface="华文细黑"/>
              </a:rPr>
              <a:t>业务分布模拟</a:t>
            </a:r>
          </a:p>
          <a:p>
            <a:pPr marL="0" marR="0" lvl="0" indent="0" defTabSz="914400" eaLnBrk="1" fontAlgn="base" latinLnBrk="0" hangingPunct="1">
              <a:lnSpc>
                <a:spcPct val="100000"/>
              </a:lnSpc>
              <a:spcBef>
                <a:spcPct val="20000"/>
              </a:spcBef>
              <a:spcAft>
                <a:spcPct val="0"/>
              </a:spcAft>
              <a:buClr>
                <a:srgbClr val="FFF000"/>
              </a:buClr>
              <a:buSzTx/>
              <a:defRPr/>
            </a:pPr>
            <a:r>
              <a:rPr kumimoji="0" lang="zh-CN" altLang="en-US" sz="1800" b="0" i="0" u="none" strike="noStrike" kern="0" cap="none" spc="0" normalizeH="0" baseline="0" noProof="0" dirty="0">
                <a:ln>
                  <a:noFill/>
                </a:ln>
                <a:effectLst/>
                <a:uLnTx/>
                <a:uFillTx/>
                <a:latin typeface="华文细黑" pitchFamily="2" charset="-122"/>
                <a:ea typeface="华文细黑"/>
              </a:rPr>
              <a:t>传播模型校正</a:t>
            </a:r>
          </a:p>
        </p:txBody>
      </p:sp>
      <p:sp>
        <p:nvSpPr>
          <p:cNvPr id="83" name="TextBox 27"/>
          <p:cNvSpPr txBox="1"/>
          <p:nvPr/>
        </p:nvSpPr>
        <p:spPr>
          <a:xfrm>
            <a:off x="7259648" y="1851919"/>
            <a:ext cx="1560513" cy="306388"/>
          </a:xfrm>
          <a:prstGeom prst="roundRect">
            <a:avLst/>
          </a:prstGeom>
          <a:noFill/>
          <a:ln w="25400" cap="flat" cmpd="sng" algn="ctr">
            <a:solidFill>
              <a:srgbClr val="FF0000"/>
            </a:solidFill>
            <a:prstDash val="solid"/>
          </a:ln>
          <a:effectLst/>
        </p:spPr>
        <p:txBody>
          <a:bodyPr>
            <a:spAutoFit/>
          </a:bodyPr>
          <a:lstStyle/>
          <a:p>
            <a:pPr marR="0" lvl="0" defTabSz="914400" eaLnBrk="1" fontAlgn="base" latinLnBrk="0" hangingPunct="1">
              <a:lnSpc>
                <a:spcPct val="100000"/>
              </a:lnSpc>
              <a:spcBef>
                <a:spcPct val="0"/>
              </a:spcBef>
              <a:spcAft>
                <a:spcPct val="0"/>
              </a:spcAft>
              <a:buClrTx/>
              <a:buSzTx/>
              <a:defRPr/>
            </a:pPr>
            <a:endParaRPr kumimoji="0" lang="zh-CN" altLang="en-US" sz="1200" b="0" i="0" u="none" strike="noStrike" kern="0" cap="none" spc="0" normalizeH="0" baseline="0" noProof="0">
              <a:ln>
                <a:noFill/>
              </a:ln>
              <a:solidFill>
                <a:srgbClr val="000000"/>
              </a:solidFill>
              <a:effectLst/>
              <a:uLnTx/>
              <a:uFillTx/>
              <a:latin typeface="Arial" panose="020B0604020202020204"/>
              <a:ea typeface="华文细黑"/>
            </a:endParaRPr>
          </a:p>
        </p:txBody>
      </p:sp>
      <p:sp>
        <p:nvSpPr>
          <p:cNvPr id="84" name="TextBox 30"/>
          <p:cNvSpPr txBox="1"/>
          <p:nvPr/>
        </p:nvSpPr>
        <p:spPr>
          <a:xfrm>
            <a:off x="7259648" y="2253557"/>
            <a:ext cx="1560513" cy="306387"/>
          </a:xfrm>
          <a:prstGeom prst="roundRect">
            <a:avLst/>
          </a:prstGeom>
          <a:noFill/>
          <a:ln w="25400" cap="flat" cmpd="sng" algn="ctr">
            <a:solidFill>
              <a:srgbClr val="FF0000"/>
            </a:solidFill>
            <a:prstDash val="solid"/>
          </a:ln>
          <a:effectLst/>
        </p:spPr>
        <p:txBody>
          <a:bodyPr>
            <a:spAutoFit/>
          </a:bodyPr>
          <a:lstStyle/>
          <a:p>
            <a:pPr marR="0" lvl="0" defTabSz="914400" eaLnBrk="1" fontAlgn="base" latinLnBrk="0" hangingPunct="1">
              <a:lnSpc>
                <a:spcPct val="100000"/>
              </a:lnSpc>
              <a:spcBef>
                <a:spcPct val="0"/>
              </a:spcBef>
              <a:spcAft>
                <a:spcPct val="0"/>
              </a:spcAft>
              <a:buClrTx/>
              <a:buSzTx/>
              <a:defRPr/>
            </a:pPr>
            <a:endParaRPr kumimoji="0" lang="zh-CN" altLang="en-US" sz="1200" b="0" i="0" u="none" strike="noStrike" kern="0" cap="none" spc="0" normalizeH="0" baseline="0" noProof="0">
              <a:ln>
                <a:noFill/>
              </a:ln>
              <a:solidFill>
                <a:srgbClr val="000000"/>
              </a:solidFill>
              <a:effectLst/>
              <a:uLnTx/>
              <a:uFillTx/>
              <a:latin typeface="Arial" panose="020B0604020202020204"/>
              <a:ea typeface="华文细黑"/>
            </a:endParaRPr>
          </a:p>
        </p:txBody>
      </p:sp>
      <p:sp>
        <p:nvSpPr>
          <p:cNvPr id="85" name="TextBox 31"/>
          <p:cNvSpPr txBox="1"/>
          <p:nvPr/>
        </p:nvSpPr>
        <p:spPr>
          <a:xfrm>
            <a:off x="7269173" y="2605982"/>
            <a:ext cx="1584325" cy="306387"/>
          </a:xfrm>
          <a:prstGeom prst="roundRect">
            <a:avLst/>
          </a:prstGeom>
          <a:noFill/>
          <a:ln w="25400" cap="flat" cmpd="sng" algn="ctr">
            <a:solidFill>
              <a:srgbClr val="FF0000"/>
            </a:solidFill>
            <a:prstDash val="solid"/>
          </a:ln>
          <a:effectLst/>
        </p:spPr>
        <p:txBody>
          <a:bodyPr>
            <a:spAutoFit/>
          </a:bodyPr>
          <a:lstStyle/>
          <a:p>
            <a:pPr marR="0" lvl="0" defTabSz="914400" eaLnBrk="1" fontAlgn="base" latinLnBrk="0" hangingPunct="1">
              <a:lnSpc>
                <a:spcPct val="100000"/>
              </a:lnSpc>
              <a:spcBef>
                <a:spcPct val="0"/>
              </a:spcBef>
              <a:spcAft>
                <a:spcPct val="0"/>
              </a:spcAft>
              <a:buClrTx/>
              <a:buSzTx/>
              <a:defRPr/>
            </a:pPr>
            <a:endParaRPr kumimoji="0" lang="zh-CN" altLang="en-US" sz="1200" b="0" i="0" u="none" strike="noStrike" kern="0" cap="none" spc="0" normalizeH="0" baseline="0" noProof="0">
              <a:ln>
                <a:noFill/>
              </a:ln>
              <a:solidFill>
                <a:srgbClr val="000000"/>
              </a:solidFill>
              <a:effectLst/>
              <a:uLnTx/>
              <a:uFillTx/>
              <a:latin typeface="Arial" panose="020B0604020202020204"/>
              <a:ea typeface="华文细黑"/>
            </a:endParaRPr>
          </a:p>
        </p:txBody>
      </p:sp>
      <p:sp>
        <p:nvSpPr>
          <p:cNvPr id="86" name="圆角矩形 85"/>
          <p:cNvSpPr/>
          <p:nvPr/>
        </p:nvSpPr>
        <p:spPr>
          <a:xfrm>
            <a:off x="1704350" y="4971358"/>
            <a:ext cx="8424863" cy="1054953"/>
          </a:xfrm>
          <a:prstGeom prst="roundRect">
            <a:avLst>
              <a:gd name="adj" fmla="val 7882"/>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8100000" scaled="1"/>
            <a:tileRect/>
          </a:gradFill>
          <a:ln w="9525" cap="flat" cmpd="sng" algn="ctr">
            <a:solidFill>
              <a:schemeClr val="accent1">
                <a:lumMod val="60000"/>
                <a:lumOff val="40000"/>
              </a:schemeClr>
            </a:solidFill>
            <a:prstDash val="solid"/>
          </a:ln>
          <a:effectLst>
            <a:outerShdw blurRad="40000" dist="20000" dir="5400000" rotWithShape="0">
              <a:srgbClr val="000000">
                <a:alpha val="38000"/>
              </a:srgbClr>
            </a:outerShdw>
          </a:effectLst>
        </p:spPr>
        <p:txBody>
          <a:bodyPr>
            <a:spAutoFit/>
          </a:bodyPr>
          <a:lstStyle/>
          <a:p>
            <a:pPr marL="0" marR="0" lvl="0" indent="0" algn="ctr" defTabSz="914400" eaLnBrk="1" fontAlgn="t" latinLnBrk="0" hangingPunct="1">
              <a:lnSpc>
                <a:spcPct val="150000"/>
              </a:lnSpc>
              <a:spcBef>
                <a:spcPct val="0"/>
              </a:spcBef>
              <a:spcAft>
                <a:spcPct val="0"/>
              </a:spcAft>
              <a:buClrTx/>
              <a:buSzTx/>
              <a:buFont typeface="Arial" panose="020B0604020202020204" pitchFamily="34" charset="0"/>
              <a:buNone/>
              <a:defRPr/>
            </a:pPr>
            <a:r>
              <a:rPr kumimoji="0" lang="en-US" altLang="zh-CN" sz="2000" b="1" i="0" u="none" strike="noStrike" kern="0" cap="none" spc="0" normalizeH="0" baseline="0" noProof="0" dirty="0">
                <a:ln>
                  <a:noFill/>
                </a:ln>
                <a:solidFill>
                  <a:srgbClr val="000000"/>
                </a:solidFill>
                <a:effectLst/>
                <a:uLnTx/>
                <a:uFillTx/>
                <a:latin typeface="+mj-ea"/>
                <a:ea typeface="+mj-ea"/>
              </a:rPr>
              <a:t>LTE</a:t>
            </a:r>
            <a:r>
              <a:rPr kumimoji="0" lang="zh-CN" altLang="en-US" sz="2000" b="1" i="0" u="none" strike="noStrike" kern="0" cap="none" spc="0" normalizeH="0" baseline="0" noProof="0" dirty="0">
                <a:ln>
                  <a:noFill/>
                </a:ln>
                <a:solidFill>
                  <a:srgbClr val="000000"/>
                </a:solidFill>
                <a:effectLst/>
                <a:uLnTx/>
                <a:uFillTx/>
                <a:latin typeface="+mj-ea"/>
                <a:ea typeface="+mj-ea"/>
              </a:rPr>
              <a:t>规划的重点在于：</a:t>
            </a:r>
            <a:endParaRPr kumimoji="0" lang="en-US" altLang="zh-CN" sz="2000" b="1" i="0" u="none" strike="noStrike" kern="0" cap="none" spc="0" normalizeH="0" baseline="0" noProof="0" dirty="0">
              <a:ln>
                <a:noFill/>
              </a:ln>
              <a:solidFill>
                <a:srgbClr val="000000"/>
              </a:solidFill>
              <a:effectLst/>
              <a:uLnTx/>
              <a:uFillTx/>
              <a:latin typeface="+mj-ea"/>
              <a:ea typeface="+mj-ea"/>
            </a:endParaRPr>
          </a:p>
          <a:p>
            <a:pPr marL="0" marR="0" lvl="0" indent="0" algn="ctr" defTabSz="914400" eaLnBrk="1" fontAlgn="t" latinLnBrk="0" hangingPunct="1">
              <a:lnSpc>
                <a:spcPct val="150000"/>
              </a:lnSpc>
              <a:spcBef>
                <a:spcPct val="0"/>
              </a:spcBef>
              <a:spcAft>
                <a:spcPct val="0"/>
              </a:spcAft>
              <a:buClrTx/>
              <a:buSzTx/>
              <a:buFont typeface="Arial" panose="020B0604020202020204" pitchFamily="34" charset="0"/>
              <a:buNone/>
              <a:defRPr/>
            </a:pPr>
            <a:r>
              <a:rPr kumimoji="0" lang="zh-CN" altLang="en-US" sz="2000" b="1" i="0" u="none" strike="noStrike" kern="0" cap="none" spc="0" normalizeH="0" baseline="0" noProof="0" dirty="0">
                <a:ln>
                  <a:noFill/>
                </a:ln>
                <a:solidFill>
                  <a:srgbClr val="FF0000"/>
                </a:solidFill>
                <a:effectLst/>
                <a:uLnTx/>
                <a:uFillTx/>
                <a:latin typeface="+mj-ea"/>
                <a:ea typeface="+mj-ea"/>
              </a:rPr>
              <a:t>覆盖规划</a:t>
            </a:r>
            <a:r>
              <a:rPr kumimoji="0" lang="zh-CN" altLang="en-US" sz="2000" b="1" i="0" u="none" strike="noStrike" kern="0" cap="none" spc="0" normalizeH="0" baseline="0" noProof="0" dirty="0">
                <a:ln>
                  <a:noFill/>
                </a:ln>
                <a:solidFill>
                  <a:srgbClr val="000000"/>
                </a:solidFill>
                <a:effectLst/>
                <a:uLnTx/>
                <a:uFillTx/>
                <a:latin typeface="+mj-ea"/>
                <a:ea typeface="+mj-ea"/>
              </a:rPr>
              <a:t>、</a:t>
            </a:r>
            <a:r>
              <a:rPr kumimoji="0" lang="zh-CN" altLang="en-US" sz="2000" b="1" i="0" u="none" strike="noStrike" kern="0" cap="none" spc="0" normalizeH="0" baseline="0" noProof="0" dirty="0">
                <a:ln>
                  <a:noFill/>
                </a:ln>
                <a:solidFill>
                  <a:srgbClr val="FF0000"/>
                </a:solidFill>
                <a:effectLst/>
                <a:uLnTx/>
                <a:uFillTx/>
                <a:latin typeface="+mj-ea"/>
                <a:ea typeface="+mj-ea"/>
              </a:rPr>
              <a:t>容量规划</a:t>
            </a:r>
            <a:r>
              <a:rPr kumimoji="0" lang="zh-CN" altLang="en-US" sz="2000" b="1" i="0" u="none" strike="noStrike" kern="0" cap="none" spc="0" normalizeH="0" baseline="0" noProof="0" dirty="0">
                <a:ln>
                  <a:noFill/>
                </a:ln>
                <a:solidFill>
                  <a:srgbClr val="000000"/>
                </a:solidFill>
                <a:effectLst/>
                <a:uLnTx/>
                <a:uFillTx/>
                <a:latin typeface="+mj-ea"/>
                <a:ea typeface="+mj-ea"/>
              </a:rPr>
              <a:t>和</a:t>
            </a:r>
            <a:r>
              <a:rPr kumimoji="0" lang="zh-CN" altLang="en-US" sz="2000" b="1" i="0" u="none" strike="noStrike" kern="0" cap="none" spc="0" normalizeH="0" baseline="0" noProof="0" dirty="0">
                <a:ln>
                  <a:noFill/>
                </a:ln>
                <a:solidFill>
                  <a:srgbClr val="FF0000"/>
                </a:solidFill>
                <a:effectLst/>
                <a:uLnTx/>
                <a:uFillTx/>
                <a:latin typeface="+mj-ea"/>
                <a:ea typeface="+mj-ea"/>
              </a:rPr>
              <a:t>参数规划</a:t>
            </a:r>
            <a:r>
              <a:rPr kumimoji="0" lang="zh-CN" altLang="en-US" sz="2000" b="1" i="0" u="none" strike="noStrike" kern="0" cap="none" spc="0" normalizeH="0" baseline="0" noProof="0" dirty="0">
                <a:ln>
                  <a:noFill/>
                </a:ln>
                <a:solidFill>
                  <a:srgbClr val="000000"/>
                </a:solidFill>
                <a:effectLst/>
                <a:uLnTx/>
                <a:uFillTx/>
                <a:latin typeface="+mj-ea"/>
                <a:ea typeface="+mj-ea"/>
              </a:rPr>
              <a:t>三个环节。</a:t>
            </a:r>
            <a:endParaRPr kumimoji="0" lang="en-US" altLang="zh-CN" sz="2000" b="1" i="0" u="none" strike="noStrike" kern="0" cap="none" spc="0" normalizeH="0" baseline="0" noProof="0" dirty="0">
              <a:ln>
                <a:noFill/>
              </a:ln>
              <a:solidFill>
                <a:srgbClr val="000000"/>
              </a:solidFill>
              <a:effectLst/>
              <a:uLnTx/>
              <a:uFillTx/>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500" fill="hold"/>
                                        <p:tgtEl>
                                          <p:spTgt spid="83"/>
                                        </p:tgtEl>
                                        <p:attrNameLst>
                                          <p:attrName>ppt_x</p:attrName>
                                        </p:attrNameLst>
                                      </p:cBhvr>
                                      <p:tavLst>
                                        <p:tav tm="0">
                                          <p:val>
                                            <p:strVal val="1+#ppt_w/2"/>
                                          </p:val>
                                        </p:tav>
                                        <p:tav tm="100000">
                                          <p:val>
                                            <p:strVal val="#ppt_x"/>
                                          </p:val>
                                        </p:tav>
                                      </p:tavLst>
                                    </p:anim>
                                    <p:anim calcmode="lin" valueType="num">
                                      <p:cBhvr additive="base">
                                        <p:cTn id="8" dur="500" fill="hold"/>
                                        <p:tgtEl>
                                          <p:spTgt spid="8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84"/>
                                        </p:tgtEl>
                                        <p:attrNameLst>
                                          <p:attrName>style.visibility</p:attrName>
                                        </p:attrNameLst>
                                      </p:cBhvr>
                                      <p:to>
                                        <p:strVal val="visible"/>
                                      </p:to>
                                    </p:set>
                                    <p:anim calcmode="lin" valueType="num">
                                      <p:cBhvr additive="base">
                                        <p:cTn id="12" dur="500" fill="hold"/>
                                        <p:tgtEl>
                                          <p:spTgt spid="84"/>
                                        </p:tgtEl>
                                        <p:attrNameLst>
                                          <p:attrName>ppt_x</p:attrName>
                                        </p:attrNameLst>
                                      </p:cBhvr>
                                      <p:tavLst>
                                        <p:tav tm="0">
                                          <p:val>
                                            <p:strVal val="1+#ppt_w/2"/>
                                          </p:val>
                                        </p:tav>
                                        <p:tav tm="100000">
                                          <p:val>
                                            <p:strVal val="#ppt_x"/>
                                          </p:val>
                                        </p:tav>
                                      </p:tavLst>
                                    </p:anim>
                                    <p:anim calcmode="lin" valueType="num">
                                      <p:cBhvr additive="base">
                                        <p:cTn id="13" dur="500" fill="hold"/>
                                        <p:tgtEl>
                                          <p:spTgt spid="8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85"/>
                                        </p:tgtEl>
                                        <p:attrNameLst>
                                          <p:attrName>style.visibility</p:attrName>
                                        </p:attrNameLst>
                                      </p:cBhvr>
                                      <p:to>
                                        <p:strVal val="visible"/>
                                      </p:to>
                                    </p:set>
                                    <p:anim calcmode="lin" valueType="num">
                                      <p:cBhvr additive="base">
                                        <p:cTn id="17" dur="500" fill="hold"/>
                                        <p:tgtEl>
                                          <p:spTgt spid="85"/>
                                        </p:tgtEl>
                                        <p:attrNameLst>
                                          <p:attrName>ppt_x</p:attrName>
                                        </p:attrNameLst>
                                      </p:cBhvr>
                                      <p:tavLst>
                                        <p:tav tm="0">
                                          <p:val>
                                            <p:strVal val="1+#ppt_w/2"/>
                                          </p:val>
                                        </p:tav>
                                        <p:tav tm="100000">
                                          <p:val>
                                            <p:strVal val="#ppt_x"/>
                                          </p:val>
                                        </p:tav>
                                      </p:tavLst>
                                    </p:anim>
                                    <p:anim calcmode="lin" valueType="num">
                                      <p:cBhvr additive="base">
                                        <p:cTn id="18"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86"/>
                                        </p:tgtEl>
                                        <p:attrNameLst>
                                          <p:attrName>style.visibility</p:attrName>
                                        </p:attrNameLst>
                                      </p:cBhvr>
                                      <p:to>
                                        <p:strVal val="visible"/>
                                      </p:to>
                                    </p:set>
                                    <p:animEffect transition="in" filter="circle(in)">
                                      <p:cBhvr>
                                        <p:cTn id="23" dur="2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85" grpId="0" animBg="1"/>
      <p:bldP spid="8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任务一：初探</a:t>
            </a:r>
            <a:r>
              <a:rPr lang="en-US" altLang="zh-CN" dirty="0"/>
              <a:t>LTE</a:t>
            </a:r>
            <a:r>
              <a:rPr lang="zh-CN" altLang="en-US" dirty="0"/>
              <a:t>网络规划</a:t>
            </a:r>
          </a:p>
        </p:txBody>
      </p:sp>
      <p:sp>
        <p:nvSpPr>
          <p:cNvPr id="12" name="文本框 11"/>
          <p:cNvSpPr txBox="1"/>
          <p:nvPr/>
        </p:nvSpPr>
        <p:spPr>
          <a:xfrm>
            <a:off x="449113" y="21653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无线网络规划总体原则</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2" name="AutoShape 54"/>
          <p:cNvSpPr>
            <a:spLocks noChangeArrowheads="1"/>
          </p:cNvSpPr>
          <p:nvPr/>
        </p:nvSpPr>
        <p:spPr bwMode="auto">
          <a:xfrm>
            <a:off x="2512250" y="1762311"/>
            <a:ext cx="6200775" cy="3670300"/>
          </a:xfrm>
          <a:prstGeom prst="roundRect">
            <a:avLst>
              <a:gd name="adj" fmla="val 5213"/>
            </a:avLst>
          </a:prstGeom>
          <a:solidFill>
            <a:srgbClr val="DDDDDD"/>
          </a:solidFill>
          <a:ln w="9525" algn="ctr">
            <a:noFill/>
            <a:round/>
          </a:ln>
          <a:effectLst>
            <a:outerShdw dist="107763" dir="2700000" algn="ctr" rotWithShape="0">
              <a:srgbClr val="808080">
                <a:alpha val="50000"/>
              </a:srgbClr>
            </a:outerShdw>
          </a:effectLst>
        </p:spPr>
        <p:txBody>
          <a:bodyPr wrap="none" anchor="ctr"/>
          <a:lstStyle/>
          <a:p>
            <a:pPr>
              <a:defRPr/>
            </a:pPr>
            <a:endParaRPr lang="zh-CN" altLang="en-US">
              <a:latin typeface="微软雅黑" panose="020B0503020204020204" charset="-122"/>
              <a:ea typeface="微软雅黑" panose="020B0503020204020204" charset="-122"/>
            </a:endParaRPr>
          </a:p>
        </p:txBody>
      </p:sp>
      <p:grpSp>
        <p:nvGrpSpPr>
          <p:cNvPr id="33" name="组合 27"/>
          <p:cNvGrpSpPr/>
          <p:nvPr/>
        </p:nvGrpSpPr>
        <p:grpSpPr bwMode="auto">
          <a:xfrm>
            <a:off x="2605913" y="2378261"/>
            <a:ext cx="5897562" cy="508000"/>
            <a:chOff x="579436" y="1962812"/>
            <a:chExt cx="5897564" cy="457175"/>
          </a:xfrm>
        </p:grpSpPr>
        <p:sp>
          <p:nvSpPr>
            <p:cNvPr id="34" name="AutoShape 4"/>
            <p:cNvSpPr>
              <a:spLocks noChangeArrowheads="1"/>
            </p:cNvSpPr>
            <p:nvPr/>
          </p:nvSpPr>
          <p:spPr bwMode="auto">
            <a:xfrm>
              <a:off x="579436" y="196424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35" name="Rectangle 5"/>
            <p:cNvSpPr txBox="1">
              <a:spLocks noChangeArrowheads="1"/>
            </p:cNvSpPr>
            <p:nvPr/>
          </p:nvSpPr>
          <p:spPr bwMode="auto">
            <a:xfrm>
              <a:off x="657225" y="1962812"/>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设计区域内覆盖连续</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核心价值区域</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36" name="Group 15"/>
          <p:cNvGrpSpPr/>
          <p:nvPr/>
        </p:nvGrpSpPr>
        <p:grpSpPr bwMode="auto">
          <a:xfrm>
            <a:off x="2418588" y="1689286"/>
            <a:ext cx="2513012" cy="512763"/>
            <a:chOff x="372" y="829"/>
            <a:chExt cx="1583" cy="291"/>
          </a:xfrm>
          <a:solidFill>
            <a:schemeClr val="accent1"/>
          </a:solidFill>
        </p:grpSpPr>
        <p:grpSp>
          <p:nvGrpSpPr>
            <p:cNvPr id="37" name="Group 17"/>
            <p:cNvGrpSpPr/>
            <p:nvPr/>
          </p:nvGrpSpPr>
          <p:grpSpPr bwMode="auto">
            <a:xfrm>
              <a:off x="372" y="829"/>
              <a:ext cx="1583" cy="291"/>
              <a:chOff x="3964" y="2071"/>
              <a:chExt cx="1238" cy="330"/>
            </a:xfrm>
            <a:grpFill/>
          </p:grpSpPr>
          <p:sp>
            <p:nvSpPr>
              <p:cNvPr id="39" name="AutoShape 18"/>
              <p:cNvSpPr>
                <a:spLocks noChangeArrowheads="1"/>
              </p:cNvSpPr>
              <p:nvPr/>
            </p:nvSpPr>
            <p:spPr bwMode="ltGray">
              <a:xfrm>
                <a:off x="3964" y="2071"/>
                <a:ext cx="1238" cy="330"/>
              </a:xfrm>
              <a:prstGeom prst="roundRect">
                <a:avLst>
                  <a:gd name="adj" fmla="val 16667"/>
                </a:avLst>
              </a:prstGeom>
              <a:grpFill/>
              <a:ln w="12700"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40" name="AutoShape 19"/>
              <p:cNvSpPr>
                <a:spLocks noChangeArrowheads="1"/>
              </p:cNvSpPr>
              <p:nvPr/>
            </p:nvSpPr>
            <p:spPr bwMode="ltGray">
              <a:xfrm>
                <a:off x="3987" y="2091"/>
                <a:ext cx="1194" cy="134"/>
              </a:xfrm>
              <a:prstGeom prst="roundRect">
                <a:avLst>
                  <a:gd name="adj" fmla="val 28356"/>
                </a:avLst>
              </a:prstGeom>
              <a:grpFill/>
              <a:ln w="9525"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grpSp>
        <p:sp>
          <p:nvSpPr>
            <p:cNvPr id="38" name="Text Box 38"/>
            <p:cNvSpPr txBox="1">
              <a:spLocks noChangeArrowheads="1"/>
            </p:cNvSpPr>
            <p:nvPr/>
          </p:nvSpPr>
          <p:spPr bwMode="auto">
            <a:xfrm>
              <a:off x="424" y="868"/>
              <a:ext cx="1431" cy="227"/>
            </a:xfrm>
            <a:prstGeom prst="rect">
              <a:avLst/>
            </a:prstGeom>
            <a:solidFill>
              <a:schemeClr val="accent1"/>
            </a:solidFill>
            <a:ln w="9525">
              <a:noFill/>
              <a:miter lim="800000"/>
            </a:ln>
            <a:effectLst>
              <a:outerShdw dist="17961" dir="2700000" algn="ctr" rotWithShape="0">
                <a:srgbClr val="000000"/>
              </a:outerShdw>
            </a:effectLst>
          </p:spPr>
          <p:txBody>
            <a:bodyPr>
              <a:spAutoFit/>
            </a:bodyPr>
            <a:lstStyle/>
            <a:p>
              <a:pPr algn="ctr" fontAlgn="auto">
                <a:spcBef>
                  <a:spcPct val="50000"/>
                </a:spcBef>
                <a:spcAft>
                  <a:spcPts val="0"/>
                </a:spcAft>
                <a:defRPr/>
              </a:pPr>
              <a:r>
                <a:rPr lang="zh-CN" altLang="en-US" sz="2000" kern="0" dirty="0">
                  <a:solidFill>
                    <a:srgbClr val="FFFFFF"/>
                  </a:solidFill>
                  <a:latin typeface="微软雅黑" panose="020B0503020204020204" charset="-122"/>
                  <a:ea typeface="微软雅黑" panose="020B0503020204020204" charset="-122"/>
                </a:rPr>
                <a:t>规划总体原则</a:t>
              </a:r>
            </a:p>
          </p:txBody>
        </p:sp>
      </p:grpSp>
      <p:grpSp>
        <p:nvGrpSpPr>
          <p:cNvPr id="41" name="组合 28"/>
          <p:cNvGrpSpPr/>
          <p:nvPr/>
        </p:nvGrpSpPr>
        <p:grpSpPr bwMode="auto">
          <a:xfrm>
            <a:off x="2605913" y="2967224"/>
            <a:ext cx="5897562" cy="508000"/>
            <a:chOff x="579436" y="2529943"/>
            <a:chExt cx="5897564" cy="457175"/>
          </a:xfrm>
        </p:grpSpPr>
        <p:sp>
          <p:nvSpPr>
            <p:cNvPr id="42" name="AutoShape 4"/>
            <p:cNvSpPr>
              <a:spLocks noChangeArrowheads="1"/>
            </p:cNvSpPr>
            <p:nvPr/>
          </p:nvSpPr>
          <p:spPr bwMode="auto">
            <a:xfrm>
              <a:off x="579436" y="253137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3" name="Rectangle 5"/>
            <p:cNvSpPr txBox="1">
              <a:spLocks noChangeArrowheads="1"/>
            </p:cNvSpPr>
            <p:nvPr/>
          </p:nvSpPr>
          <p:spPr bwMode="auto">
            <a:xfrm>
              <a:off x="657225" y="2529943"/>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覆盖和容量同时满足需求</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综合考虑</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44" name="组合 31"/>
          <p:cNvGrpSpPr/>
          <p:nvPr/>
        </p:nvGrpSpPr>
        <p:grpSpPr bwMode="auto">
          <a:xfrm>
            <a:off x="2605913" y="4719824"/>
            <a:ext cx="5897562" cy="504825"/>
            <a:chOff x="579436" y="4071566"/>
            <a:chExt cx="5897564" cy="454399"/>
          </a:xfrm>
        </p:grpSpPr>
        <p:sp>
          <p:nvSpPr>
            <p:cNvPr id="45" name="AutoShape 4"/>
            <p:cNvSpPr>
              <a:spLocks noChangeArrowheads="1"/>
            </p:cNvSpPr>
            <p:nvPr/>
          </p:nvSpPr>
          <p:spPr bwMode="auto">
            <a:xfrm>
              <a:off x="579436" y="407156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6" name="Rectangle 9"/>
            <p:cNvSpPr>
              <a:spLocks noChangeArrowheads="1"/>
            </p:cNvSpPr>
            <p:nvPr/>
          </p:nvSpPr>
          <p:spPr bwMode="auto">
            <a:xfrm>
              <a:off x="657225" y="4129488"/>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合理利旧</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节约投资、落地便捷</a:t>
              </a:r>
            </a:p>
          </p:txBody>
        </p:sp>
      </p:grpSp>
      <p:grpSp>
        <p:nvGrpSpPr>
          <p:cNvPr id="47" name="组合 30"/>
          <p:cNvGrpSpPr/>
          <p:nvPr/>
        </p:nvGrpSpPr>
        <p:grpSpPr bwMode="auto">
          <a:xfrm>
            <a:off x="2605913" y="4137211"/>
            <a:ext cx="5897562" cy="504825"/>
            <a:chOff x="579436" y="3544726"/>
            <a:chExt cx="5897564" cy="454399"/>
          </a:xfrm>
        </p:grpSpPr>
        <p:sp>
          <p:nvSpPr>
            <p:cNvPr id="48" name="AutoShape 4"/>
            <p:cNvSpPr>
              <a:spLocks noChangeArrowheads="1"/>
            </p:cNvSpPr>
            <p:nvPr/>
          </p:nvSpPr>
          <p:spPr bwMode="auto">
            <a:xfrm>
              <a:off x="579436" y="354472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9" name="Rectangle 9"/>
            <p:cNvSpPr>
              <a:spLocks noChangeArrowheads="1"/>
            </p:cNvSpPr>
            <p:nvPr/>
          </p:nvSpPr>
          <p:spPr bwMode="auto">
            <a:xfrm>
              <a:off x="657225" y="3602648"/>
              <a:ext cx="5640389"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一次规划、分期建设</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网络结构稳定</a:t>
              </a:r>
              <a:endParaRPr lang="en-US" altLang="zh-CN" sz="1800" dirty="0">
                <a:latin typeface="微软雅黑" panose="020B0503020204020204" charset="-122"/>
                <a:ea typeface="微软雅黑" panose="020B0503020204020204" charset="-122"/>
              </a:endParaRPr>
            </a:p>
          </p:txBody>
        </p:sp>
      </p:grpSp>
      <p:grpSp>
        <p:nvGrpSpPr>
          <p:cNvPr id="50" name="组合 29"/>
          <p:cNvGrpSpPr/>
          <p:nvPr/>
        </p:nvGrpSpPr>
        <p:grpSpPr bwMode="auto">
          <a:xfrm>
            <a:off x="2605913" y="3556186"/>
            <a:ext cx="5897562" cy="504825"/>
            <a:chOff x="579436" y="3035089"/>
            <a:chExt cx="5897564" cy="454399"/>
          </a:xfrm>
        </p:grpSpPr>
        <p:sp>
          <p:nvSpPr>
            <p:cNvPr id="51" name="AutoShape 4"/>
            <p:cNvSpPr>
              <a:spLocks noChangeArrowheads="1"/>
            </p:cNvSpPr>
            <p:nvPr/>
          </p:nvSpPr>
          <p:spPr bwMode="auto">
            <a:xfrm>
              <a:off x="579436" y="3035089"/>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52" name="Rectangle 7"/>
            <p:cNvSpPr>
              <a:spLocks noChangeArrowheads="1"/>
            </p:cNvSpPr>
            <p:nvPr/>
          </p:nvSpPr>
          <p:spPr bwMode="auto">
            <a:xfrm>
              <a:off x="657225" y="3093011"/>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Clr>
                  <a:schemeClr val="tx2"/>
                </a:buClr>
              </a:pPr>
              <a:r>
                <a:rPr lang="zh-CN" altLang="en-US" sz="1800" dirty="0">
                  <a:latin typeface="微软雅黑" panose="020B0503020204020204" charset="-122"/>
                  <a:ea typeface="微软雅黑" panose="020B0503020204020204" charset="-122"/>
                </a:rPr>
                <a:t>网络拓扑结构合理</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信号质量</a:t>
              </a:r>
              <a:endParaRPr lang="zh-CN" altLang="en-US" sz="1800" dirty="0">
                <a:solidFill>
                  <a:srgbClr val="000000"/>
                </a:solidFill>
                <a:latin typeface="微软雅黑" panose="020B0503020204020204" charset="-122"/>
                <a:ea typeface="微软雅黑" panose="020B0503020204020204" charset="-122"/>
              </a:endParaRPr>
            </a:p>
          </p:txBody>
        </p:sp>
      </p:grpSp>
      <p:sp>
        <p:nvSpPr>
          <p:cNvPr id="2" name="文本框 1">
            <a:extLst>
              <a:ext uri="{FF2B5EF4-FFF2-40B4-BE49-F238E27FC236}">
                <a16:creationId xmlns:a16="http://schemas.microsoft.com/office/drawing/2014/main" id="{CFC11740-9137-3A5C-7636-092D58363631}"/>
              </a:ext>
            </a:extLst>
          </p:cNvPr>
          <p:cNvSpPr txBox="1"/>
          <p:nvPr/>
        </p:nvSpPr>
        <p:spPr>
          <a:xfrm>
            <a:off x="449113" y="5693315"/>
            <a:ext cx="11539728" cy="1015663"/>
          </a:xfrm>
          <a:prstGeom prst="rect">
            <a:avLst/>
          </a:prstGeom>
          <a:noFill/>
        </p:spPr>
        <p:txBody>
          <a:bodyPr wrap="square" rtlCol="0">
            <a:spAutoFit/>
          </a:bodyPr>
          <a:lstStyle/>
          <a:p>
            <a:r>
              <a:rPr lang="zh-CN" altLang="zh-CN" sz="2000" dirty="0">
                <a:latin typeface="宋体" panose="02010600030101010101" pitchFamily="2" charset="-122"/>
                <a:ea typeface="宋体" panose="02010600030101010101" pitchFamily="2" charset="-122"/>
              </a:rPr>
              <a:t>覆盖连续的本质是 “差异化保障”，而非 “全域无差别覆盖”。需以 “核心价值区域” 为优先级，确保这些区域信号 “无断点、无弱区” ，同时对非核心区域提供基础覆盖</a:t>
            </a:r>
            <a:r>
              <a:rPr lang="zh-CN" altLang="en-US" sz="2000" dirty="0">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避免因局部盲区影响高价值用户体验。</a:t>
            </a:r>
            <a:endParaRPr lang="zh-CN" altLang="en-US" sz="20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6ED89-F066-C18F-6A98-46837B3BA35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B20A762-46EA-A644-A570-17B005A45404}"/>
              </a:ext>
            </a:extLst>
          </p:cNvPr>
          <p:cNvSpPr>
            <a:spLocks noGrp="1"/>
          </p:cNvSpPr>
          <p:nvPr>
            <p:ph type="title"/>
          </p:nvPr>
        </p:nvSpPr>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13871813-13C5-E972-4FDD-7B731E396509}"/>
              </a:ext>
            </a:extLst>
          </p:cNvPr>
          <p:cNvSpPr txBox="1"/>
          <p:nvPr/>
        </p:nvSpPr>
        <p:spPr>
          <a:xfrm>
            <a:off x="449113" y="21653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无线网络规划总体原则</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F364449A-B55B-EF1E-67DB-62512066467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2" name="AutoShape 54">
            <a:extLst>
              <a:ext uri="{FF2B5EF4-FFF2-40B4-BE49-F238E27FC236}">
                <a16:creationId xmlns:a16="http://schemas.microsoft.com/office/drawing/2014/main" id="{6DE04DE5-226A-921C-40C7-519CE15E6F10}"/>
              </a:ext>
            </a:extLst>
          </p:cNvPr>
          <p:cNvSpPr>
            <a:spLocks noChangeArrowheads="1"/>
          </p:cNvSpPr>
          <p:nvPr/>
        </p:nvSpPr>
        <p:spPr bwMode="auto">
          <a:xfrm>
            <a:off x="2512250" y="1762311"/>
            <a:ext cx="6200775" cy="3670300"/>
          </a:xfrm>
          <a:prstGeom prst="roundRect">
            <a:avLst>
              <a:gd name="adj" fmla="val 5213"/>
            </a:avLst>
          </a:prstGeom>
          <a:solidFill>
            <a:srgbClr val="DDDDDD"/>
          </a:solidFill>
          <a:ln w="9525" algn="ctr">
            <a:noFill/>
            <a:round/>
          </a:ln>
          <a:effectLst>
            <a:outerShdw dist="107763" dir="2700000" algn="ctr" rotWithShape="0">
              <a:srgbClr val="808080">
                <a:alpha val="50000"/>
              </a:srgbClr>
            </a:outerShdw>
          </a:effectLst>
        </p:spPr>
        <p:txBody>
          <a:bodyPr wrap="none" anchor="ctr"/>
          <a:lstStyle/>
          <a:p>
            <a:pPr>
              <a:defRPr/>
            </a:pPr>
            <a:endParaRPr lang="zh-CN" altLang="en-US">
              <a:latin typeface="微软雅黑" panose="020B0503020204020204" charset="-122"/>
              <a:ea typeface="微软雅黑" panose="020B0503020204020204" charset="-122"/>
            </a:endParaRPr>
          </a:p>
        </p:txBody>
      </p:sp>
      <p:grpSp>
        <p:nvGrpSpPr>
          <p:cNvPr id="33" name="组合 27">
            <a:extLst>
              <a:ext uri="{FF2B5EF4-FFF2-40B4-BE49-F238E27FC236}">
                <a16:creationId xmlns:a16="http://schemas.microsoft.com/office/drawing/2014/main" id="{9D0E58A1-81F1-70FF-AFA8-67A32861329D}"/>
              </a:ext>
            </a:extLst>
          </p:cNvPr>
          <p:cNvGrpSpPr/>
          <p:nvPr/>
        </p:nvGrpSpPr>
        <p:grpSpPr bwMode="auto">
          <a:xfrm>
            <a:off x="2605913" y="2378261"/>
            <a:ext cx="5897562" cy="508000"/>
            <a:chOff x="579436" y="1962812"/>
            <a:chExt cx="5897564" cy="457175"/>
          </a:xfrm>
        </p:grpSpPr>
        <p:sp>
          <p:nvSpPr>
            <p:cNvPr id="34" name="AutoShape 4">
              <a:extLst>
                <a:ext uri="{FF2B5EF4-FFF2-40B4-BE49-F238E27FC236}">
                  <a16:creationId xmlns:a16="http://schemas.microsoft.com/office/drawing/2014/main" id="{5D5C1B83-8117-373E-A54F-E877D2AB94FA}"/>
                </a:ext>
              </a:extLst>
            </p:cNvPr>
            <p:cNvSpPr>
              <a:spLocks noChangeArrowheads="1"/>
            </p:cNvSpPr>
            <p:nvPr/>
          </p:nvSpPr>
          <p:spPr bwMode="auto">
            <a:xfrm>
              <a:off x="579436" y="196424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35" name="Rectangle 5">
              <a:extLst>
                <a:ext uri="{FF2B5EF4-FFF2-40B4-BE49-F238E27FC236}">
                  <a16:creationId xmlns:a16="http://schemas.microsoft.com/office/drawing/2014/main" id="{2ED3AECC-ED9F-7841-F55C-84CB86BF6280}"/>
                </a:ext>
              </a:extLst>
            </p:cNvPr>
            <p:cNvSpPr txBox="1">
              <a:spLocks noChangeArrowheads="1"/>
            </p:cNvSpPr>
            <p:nvPr/>
          </p:nvSpPr>
          <p:spPr bwMode="auto">
            <a:xfrm>
              <a:off x="657225" y="1962812"/>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设计区域内覆盖连续</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核心价值区域</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36" name="Group 15">
            <a:extLst>
              <a:ext uri="{FF2B5EF4-FFF2-40B4-BE49-F238E27FC236}">
                <a16:creationId xmlns:a16="http://schemas.microsoft.com/office/drawing/2014/main" id="{99B4AC84-70B0-BF50-1F21-9C823388B7BD}"/>
              </a:ext>
            </a:extLst>
          </p:cNvPr>
          <p:cNvGrpSpPr/>
          <p:nvPr/>
        </p:nvGrpSpPr>
        <p:grpSpPr bwMode="auto">
          <a:xfrm>
            <a:off x="2418588" y="1689286"/>
            <a:ext cx="2513012" cy="512763"/>
            <a:chOff x="372" y="829"/>
            <a:chExt cx="1583" cy="291"/>
          </a:xfrm>
          <a:solidFill>
            <a:schemeClr val="accent1"/>
          </a:solidFill>
        </p:grpSpPr>
        <p:grpSp>
          <p:nvGrpSpPr>
            <p:cNvPr id="37" name="Group 17">
              <a:extLst>
                <a:ext uri="{FF2B5EF4-FFF2-40B4-BE49-F238E27FC236}">
                  <a16:creationId xmlns:a16="http://schemas.microsoft.com/office/drawing/2014/main" id="{6DFE5E66-1148-0330-B8FA-671D6892DC28}"/>
                </a:ext>
              </a:extLst>
            </p:cNvPr>
            <p:cNvGrpSpPr/>
            <p:nvPr/>
          </p:nvGrpSpPr>
          <p:grpSpPr bwMode="auto">
            <a:xfrm>
              <a:off x="372" y="829"/>
              <a:ext cx="1583" cy="291"/>
              <a:chOff x="3964" y="2071"/>
              <a:chExt cx="1238" cy="330"/>
            </a:xfrm>
            <a:grpFill/>
          </p:grpSpPr>
          <p:sp>
            <p:nvSpPr>
              <p:cNvPr id="39" name="AutoShape 18">
                <a:extLst>
                  <a:ext uri="{FF2B5EF4-FFF2-40B4-BE49-F238E27FC236}">
                    <a16:creationId xmlns:a16="http://schemas.microsoft.com/office/drawing/2014/main" id="{6460CE3F-9098-BCD2-1669-03D72F266832}"/>
                  </a:ext>
                </a:extLst>
              </p:cNvPr>
              <p:cNvSpPr>
                <a:spLocks noChangeArrowheads="1"/>
              </p:cNvSpPr>
              <p:nvPr/>
            </p:nvSpPr>
            <p:spPr bwMode="ltGray">
              <a:xfrm>
                <a:off x="3964" y="2071"/>
                <a:ext cx="1238" cy="330"/>
              </a:xfrm>
              <a:prstGeom prst="roundRect">
                <a:avLst>
                  <a:gd name="adj" fmla="val 16667"/>
                </a:avLst>
              </a:prstGeom>
              <a:grpFill/>
              <a:ln w="12700"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40" name="AutoShape 19">
                <a:extLst>
                  <a:ext uri="{FF2B5EF4-FFF2-40B4-BE49-F238E27FC236}">
                    <a16:creationId xmlns:a16="http://schemas.microsoft.com/office/drawing/2014/main" id="{7AE37431-177D-661C-8CC4-66406BAF37F4}"/>
                  </a:ext>
                </a:extLst>
              </p:cNvPr>
              <p:cNvSpPr>
                <a:spLocks noChangeArrowheads="1"/>
              </p:cNvSpPr>
              <p:nvPr/>
            </p:nvSpPr>
            <p:spPr bwMode="ltGray">
              <a:xfrm>
                <a:off x="3987" y="2091"/>
                <a:ext cx="1194" cy="134"/>
              </a:xfrm>
              <a:prstGeom prst="roundRect">
                <a:avLst>
                  <a:gd name="adj" fmla="val 28356"/>
                </a:avLst>
              </a:prstGeom>
              <a:grpFill/>
              <a:ln w="9525"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grpSp>
        <p:sp>
          <p:nvSpPr>
            <p:cNvPr id="38" name="Text Box 38">
              <a:extLst>
                <a:ext uri="{FF2B5EF4-FFF2-40B4-BE49-F238E27FC236}">
                  <a16:creationId xmlns:a16="http://schemas.microsoft.com/office/drawing/2014/main" id="{07ED62F9-2BD3-9ED3-B6C0-206447FAA264}"/>
                </a:ext>
              </a:extLst>
            </p:cNvPr>
            <p:cNvSpPr txBox="1">
              <a:spLocks noChangeArrowheads="1"/>
            </p:cNvSpPr>
            <p:nvPr/>
          </p:nvSpPr>
          <p:spPr bwMode="auto">
            <a:xfrm>
              <a:off x="424" y="868"/>
              <a:ext cx="1431" cy="227"/>
            </a:xfrm>
            <a:prstGeom prst="rect">
              <a:avLst/>
            </a:prstGeom>
            <a:solidFill>
              <a:schemeClr val="accent1"/>
            </a:solidFill>
            <a:ln w="9525">
              <a:noFill/>
              <a:miter lim="800000"/>
            </a:ln>
            <a:effectLst>
              <a:outerShdw dist="17961" dir="2700000" algn="ctr" rotWithShape="0">
                <a:srgbClr val="000000"/>
              </a:outerShdw>
            </a:effectLst>
          </p:spPr>
          <p:txBody>
            <a:bodyPr>
              <a:spAutoFit/>
            </a:bodyPr>
            <a:lstStyle/>
            <a:p>
              <a:pPr algn="ctr" fontAlgn="auto">
                <a:spcBef>
                  <a:spcPct val="50000"/>
                </a:spcBef>
                <a:spcAft>
                  <a:spcPts val="0"/>
                </a:spcAft>
                <a:defRPr/>
              </a:pPr>
              <a:r>
                <a:rPr lang="zh-CN" altLang="en-US" sz="2000" kern="0" dirty="0">
                  <a:solidFill>
                    <a:srgbClr val="FFFFFF"/>
                  </a:solidFill>
                  <a:latin typeface="微软雅黑" panose="020B0503020204020204" charset="-122"/>
                  <a:ea typeface="微软雅黑" panose="020B0503020204020204" charset="-122"/>
                </a:rPr>
                <a:t>规划总体原则</a:t>
              </a:r>
            </a:p>
          </p:txBody>
        </p:sp>
      </p:grpSp>
      <p:grpSp>
        <p:nvGrpSpPr>
          <p:cNvPr id="41" name="组合 28">
            <a:extLst>
              <a:ext uri="{FF2B5EF4-FFF2-40B4-BE49-F238E27FC236}">
                <a16:creationId xmlns:a16="http://schemas.microsoft.com/office/drawing/2014/main" id="{DE65E6B5-1C08-32FF-AB62-FC8E64542120}"/>
              </a:ext>
            </a:extLst>
          </p:cNvPr>
          <p:cNvGrpSpPr/>
          <p:nvPr/>
        </p:nvGrpSpPr>
        <p:grpSpPr bwMode="auto">
          <a:xfrm>
            <a:off x="2605913" y="2967224"/>
            <a:ext cx="5897562" cy="508000"/>
            <a:chOff x="579436" y="2529943"/>
            <a:chExt cx="5897564" cy="457175"/>
          </a:xfrm>
        </p:grpSpPr>
        <p:sp>
          <p:nvSpPr>
            <p:cNvPr id="42" name="AutoShape 4">
              <a:extLst>
                <a:ext uri="{FF2B5EF4-FFF2-40B4-BE49-F238E27FC236}">
                  <a16:creationId xmlns:a16="http://schemas.microsoft.com/office/drawing/2014/main" id="{C2AC1A6C-CBF7-8E4B-9824-78DC3DF46390}"/>
                </a:ext>
              </a:extLst>
            </p:cNvPr>
            <p:cNvSpPr>
              <a:spLocks noChangeArrowheads="1"/>
            </p:cNvSpPr>
            <p:nvPr/>
          </p:nvSpPr>
          <p:spPr bwMode="auto">
            <a:xfrm>
              <a:off x="579436" y="253137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3" name="Rectangle 5">
              <a:extLst>
                <a:ext uri="{FF2B5EF4-FFF2-40B4-BE49-F238E27FC236}">
                  <a16:creationId xmlns:a16="http://schemas.microsoft.com/office/drawing/2014/main" id="{2566219A-DF64-0D63-9959-3B96630140BC}"/>
                </a:ext>
              </a:extLst>
            </p:cNvPr>
            <p:cNvSpPr txBox="1">
              <a:spLocks noChangeArrowheads="1"/>
            </p:cNvSpPr>
            <p:nvPr/>
          </p:nvSpPr>
          <p:spPr bwMode="auto">
            <a:xfrm>
              <a:off x="657225" y="2529943"/>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覆盖和容量同时满足需求</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综合考虑</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44" name="组合 31">
            <a:extLst>
              <a:ext uri="{FF2B5EF4-FFF2-40B4-BE49-F238E27FC236}">
                <a16:creationId xmlns:a16="http://schemas.microsoft.com/office/drawing/2014/main" id="{60F7DEED-DB23-E299-0497-7519F7A12A5D}"/>
              </a:ext>
            </a:extLst>
          </p:cNvPr>
          <p:cNvGrpSpPr/>
          <p:nvPr/>
        </p:nvGrpSpPr>
        <p:grpSpPr bwMode="auto">
          <a:xfrm>
            <a:off x="2605913" y="4719824"/>
            <a:ext cx="5897562" cy="504825"/>
            <a:chOff x="579436" y="4071566"/>
            <a:chExt cx="5897564" cy="454399"/>
          </a:xfrm>
        </p:grpSpPr>
        <p:sp>
          <p:nvSpPr>
            <p:cNvPr id="45" name="AutoShape 4">
              <a:extLst>
                <a:ext uri="{FF2B5EF4-FFF2-40B4-BE49-F238E27FC236}">
                  <a16:creationId xmlns:a16="http://schemas.microsoft.com/office/drawing/2014/main" id="{A53AC34E-529E-5021-DC3B-CB24E7F249E8}"/>
                </a:ext>
              </a:extLst>
            </p:cNvPr>
            <p:cNvSpPr>
              <a:spLocks noChangeArrowheads="1"/>
            </p:cNvSpPr>
            <p:nvPr/>
          </p:nvSpPr>
          <p:spPr bwMode="auto">
            <a:xfrm>
              <a:off x="579436" y="407156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6" name="Rectangle 9">
              <a:extLst>
                <a:ext uri="{FF2B5EF4-FFF2-40B4-BE49-F238E27FC236}">
                  <a16:creationId xmlns:a16="http://schemas.microsoft.com/office/drawing/2014/main" id="{2D408120-29FD-8775-63C8-3BFFA78B14AE}"/>
                </a:ext>
              </a:extLst>
            </p:cNvPr>
            <p:cNvSpPr>
              <a:spLocks noChangeArrowheads="1"/>
            </p:cNvSpPr>
            <p:nvPr/>
          </p:nvSpPr>
          <p:spPr bwMode="auto">
            <a:xfrm>
              <a:off x="657225" y="4129488"/>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合理利旧</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节约投资、落地便捷</a:t>
              </a:r>
            </a:p>
          </p:txBody>
        </p:sp>
      </p:grpSp>
      <p:grpSp>
        <p:nvGrpSpPr>
          <p:cNvPr id="47" name="组合 30">
            <a:extLst>
              <a:ext uri="{FF2B5EF4-FFF2-40B4-BE49-F238E27FC236}">
                <a16:creationId xmlns:a16="http://schemas.microsoft.com/office/drawing/2014/main" id="{19321358-EDAE-E5C7-DE8A-03F1EA208AB6}"/>
              </a:ext>
            </a:extLst>
          </p:cNvPr>
          <p:cNvGrpSpPr/>
          <p:nvPr/>
        </p:nvGrpSpPr>
        <p:grpSpPr bwMode="auto">
          <a:xfrm>
            <a:off x="2605913" y="4137211"/>
            <a:ext cx="5897562" cy="504825"/>
            <a:chOff x="579436" y="3544726"/>
            <a:chExt cx="5897564" cy="454399"/>
          </a:xfrm>
        </p:grpSpPr>
        <p:sp>
          <p:nvSpPr>
            <p:cNvPr id="48" name="AutoShape 4">
              <a:extLst>
                <a:ext uri="{FF2B5EF4-FFF2-40B4-BE49-F238E27FC236}">
                  <a16:creationId xmlns:a16="http://schemas.microsoft.com/office/drawing/2014/main" id="{0A7B14D2-99AF-0866-685F-DF56AB19A668}"/>
                </a:ext>
              </a:extLst>
            </p:cNvPr>
            <p:cNvSpPr>
              <a:spLocks noChangeArrowheads="1"/>
            </p:cNvSpPr>
            <p:nvPr/>
          </p:nvSpPr>
          <p:spPr bwMode="auto">
            <a:xfrm>
              <a:off x="579436" y="354472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9" name="Rectangle 9">
              <a:extLst>
                <a:ext uri="{FF2B5EF4-FFF2-40B4-BE49-F238E27FC236}">
                  <a16:creationId xmlns:a16="http://schemas.microsoft.com/office/drawing/2014/main" id="{97C84847-EACE-0789-3484-B7CABB85B5A7}"/>
                </a:ext>
              </a:extLst>
            </p:cNvPr>
            <p:cNvSpPr>
              <a:spLocks noChangeArrowheads="1"/>
            </p:cNvSpPr>
            <p:nvPr/>
          </p:nvSpPr>
          <p:spPr bwMode="auto">
            <a:xfrm>
              <a:off x="657225" y="3602648"/>
              <a:ext cx="5640389"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一次规划、分期建设</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网络结构稳定</a:t>
              </a:r>
              <a:endParaRPr lang="en-US" altLang="zh-CN" sz="1800" dirty="0">
                <a:latin typeface="微软雅黑" panose="020B0503020204020204" charset="-122"/>
                <a:ea typeface="微软雅黑" panose="020B0503020204020204" charset="-122"/>
              </a:endParaRPr>
            </a:p>
          </p:txBody>
        </p:sp>
      </p:grpSp>
      <p:grpSp>
        <p:nvGrpSpPr>
          <p:cNvPr id="50" name="组合 29">
            <a:extLst>
              <a:ext uri="{FF2B5EF4-FFF2-40B4-BE49-F238E27FC236}">
                <a16:creationId xmlns:a16="http://schemas.microsoft.com/office/drawing/2014/main" id="{A74CFB1A-1F45-624B-9F78-66B6416F44F8}"/>
              </a:ext>
            </a:extLst>
          </p:cNvPr>
          <p:cNvGrpSpPr/>
          <p:nvPr/>
        </p:nvGrpSpPr>
        <p:grpSpPr bwMode="auto">
          <a:xfrm>
            <a:off x="2605913" y="3556186"/>
            <a:ext cx="5897562" cy="504825"/>
            <a:chOff x="579436" y="3035089"/>
            <a:chExt cx="5897564" cy="454399"/>
          </a:xfrm>
        </p:grpSpPr>
        <p:sp>
          <p:nvSpPr>
            <p:cNvPr id="51" name="AutoShape 4">
              <a:extLst>
                <a:ext uri="{FF2B5EF4-FFF2-40B4-BE49-F238E27FC236}">
                  <a16:creationId xmlns:a16="http://schemas.microsoft.com/office/drawing/2014/main" id="{3443FBD5-72D2-1D9A-E2E0-A07203726949}"/>
                </a:ext>
              </a:extLst>
            </p:cNvPr>
            <p:cNvSpPr>
              <a:spLocks noChangeArrowheads="1"/>
            </p:cNvSpPr>
            <p:nvPr/>
          </p:nvSpPr>
          <p:spPr bwMode="auto">
            <a:xfrm>
              <a:off x="579436" y="3035089"/>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52" name="Rectangle 7">
              <a:extLst>
                <a:ext uri="{FF2B5EF4-FFF2-40B4-BE49-F238E27FC236}">
                  <a16:creationId xmlns:a16="http://schemas.microsoft.com/office/drawing/2014/main" id="{A9DAA038-78A0-953B-1E76-9A406B1AA161}"/>
                </a:ext>
              </a:extLst>
            </p:cNvPr>
            <p:cNvSpPr>
              <a:spLocks noChangeArrowheads="1"/>
            </p:cNvSpPr>
            <p:nvPr/>
          </p:nvSpPr>
          <p:spPr bwMode="auto">
            <a:xfrm>
              <a:off x="657225" y="3093011"/>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Clr>
                  <a:schemeClr val="tx2"/>
                </a:buClr>
              </a:pPr>
              <a:r>
                <a:rPr lang="zh-CN" altLang="en-US" sz="1800" dirty="0">
                  <a:latin typeface="微软雅黑" panose="020B0503020204020204" charset="-122"/>
                  <a:ea typeface="微软雅黑" panose="020B0503020204020204" charset="-122"/>
                </a:rPr>
                <a:t>网络拓扑结构合理</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信号质量</a:t>
              </a:r>
              <a:endParaRPr lang="zh-CN" altLang="en-US" sz="1800" dirty="0">
                <a:solidFill>
                  <a:srgbClr val="000000"/>
                </a:solidFill>
                <a:latin typeface="微软雅黑" panose="020B0503020204020204" charset="-122"/>
                <a:ea typeface="微软雅黑" panose="020B0503020204020204" charset="-122"/>
              </a:endParaRPr>
            </a:p>
          </p:txBody>
        </p:sp>
      </p:grpSp>
      <p:sp>
        <p:nvSpPr>
          <p:cNvPr id="4" name="文本框 4">
            <a:extLst>
              <a:ext uri="{FF2B5EF4-FFF2-40B4-BE49-F238E27FC236}">
                <a16:creationId xmlns:a16="http://schemas.microsoft.com/office/drawing/2014/main" id="{30E501E1-C9DF-CADB-6763-E0D71E0C8BC3}"/>
              </a:ext>
            </a:extLst>
          </p:cNvPr>
          <p:cNvSpPr txBox="1"/>
          <p:nvPr/>
        </p:nvSpPr>
        <p:spPr>
          <a:xfrm>
            <a:off x="65532" y="5847204"/>
            <a:ext cx="12060936"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None/>
            </a:pPr>
            <a:r>
              <a:rPr lang="zh-CN" altLang="zh-CN" sz="2000" kern="100" dirty="0">
                <a:effectLst/>
                <a:latin typeface="宋体" panose="02010600030101010101" pitchFamily="2" charset="-122"/>
                <a:ea typeface="宋体" panose="02010600030101010101" pitchFamily="2" charset="-122"/>
                <a:cs typeface="Times New Roman" panose="02020603050405020304" pitchFamily="18" charset="0"/>
              </a:rPr>
              <a:t>“有信号</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kern="100" dirty="0">
                <a:effectLst/>
                <a:latin typeface="宋体" panose="02010600030101010101" pitchFamily="2" charset="-122"/>
                <a:ea typeface="宋体" panose="02010600030101010101" pitchFamily="2" charset="-122"/>
                <a:cs typeface="Times New Roman" panose="02020603050405020304" pitchFamily="18" charset="0"/>
              </a:rPr>
              <a:t>更要</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“好用”</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000" kern="100" dirty="0">
                <a:effectLst/>
                <a:latin typeface="宋体" panose="02010600030101010101" pitchFamily="2" charset="-122"/>
                <a:ea typeface="宋体" panose="02010600030101010101" pitchFamily="2" charset="-122"/>
                <a:cs typeface="Times New Roman" panose="02020603050405020304" pitchFamily="18" charset="0"/>
              </a:rPr>
              <a:t>覆盖解决 “信号有无” 容量解决 “信号好不好用” 。二者需同步规划，避免 “有覆盖无容量” 或 “有容量无覆盖”。</a:t>
            </a:r>
          </a:p>
        </p:txBody>
      </p:sp>
    </p:spTree>
    <p:extLst>
      <p:ext uri="{BB962C8B-B14F-4D97-AF65-F5344CB8AC3E}">
        <p14:creationId xmlns:p14="http://schemas.microsoft.com/office/powerpoint/2010/main" val="998241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EC71F-2CAC-E7A2-B4E4-BBB844F6346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75D9F5E-667C-B340-E67A-D45854D0FAC2}"/>
              </a:ext>
            </a:extLst>
          </p:cNvPr>
          <p:cNvSpPr>
            <a:spLocks noGrp="1"/>
          </p:cNvSpPr>
          <p:nvPr>
            <p:ph type="title"/>
          </p:nvPr>
        </p:nvSpPr>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907A694E-43E4-3063-F846-9FF40EB8CF77}"/>
              </a:ext>
            </a:extLst>
          </p:cNvPr>
          <p:cNvSpPr txBox="1"/>
          <p:nvPr/>
        </p:nvSpPr>
        <p:spPr>
          <a:xfrm>
            <a:off x="449113" y="21653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无线网络规划总体原则</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6C3B8383-3F29-2999-4574-16409A47540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2" name="AutoShape 54">
            <a:extLst>
              <a:ext uri="{FF2B5EF4-FFF2-40B4-BE49-F238E27FC236}">
                <a16:creationId xmlns:a16="http://schemas.microsoft.com/office/drawing/2014/main" id="{0331BEE0-1CE1-50FF-80C9-76A67A80E8D4}"/>
              </a:ext>
            </a:extLst>
          </p:cNvPr>
          <p:cNvSpPr>
            <a:spLocks noChangeArrowheads="1"/>
          </p:cNvSpPr>
          <p:nvPr/>
        </p:nvSpPr>
        <p:spPr bwMode="auto">
          <a:xfrm>
            <a:off x="2512250" y="1762311"/>
            <a:ext cx="6200775" cy="3670300"/>
          </a:xfrm>
          <a:prstGeom prst="roundRect">
            <a:avLst>
              <a:gd name="adj" fmla="val 5213"/>
            </a:avLst>
          </a:prstGeom>
          <a:solidFill>
            <a:srgbClr val="DDDDDD"/>
          </a:solidFill>
          <a:ln w="9525" algn="ctr">
            <a:noFill/>
            <a:round/>
          </a:ln>
          <a:effectLst>
            <a:outerShdw dist="107763" dir="2700000" algn="ctr" rotWithShape="0">
              <a:srgbClr val="808080">
                <a:alpha val="50000"/>
              </a:srgbClr>
            </a:outerShdw>
          </a:effectLst>
        </p:spPr>
        <p:txBody>
          <a:bodyPr wrap="none" anchor="ctr"/>
          <a:lstStyle/>
          <a:p>
            <a:pPr>
              <a:defRPr/>
            </a:pPr>
            <a:endParaRPr lang="zh-CN" altLang="en-US">
              <a:latin typeface="微软雅黑" panose="020B0503020204020204" charset="-122"/>
              <a:ea typeface="微软雅黑" panose="020B0503020204020204" charset="-122"/>
            </a:endParaRPr>
          </a:p>
        </p:txBody>
      </p:sp>
      <p:grpSp>
        <p:nvGrpSpPr>
          <p:cNvPr id="33" name="组合 27">
            <a:extLst>
              <a:ext uri="{FF2B5EF4-FFF2-40B4-BE49-F238E27FC236}">
                <a16:creationId xmlns:a16="http://schemas.microsoft.com/office/drawing/2014/main" id="{C956E3D0-9C2A-43FA-1BAF-BFA4726A8C57}"/>
              </a:ext>
            </a:extLst>
          </p:cNvPr>
          <p:cNvGrpSpPr/>
          <p:nvPr/>
        </p:nvGrpSpPr>
        <p:grpSpPr bwMode="auto">
          <a:xfrm>
            <a:off x="2605913" y="2378261"/>
            <a:ext cx="5897562" cy="508000"/>
            <a:chOff x="579436" y="1962812"/>
            <a:chExt cx="5897564" cy="457175"/>
          </a:xfrm>
        </p:grpSpPr>
        <p:sp>
          <p:nvSpPr>
            <p:cNvPr id="34" name="AutoShape 4">
              <a:extLst>
                <a:ext uri="{FF2B5EF4-FFF2-40B4-BE49-F238E27FC236}">
                  <a16:creationId xmlns:a16="http://schemas.microsoft.com/office/drawing/2014/main" id="{C718BA28-CD94-C80B-5558-6EF01CA6DC6B}"/>
                </a:ext>
              </a:extLst>
            </p:cNvPr>
            <p:cNvSpPr>
              <a:spLocks noChangeArrowheads="1"/>
            </p:cNvSpPr>
            <p:nvPr/>
          </p:nvSpPr>
          <p:spPr bwMode="auto">
            <a:xfrm>
              <a:off x="579436" y="196424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35" name="Rectangle 5">
              <a:extLst>
                <a:ext uri="{FF2B5EF4-FFF2-40B4-BE49-F238E27FC236}">
                  <a16:creationId xmlns:a16="http://schemas.microsoft.com/office/drawing/2014/main" id="{E157BB97-8F56-871F-09D3-2AA921EF0B15}"/>
                </a:ext>
              </a:extLst>
            </p:cNvPr>
            <p:cNvSpPr txBox="1">
              <a:spLocks noChangeArrowheads="1"/>
            </p:cNvSpPr>
            <p:nvPr/>
          </p:nvSpPr>
          <p:spPr bwMode="auto">
            <a:xfrm>
              <a:off x="657225" y="1962812"/>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设计区域内覆盖连续</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核心价值区域</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36" name="Group 15">
            <a:extLst>
              <a:ext uri="{FF2B5EF4-FFF2-40B4-BE49-F238E27FC236}">
                <a16:creationId xmlns:a16="http://schemas.microsoft.com/office/drawing/2014/main" id="{5AFB4A96-1701-92C5-3EF5-B90D15486BF2}"/>
              </a:ext>
            </a:extLst>
          </p:cNvPr>
          <p:cNvGrpSpPr/>
          <p:nvPr/>
        </p:nvGrpSpPr>
        <p:grpSpPr bwMode="auto">
          <a:xfrm>
            <a:off x="2418588" y="1689286"/>
            <a:ext cx="2513012" cy="512763"/>
            <a:chOff x="372" y="829"/>
            <a:chExt cx="1583" cy="291"/>
          </a:xfrm>
          <a:solidFill>
            <a:schemeClr val="accent1"/>
          </a:solidFill>
        </p:grpSpPr>
        <p:grpSp>
          <p:nvGrpSpPr>
            <p:cNvPr id="37" name="Group 17">
              <a:extLst>
                <a:ext uri="{FF2B5EF4-FFF2-40B4-BE49-F238E27FC236}">
                  <a16:creationId xmlns:a16="http://schemas.microsoft.com/office/drawing/2014/main" id="{E30758C8-B249-0769-6394-AEB6B536625D}"/>
                </a:ext>
              </a:extLst>
            </p:cNvPr>
            <p:cNvGrpSpPr/>
            <p:nvPr/>
          </p:nvGrpSpPr>
          <p:grpSpPr bwMode="auto">
            <a:xfrm>
              <a:off x="372" y="829"/>
              <a:ext cx="1583" cy="291"/>
              <a:chOff x="3964" y="2071"/>
              <a:chExt cx="1238" cy="330"/>
            </a:xfrm>
            <a:grpFill/>
          </p:grpSpPr>
          <p:sp>
            <p:nvSpPr>
              <p:cNvPr id="39" name="AutoShape 18">
                <a:extLst>
                  <a:ext uri="{FF2B5EF4-FFF2-40B4-BE49-F238E27FC236}">
                    <a16:creationId xmlns:a16="http://schemas.microsoft.com/office/drawing/2014/main" id="{D2CA840D-AF4E-3E84-CF0F-354885FE0C79}"/>
                  </a:ext>
                </a:extLst>
              </p:cNvPr>
              <p:cNvSpPr>
                <a:spLocks noChangeArrowheads="1"/>
              </p:cNvSpPr>
              <p:nvPr/>
            </p:nvSpPr>
            <p:spPr bwMode="ltGray">
              <a:xfrm>
                <a:off x="3964" y="2071"/>
                <a:ext cx="1238" cy="330"/>
              </a:xfrm>
              <a:prstGeom prst="roundRect">
                <a:avLst>
                  <a:gd name="adj" fmla="val 16667"/>
                </a:avLst>
              </a:prstGeom>
              <a:grpFill/>
              <a:ln w="12700"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40" name="AutoShape 19">
                <a:extLst>
                  <a:ext uri="{FF2B5EF4-FFF2-40B4-BE49-F238E27FC236}">
                    <a16:creationId xmlns:a16="http://schemas.microsoft.com/office/drawing/2014/main" id="{1E8B81C1-AD7C-2DC0-D1B8-E67B8D2BEAD4}"/>
                  </a:ext>
                </a:extLst>
              </p:cNvPr>
              <p:cNvSpPr>
                <a:spLocks noChangeArrowheads="1"/>
              </p:cNvSpPr>
              <p:nvPr/>
            </p:nvSpPr>
            <p:spPr bwMode="ltGray">
              <a:xfrm>
                <a:off x="3987" y="2091"/>
                <a:ext cx="1194" cy="134"/>
              </a:xfrm>
              <a:prstGeom prst="roundRect">
                <a:avLst>
                  <a:gd name="adj" fmla="val 28356"/>
                </a:avLst>
              </a:prstGeom>
              <a:grpFill/>
              <a:ln w="9525"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grpSp>
        <p:sp>
          <p:nvSpPr>
            <p:cNvPr id="38" name="Text Box 38">
              <a:extLst>
                <a:ext uri="{FF2B5EF4-FFF2-40B4-BE49-F238E27FC236}">
                  <a16:creationId xmlns:a16="http://schemas.microsoft.com/office/drawing/2014/main" id="{CB307E2A-68B6-0CBA-1654-6B7F17D1CFCD}"/>
                </a:ext>
              </a:extLst>
            </p:cNvPr>
            <p:cNvSpPr txBox="1">
              <a:spLocks noChangeArrowheads="1"/>
            </p:cNvSpPr>
            <p:nvPr/>
          </p:nvSpPr>
          <p:spPr bwMode="auto">
            <a:xfrm>
              <a:off x="424" y="868"/>
              <a:ext cx="1431" cy="227"/>
            </a:xfrm>
            <a:prstGeom prst="rect">
              <a:avLst/>
            </a:prstGeom>
            <a:solidFill>
              <a:schemeClr val="accent1"/>
            </a:solidFill>
            <a:ln w="9525">
              <a:noFill/>
              <a:miter lim="800000"/>
            </a:ln>
            <a:effectLst>
              <a:outerShdw dist="17961" dir="2700000" algn="ctr" rotWithShape="0">
                <a:srgbClr val="000000"/>
              </a:outerShdw>
            </a:effectLst>
          </p:spPr>
          <p:txBody>
            <a:bodyPr>
              <a:spAutoFit/>
            </a:bodyPr>
            <a:lstStyle/>
            <a:p>
              <a:pPr algn="ctr" fontAlgn="auto">
                <a:spcBef>
                  <a:spcPct val="50000"/>
                </a:spcBef>
                <a:spcAft>
                  <a:spcPts val="0"/>
                </a:spcAft>
                <a:defRPr/>
              </a:pPr>
              <a:r>
                <a:rPr lang="zh-CN" altLang="en-US" sz="2000" kern="0" dirty="0">
                  <a:solidFill>
                    <a:srgbClr val="FFFFFF"/>
                  </a:solidFill>
                  <a:latin typeface="微软雅黑" panose="020B0503020204020204" charset="-122"/>
                  <a:ea typeface="微软雅黑" panose="020B0503020204020204" charset="-122"/>
                </a:rPr>
                <a:t>规划总体原则</a:t>
              </a:r>
            </a:p>
          </p:txBody>
        </p:sp>
      </p:grpSp>
      <p:grpSp>
        <p:nvGrpSpPr>
          <p:cNvPr id="41" name="组合 28">
            <a:extLst>
              <a:ext uri="{FF2B5EF4-FFF2-40B4-BE49-F238E27FC236}">
                <a16:creationId xmlns:a16="http://schemas.microsoft.com/office/drawing/2014/main" id="{197E9E7A-71DF-14F0-D61B-92D084CC21A0}"/>
              </a:ext>
            </a:extLst>
          </p:cNvPr>
          <p:cNvGrpSpPr/>
          <p:nvPr/>
        </p:nvGrpSpPr>
        <p:grpSpPr bwMode="auto">
          <a:xfrm>
            <a:off x="2605913" y="2967224"/>
            <a:ext cx="5897562" cy="508000"/>
            <a:chOff x="579436" y="2529943"/>
            <a:chExt cx="5897564" cy="457175"/>
          </a:xfrm>
        </p:grpSpPr>
        <p:sp>
          <p:nvSpPr>
            <p:cNvPr id="42" name="AutoShape 4">
              <a:extLst>
                <a:ext uri="{FF2B5EF4-FFF2-40B4-BE49-F238E27FC236}">
                  <a16:creationId xmlns:a16="http://schemas.microsoft.com/office/drawing/2014/main" id="{4C2C053F-C295-FE64-E14C-2F84B504FEA6}"/>
                </a:ext>
              </a:extLst>
            </p:cNvPr>
            <p:cNvSpPr>
              <a:spLocks noChangeArrowheads="1"/>
            </p:cNvSpPr>
            <p:nvPr/>
          </p:nvSpPr>
          <p:spPr bwMode="auto">
            <a:xfrm>
              <a:off x="579436" y="253137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3" name="Rectangle 5">
              <a:extLst>
                <a:ext uri="{FF2B5EF4-FFF2-40B4-BE49-F238E27FC236}">
                  <a16:creationId xmlns:a16="http://schemas.microsoft.com/office/drawing/2014/main" id="{DF13733A-F55E-E3AA-71CF-45017FDFB0A6}"/>
                </a:ext>
              </a:extLst>
            </p:cNvPr>
            <p:cNvSpPr txBox="1">
              <a:spLocks noChangeArrowheads="1"/>
            </p:cNvSpPr>
            <p:nvPr/>
          </p:nvSpPr>
          <p:spPr bwMode="auto">
            <a:xfrm>
              <a:off x="657225" y="2529943"/>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覆盖和容量同时满足需求</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综合考虑</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44" name="组合 31">
            <a:extLst>
              <a:ext uri="{FF2B5EF4-FFF2-40B4-BE49-F238E27FC236}">
                <a16:creationId xmlns:a16="http://schemas.microsoft.com/office/drawing/2014/main" id="{542AC3DC-3C4B-FCE9-C464-11C8F6233AE7}"/>
              </a:ext>
            </a:extLst>
          </p:cNvPr>
          <p:cNvGrpSpPr/>
          <p:nvPr/>
        </p:nvGrpSpPr>
        <p:grpSpPr bwMode="auto">
          <a:xfrm>
            <a:off x="2605913" y="4719824"/>
            <a:ext cx="5897562" cy="504825"/>
            <a:chOff x="579436" y="4071566"/>
            <a:chExt cx="5897564" cy="454399"/>
          </a:xfrm>
        </p:grpSpPr>
        <p:sp>
          <p:nvSpPr>
            <p:cNvPr id="45" name="AutoShape 4">
              <a:extLst>
                <a:ext uri="{FF2B5EF4-FFF2-40B4-BE49-F238E27FC236}">
                  <a16:creationId xmlns:a16="http://schemas.microsoft.com/office/drawing/2014/main" id="{2606B875-AED7-E9B4-EEB6-A0370AED1826}"/>
                </a:ext>
              </a:extLst>
            </p:cNvPr>
            <p:cNvSpPr>
              <a:spLocks noChangeArrowheads="1"/>
            </p:cNvSpPr>
            <p:nvPr/>
          </p:nvSpPr>
          <p:spPr bwMode="auto">
            <a:xfrm>
              <a:off x="579436" y="407156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6" name="Rectangle 9">
              <a:extLst>
                <a:ext uri="{FF2B5EF4-FFF2-40B4-BE49-F238E27FC236}">
                  <a16:creationId xmlns:a16="http://schemas.microsoft.com/office/drawing/2014/main" id="{83565111-70D7-19AC-3EB1-83147ADAA780}"/>
                </a:ext>
              </a:extLst>
            </p:cNvPr>
            <p:cNvSpPr>
              <a:spLocks noChangeArrowheads="1"/>
            </p:cNvSpPr>
            <p:nvPr/>
          </p:nvSpPr>
          <p:spPr bwMode="auto">
            <a:xfrm>
              <a:off x="657225" y="4129488"/>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合理利旧</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节约投资、落地便捷</a:t>
              </a:r>
            </a:p>
          </p:txBody>
        </p:sp>
      </p:grpSp>
      <p:grpSp>
        <p:nvGrpSpPr>
          <p:cNvPr id="47" name="组合 30">
            <a:extLst>
              <a:ext uri="{FF2B5EF4-FFF2-40B4-BE49-F238E27FC236}">
                <a16:creationId xmlns:a16="http://schemas.microsoft.com/office/drawing/2014/main" id="{6486787C-9E10-65B5-5522-E7CEBA25E895}"/>
              </a:ext>
            </a:extLst>
          </p:cNvPr>
          <p:cNvGrpSpPr/>
          <p:nvPr/>
        </p:nvGrpSpPr>
        <p:grpSpPr bwMode="auto">
          <a:xfrm>
            <a:off x="2605913" y="4137211"/>
            <a:ext cx="5897562" cy="504825"/>
            <a:chOff x="579436" y="3544726"/>
            <a:chExt cx="5897564" cy="454399"/>
          </a:xfrm>
        </p:grpSpPr>
        <p:sp>
          <p:nvSpPr>
            <p:cNvPr id="48" name="AutoShape 4">
              <a:extLst>
                <a:ext uri="{FF2B5EF4-FFF2-40B4-BE49-F238E27FC236}">
                  <a16:creationId xmlns:a16="http://schemas.microsoft.com/office/drawing/2014/main" id="{F203EF73-4C25-56F9-D353-0ED435E1BEAA}"/>
                </a:ext>
              </a:extLst>
            </p:cNvPr>
            <p:cNvSpPr>
              <a:spLocks noChangeArrowheads="1"/>
            </p:cNvSpPr>
            <p:nvPr/>
          </p:nvSpPr>
          <p:spPr bwMode="auto">
            <a:xfrm>
              <a:off x="579436" y="354472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9" name="Rectangle 9">
              <a:extLst>
                <a:ext uri="{FF2B5EF4-FFF2-40B4-BE49-F238E27FC236}">
                  <a16:creationId xmlns:a16="http://schemas.microsoft.com/office/drawing/2014/main" id="{20FED755-31A7-2187-C033-1809BF2CF5CF}"/>
                </a:ext>
              </a:extLst>
            </p:cNvPr>
            <p:cNvSpPr>
              <a:spLocks noChangeArrowheads="1"/>
            </p:cNvSpPr>
            <p:nvPr/>
          </p:nvSpPr>
          <p:spPr bwMode="auto">
            <a:xfrm>
              <a:off x="657225" y="3602648"/>
              <a:ext cx="5640389"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一次规划、分期建设</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网络结构稳定</a:t>
              </a:r>
              <a:endParaRPr lang="en-US" altLang="zh-CN" sz="1800" dirty="0">
                <a:latin typeface="微软雅黑" panose="020B0503020204020204" charset="-122"/>
                <a:ea typeface="微软雅黑" panose="020B0503020204020204" charset="-122"/>
              </a:endParaRPr>
            </a:p>
          </p:txBody>
        </p:sp>
      </p:grpSp>
      <p:grpSp>
        <p:nvGrpSpPr>
          <p:cNvPr id="50" name="组合 29">
            <a:extLst>
              <a:ext uri="{FF2B5EF4-FFF2-40B4-BE49-F238E27FC236}">
                <a16:creationId xmlns:a16="http://schemas.microsoft.com/office/drawing/2014/main" id="{3D6517CF-5080-1678-B19E-DB2C0C93A97F}"/>
              </a:ext>
            </a:extLst>
          </p:cNvPr>
          <p:cNvGrpSpPr/>
          <p:nvPr/>
        </p:nvGrpSpPr>
        <p:grpSpPr bwMode="auto">
          <a:xfrm>
            <a:off x="2605913" y="3556186"/>
            <a:ext cx="5897562" cy="504825"/>
            <a:chOff x="579436" y="3035089"/>
            <a:chExt cx="5897564" cy="454399"/>
          </a:xfrm>
        </p:grpSpPr>
        <p:sp>
          <p:nvSpPr>
            <p:cNvPr id="51" name="AutoShape 4">
              <a:extLst>
                <a:ext uri="{FF2B5EF4-FFF2-40B4-BE49-F238E27FC236}">
                  <a16:creationId xmlns:a16="http://schemas.microsoft.com/office/drawing/2014/main" id="{ACB82CCE-629E-D2D3-0F12-61BC775CF472}"/>
                </a:ext>
              </a:extLst>
            </p:cNvPr>
            <p:cNvSpPr>
              <a:spLocks noChangeArrowheads="1"/>
            </p:cNvSpPr>
            <p:nvPr/>
          </p:nvSpPr>
          <p:spPr bwMode="auto">
            <a:xfrm>
              <a:off x="579436" y="3035089"/>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52" name="Rectangle 7">
              <a:extLst>
                <a:ext uri="{FF2B5EF4-FFF2-40B4-BE49-F238E27FC236}">
                  <a16:creationId xmlns:a16="http://schemas.microsoft.com/office/drawing/2014/main" id="{3AB60B1F-CF2D-428F-60F0-3386484B7FA1}"/>
                </a:ext>
              </a:extLst>
            </p:cNvPr>
            <p:cNvSpPr>
              <a:spLocks noChangeArrowheads="1"/>
            </p:cNvSpPr>
            <p:nvPr/>
          </p:nvSpPr>
          <p:spPr bwMode="auto">
            <a:xfrm>
              <a:off x="657225" y="3093011"/>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Clr>
                  <a:schemeClr val="tx2"/>
                </a:buClr>
              </a:pPr>
              <a:r>
                <a:rPr lang="zh-CN" altLang="en-US" sz="1800" dirty="0">
                  <a:latin typeface="微软雅黑" panose="020B0503020204020204" charset="-122"/>
                  <a:ea typeface="微软雅黑" panose="020B0503020204020204" charset="-122"/>
                </a:rPr>
                <a:t>网络拓扑结构合理</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信号质量</a:t>
              </a:r>
              <a:endParaRPr lang="zh-CN" altLang="en-US" sz="1800" dirty="0">
                <a:solidFill>
                  <a:srgbClr val="000000"/>
                </a:solidFill>
                <a:latin typeface="微软雅黑" panose="020B0503020204020204" charset="-122"/>
                <a:ea typeface="微软雅黑" panose="020B0503020204020204" charset="-122"/>
              </a:endParaRPr>
            </a:p>
          </p:txBody>
        </p:sp>
      </p:grpSp>
      <p:sp>
        <p:nvSpPr>
          <p:cNvPr id="4" name="文本框 3">
            <a:extLst>
              <a:ext uri="{FF2B5EF4-FFF2-40B4-BE49-F238E27FC236}">
                <a16:creationId xmlns:a16="http://schemas.microsoft.com/office/drawing/2014/main" id="{939D7550-C865-96B4-8508-C3A750B2D3FF}"/>
              </a:ext>
            </a:extLst>
          </p:cNvPr>
          <p:cNvSpPr txBox="1"/>
          <p:nvPr/>
        </p:nvSpPr>
        <p:spPr>
          <a:xfrm>
            <a:off x="375961" y="5847204"/>
            <a:ext cx="11300927" cy="707886"/>
          </a:xfrm>
          <a:prstGeom prst="rect">
            <a:avLst/>
          </a:prstGeom>
          <a:noFill/>
        </p:spPr>
        <p:txBody>
          <a:bodyPr wrap="square">
            <a:spAutoFit/>
          </a:bodyPr>
          <a:lstStyle/>
          <a:p>
            <a:r>
              <a:rPr lang="zh-CN" altLang="zh-CN" sz="2000" dirty="0">
                <a:effectLst/>
                <a:ea typeface="宋体" panose="02010600030101010101" pitchFamily="2" charset="-122"/>
                <a:cs typeface="Times New Roman" panose="02020603050405020304" pitchFamily="18" charset="0"/>
              </a:rPr>
              <a:t>网络拓扑是基站位置、信号交互的 “空间关系”，合理拓扑能减少干扰、保障切换稳定，是信号质量的基础。若拓扑混乱，单基站性能再好也会出现 “信号差、易掉线”。</a:t>
            </a:r>
            <a:endParaRPr lang="zh-CN" altLang="en-US" sz="2000" dirty="0"/>
          </a:p>
        </p:txBody>
      </p:sp>
    </p:spTree>
    <p:extLst>
      <p:ext uri="{BB962C8B-B14F-4D97-AF65-F5344CB8AC3E}">
        <p14:creationId xmlns:p14="http://schemas.microsoft.com/office/powerpoint/2010/main" val="160247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DE5A3-9632-5700-C22A-EC19044EEF9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EB523F-0FEA-E1D3-E8C2-A37F18A56544}"/>
              </a:ext>
            </a:extLst>
          </p:cNvPr>
          <p:cNvSpPr>
            <a:spLocks noGrp="1"/>
          </p:cNvSpPr>
          <p:nvPr>
            <p:ph type="title"/>
          </p:nvPr>
        </p:nvSpPr>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D21D9F30-FE2A-4C3D-EEF2-4296D9F48E01}"/>
              </a:ext>
            </a:extLst>
          </p:cNvPr>
          <p:cNvSpPr txBox="1"/>
          <p:nvPr/>
        </p:nvSpPr>
        <p:spPr>
          <a:xfrm>
            <a:off x="449113" y="21653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无线网络规划总体原则</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6487792F-A9A9-155A-0086-92213ACB5F0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2" name="AutoShape 54">
            <a:extLst>
              <a:ext uri="{FF2B5EF4-FFF2-40B4-BE49-F238E27FC236}">
                <a16:creationId xmlns:a16="http://schemas.microsoft.com/office/drawing/2014/main" id="{B43F277A-2B2E-B54E-C837-275B38C53961}"/>
              </a:ext>
            </a:extLst>
          </p:cNvPr>
          <p:cNvSpPr>
            <a:spLocks noChangeArrowheads="1"/>
          </p:cNvSpPr>
          <p:nvPr/>
        </p:nvSpPr>
        <p:spPr bwMode="auto">
          <a:xfrm>
            <a:off x="2512250" y="1762311"/>
            <a:ext cx="6200775" cy="3670300"/>
          </a:xfrm>
          <a:prstGeom prst="roundRect">
            <a:avLst>
              <a:gd name="adj" fmla="val 5213"/>
            </a:avLst>
          </a:prstGeom>
          <a:solidFill>
            <a:srgbClr val="DDDDDD"/>
          </a:solidFill>
          <a:ln w="9525" algn="ctr">
            <a:noFill/>
            <a:round/>
          </a:ln>
          <a:effectLst>
            <a:outerShdw dist="107763" dir="2700000" algn="ctr" rotWithShape="0">
              <a:srgbClr val="808080">
                <a:alpha val="50000"/>
              </a:srgbClr>
            </a:outerShdw>
          </a:effectLst>
        </p:spPr>
        <p:txBody>
          <a:bodyPr wrap="none" anchor="ctr"/>
          <a:lstStyle/>
          <a:p>
            <a:pPr>
              <a:defRPr/>
            </a:pPr>
            <a:endParaRPr lang="zh-CN" altLang="en-US">
              <a:latin typeface="微软雅黑" panose="020B0503020204020204" charset="-122"/>
              <a:ea typeface="微软雅黑" panose="020B0503020204020204" charset="-122"/>
            </a:endParaRPr>
          </a:p>
        </p:txBody>
      </p:sp>
      <p:grpSp>
        <p:nvGrpSpPr>
          <p:cNvPr id="33" name="组合 27">
            <a:extLst>
              <a:ext uri="{FF2B5EF4-FFF2-40B4-BE49-F238E27FC236}">
                <a16:creationId xmlns:a16="http://schemas.microsoft.com/office/drawing/2014/main" id="{492186E3-0159-B5AC-C842-7239CD0D71D2}"/>
              </a:ext>
            </a:extLst>
          </p:cNvPr>
          <p:cNvGrpSpPr/>
          <p:nvPr/>
        </p:nvGrpSpPr>
        <p:grpSpPr bwMode="auto">
          <a:xfrm>
            <a:off x="2605913" y="2378261"/>
            <a:ext cx="5897562" cy="508000"/>
            <a:chOff x="579436" y="1962812"/>
            <a:chExt cx="5897564" cy="457175"/>
          </a:xfrm>
        </p:grpSpPr>
        <p:sp>
          <p:nvSpPr>
            <p:cNvPr id="34" name="AutoShape 4">
              <a:extLst>
                <a:ext uri="{FF2B5EF4-FFF2-40B4-BE49-F238E27FC236}">
                  <a16:creationId xmlns:a16="http://schemas.microsoft.com/office/drawing/2014/main" id="{2B3EA828-8483-C79F-8071-97DA1995A9C9}"/>
                </a:ext>
              </a:extLst>
            </p:cNvPr>
            <p:cNvSpPr>
              <a:spLocks noChangeArrowheads="1"/>
            </p:cNvSpPr>
            <p:nvPr/>
          </p:nvSpPr>
          <p:spPr bwMode="auto">
            <a:xfrm>
              <a:off x="579436" y="196424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35" name="Rectangle 5">
              <a:extLst>
                <a:ext uri="{FF2B5EF4-FFF2-40B4-BE49-F238E27FC236}">
                  <a16:creationId xmlns:a16="http://schemas.microsoft.com/office/drawing/2014/main" id="{F3E28F53-A96F-AC7C-80E9-728024D1870B}"/>
                </a:ext>
              </a:extLst>
            </p:cNvPr>
            <p:cNvSpPr txBox="1">
              <a:spLocks noChangeArrowheads="1"/>
            </p:cNvSpPr>
            <p:nvPr/>
          </p:nvSpPr>
          <p:spPr bwMode="auto">
            <a:xfrm>
              <a:off x="657225" y="1962812"/>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设计区域内覆盖连续</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核心价值区域</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36" name="Group 15">
            <a:extLst>
              <a:ext uri="{FF2B5EF4-FFF2-40B4-BE49-F238E27FC236}">
                <a16:creationId xmlns:a16="http://schemas.microsoft.com/office/drawing/2014/main" id="{94282406-3A27-3F1D-3FE8-3CE8D8481986}"/>
              </a:ext>
            </a:extLst>
          </p:cNvPr>
          <p:cNvGrpSpPr/>
          <p:nvPr/>
        </p:nvGrpSpPr>
        <p:grpSpPr bwMode="auto">
          <a:xfrm>
            <a:off x="2418588" y="1689286"/>
            <a:ext cx="2513012" cy="512763"/>
            <a:chOff x="372" y="829"/>
            <a:chExt cx="1583" cy="291"/>
          </a:xfrm>
          <a:solidFill>
            <a:schemeClr val="accent1"/>
          </a:solidFill>
        </p:grpSpPr>
        <p:grpSp>
          <p:nvGrpSpPr>
            <p:cNvPr id="37" name="Group 17">
              <a:extLst>
                <a:ext uri="{FF2B5EF4-FFF2-40B4-BE49-F238E27FC236}">
                  <a16:creationId xmlns:a16="http://schemas.microsoft.com/office/drawing/2014/main" id="{3D4F1D6E-BC71-BF08-7897-F9FBDF6F239E}"/>
                </a:ext>
              </a:extLst>
            </p:cNvPr>
            <p:cNvGrpSpPr/>
            <p:nvPr/>
          </p:nvGrpSpPr>
          <p:grpSpPr bwMode="auto">
            <a:xfrm>
              <a:off x="372" y="829"/>
              <a:ext cx="1583" cy="291"/>
              <a:chOff x="3964" y="2071"/>
              <a:chExt cx="1238" cy="330"/>
            </a:xfrm>
            <a:grpFill/>
          </p:grpSpPr>
          <p:sp>
            <p:nvSpPr>
              <p:cNvPr id="39" name="AutoShape 18">
                <a:extLst>
                  <a:ext uri="{FF2B5EF4-FFF2-40B4-BE49-F238E27FC236}">
                    <a16:creationId xmlns:a16="http://schemas.microsoft.com/office/drawing/2014/main" id="{0DFD762C-69BE-02C1-35D5-F2A8B04AC664}"/>
                  </a:ext>
                </a:extLst>
              </p:cNvPr>
              <p:cNvSpPr>
                <a:spLocks noChangeArrowheads="1"/>
              </p:cNvSpPr>
              <p:nvPr/>
            </p:nvSpPr>
            <p:spPr bwMode="ltGray">
              <a:xfrm>
                <a:off x="3964" y="2071"/>
                <a:ext cx="1238" cy="330"/>
              </a:xfrm>
              <a:prstGeom prst="roundRect">
                <a:avLst>
                  <a:gd name="adj" fmla="val 16667"/>
                </a:avLst>
              </a:prstGeom>
              <a:grpFill/>
              <a:ln w="12700"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40" name="AutoShape 19">
                <a:extLst>
                  <a:ext uri="{FF2B5EF4-FFF2-40B4-BE49-F238E27FC236}">
                    <a16:creationId xmlns:a16="http://schemas.microsoft.com/office/drawing/2014/main" id="{CD660C59-337E-414E-56B7-7223C4EEE89C}"/>
                  </a:ext>
                </a:extLst>
              </p:cNvPr>
              <p:cNvSpPr>
                <a:spLocks noChangeArrowheads="1"/>
              </p:cNvSpPr>
              <p:nvPr/>
            </p:nvSpPr>
            <p:spPr bwMode="ltGray">
              <a:xfrm>
                <a:off x="3987" y="2091"/>
                <a:ext cx="1194" cy="134"/>
              </a:xfrm>
              <a:prstGeom prst="roundRect">
                <a:avLst>
                  <a:gd name="adj" fmla="val 28356"/>
                </a:avLst>
              </a:prstGeom>
              <a:grpFill/>
              <a:ln w="9525"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grpSp>
        <p:sp>
          <p:nvSpPr>
            <p:cNvPr id="38" name="Text Box 38">
              <a:extLst>
                <a:ext uri="{FF2B5EF4-FFF2-40B4-BE49-F238E27FC236}">
                  <a16:creationId xmlns:a16="http://schemas.microsoft.com/office/drawing/2014/main" id="{634F09E7-4C68-CE24-F4D5-735BA8A235C5}"/>
                </a:ext>
              </a:extLst>
            </p:cNvPr>
            <p:cNvSpPr txBox="1">
              <a:spLocks noChangeArrowheads="1"/>
            </p:cNvSpPr>
            <p:nvPr/>
          </p:nvSpPr>
          <p:spPr bwMode="auto">
            <a:xfrm>
              <a:off x="424" y="868"/>
              <a:ext cx="1431" cy="227"/>
            </a:xfrm>
            <a:prstGeom prst="rect">
              <a:avLst/>
            </a:prstGeom>
            <a:solidFill>
              <a:schemeClr val="accent1"/>
            </a:solidFill>
            <a:ln w="9525">
              <a:noFill/>
              <a:miter lim="800000"/>
            </a:ln>
            <a:effectLst>
              <a:outerShdw dist="17961" dir="2700000" algn="ctr" rotWithShape="0">
                <a:srgbClr val="000000"/>
              </a:outerShdw>
            </a:effectLst>
          </p:spPr>
          <p:txBody>
            <a:bodyPr>
              <a:spAutoFit/>
            </a:bodyPr>
            <a:lstStyle/>
            <a:p>
              <a:pPr algn="ctr" fontAlgn="auto">
                <a:spcBef>
                  <a:spcPct val="50000"/>
                </a:spcBef>
                <a:spcAft>
                  <a:spcPts val="0"/>
                </a:spcAft>
                <a:defRPr/>
              </a:pPr>
              <a:r>
                <a:rPr lang="zh-CN" altLang="en-US" sz="2000" kern="0" dirty="0">
                  <a:solidFill>
                    <a:srgbClr val="FFFFFF"/>
                  </a:solidFill>
                  <a:latin typeface="微软雅黑" panose="020B0503020204020204" charset="-122"/>
                  <a:ea typeface="微软雅黑" panose="020B0503020204020204" charset="-122"/>
                </a:rPr>
                <a:t>规划总体原则</a:t>
              </a:r>
            </a:p>
          </p:txBody>
        </p:sp>
      </p:grpSp>
      <p:grpSp>
        <p:nvGrpSpPr>
          <p:cNvPr id="41" name="组合 28">
            <a:extLst>
              <a:ext uri="{FF2B5EF4-FFF2-40B4-BE49-F238E27FC236}">
                <a16:creationId xmlns:a16="http://schemas.microsoft.com/office/drawing/2014/main" id="{F92A0DDD-2547-260E-CD73-CF499EDF16A6}"/>
              </a:ext>
            </a:extLst>
          </p:cNvPr>
          <p:cNvGrpSpPr/>
          <p:nvPr/>
        </p:nvGrpSpPr>
        <p:grpSpPr bwMode="auto">
          <a:xfrm>
            <a:off x="2605913" y="2967224"/>
            <a:ext cx="5897562" cy="508000"/>
            <a:chOff x="579436" y="2529943"/>
            <a:chExt cx="5897564" cy="457175"/>
          </a:xfrm>
        </p:grpSpPr>
        <p:sp>
          <p:nvSpPr>
            <p:cNvPr id="42" name="AutoShape 4">
              <a:extLst>
                <a:ext uri="{FF2B5EF4-FFF2-40B4-BE49-F238E27FC236}">
                  <a16:creationId xmlns:a16="http://schemas.microsoft.com/office/drawing/2014/main" id="{784C7FB1-2F2E-C5B5-53F2-CF402FA7F82C}"/>
                </a:ext>
              </a:extLst>
            </p:cNvPr>
            <p:cNvSpPr>
              <a:spLocks noChangeArrowheads="1"/>
            </p:cNvSpPr>
            <p:nvPr/>
          </p:nvSpPr>
          <p:spPr bwMode="auto">
            <a:xfrm>
              <a:off x="579436" y="253137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3" name="Rectangle 5">
              <a:extLst>
                <a:ext uri="{FF2B5EF4-FFF2-40B4-BE49-F238E27FC236}">
                  <a16:creationId xmlns:a16="http://schemas.microsoft.com/office/drawing/2014/main" id="{4DC006D9-5C1F-E601-3F07-78E5104AE2B1}"/>
                </a:ext>
              </a:extLst>
            </p:cNvPr>
            <p:cNvSpPr txBox="1">
              <a:spLocks noChangeArrowheads="1"/>
            </p:cNvSpPr>
            <p:nvPr/>
          </p:nvSpPr>
          <p:spPr bwMode="auto">
            <a:xfrm>
              <a:off x="657225" y="2529943"/>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覆盖和容量同时满足需求</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综合考虑</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44" name="组合 31">
            <a:extLst>
              <a:ext uri="{FF2B5EF4-FFF2-40B4-BE49-F238E27FC236}">
                <a16:creationId xmlns:a16="http://schemas.microsoft.com/office/drawing/2014/main" id="{92F98F35-C5D1-B644-819A-12E2AD0FDD50}"/>
              </a:ext>
            </a:extLst>
          </p:cNvPr>
          <p:cNvGrpSpPr/>
          <p:nvPr/>
        </p:nvGrpSpPr>
        <p:grpSpPr bwMode="auto">
          <a:xfrm>
            <a:off x="2605913" y="4719824"/>
            <a:ext cx="5897562" cy="504825"/>
            <a:chOff x="579436" y="4071566"/>
            <a:chExt cx="5897564" cy="454399"/>
          </a:xfrm>
        </p:grpSpPr>
        <p:sp>
          <p:nvSpPr>
            <p:cNvPr id="45" name="AutoShape 4">
              <a:extLst>
                <a:ext uri="{FF2B5EF4-FFF2-40B4-BE49-F238E27FC236}">
                  <a16:creationId xmlns:a16="http://schemas.microsoft.com/office/drawing/2014/main" id="{2986E91F-5AE4-E74F-4B2D-9C7E3BDB0347}"/>
                </a:ext>
              </a:extLst>
            </p:cNvPr>
            <p:cNvSpPr>
              <a:spLocks noChangeArrowheads="1"/>
            </p:cNvSpPr>
            <p:nvPr/>
          </p:nvSpPr>
          <p:spPr bwMode="auto">
            <a:xfrm>
              <a:off x="579436" y="407156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6" name="Rectangle 9">
              <a:extLst>
                <a:ext uri="{FF2B5EF4-FFF2-40B4-BE49-F238E27FC236}">
                  <a16:creationId xmlns:a16="http://schemas.microsoft.com/office/drawing/2014/main" id="{A732BA24-E838-5FFF-B011-55E1D036D492}"/>
                </a:ext>
              </a:extLst>
            </p:cNvPr>
            <p:cNvSpPr>
              <a:spLocks noChangeArrowheads="1"/>
            </p:cNvSpPr>
            <p:nvPr/>
          </p:nvSpPr>
          <p:spPr bwMode="auto">
            <a:xfrm>
              <a:off x="657225" y="4129488"/>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合理利旧</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节约投资、落地便捷</a:t>
              </a:r>
            </a:p>
          </p:txBody>
        </p:sp>
      </p:grpSp>
      <p:grpSp>
        <p:nvGrpSpPr>
          <p:cNvPr id="47" name="组合 30">
            <a:extLst>
              <a:ext uri="{FF2B5EF4-FFF2-40B4-BE49-F238E27FC236}">
                <a16:creationId xmlns:a16="http://schemas.microsoft.com/office/drawing/2014/main" id="{1F607B8C-2A6D-2D00-861E-0C0E0C3A6CF3}"/>
              </a:ext>
            </a:extLst>
          </p:cNvPr>
          <p:cNvGrpSpPr/>
          <p:nvPr/>
        </p:nvGrpSpPr>
        <p:grpSpPr bwMode="auto">
          <a:xfrm>
            <a:off x="2605913" y="4137211"/>
            <a:ext cx="5897562" cy="504825"/>
            <a:chOff x="579436" y="3544726"/>
            <a:chExt cx="5897564" cy="454399"/>
          </a:xfrm>
        </p:grpSpPr>
        <p:sp>
          <p:nvSpPr>
            <p:cNvPr id="48" name="AutoShape 4">
              <a:extLst>
                <a:ext uri="{FF2B5EF4-FFF2-40B4-BE49-F238E27FC236}">
                  <a16:creationId xmlns:a16="http://schemas.microsoft.com/office/drawing/2014/main" id="{10BF1442-6658-1101-3E44-86B582A65146}"/>
                </a:ext>
              </a:extLst>
            </p:cNvPr>
            <p:cNvSpPr>
              <a:spLocks noChangeArrowheads="1"/>
            </p:cNvSpPr>
            <p:nvPr/>
          </p:nvSpPr>
          <p:spPr bwMode="auto">
            <a:xfrm>
              <a:off x="579436" y="354472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9" name="Rectangle 9">
              <a:extLst>
                <a:ext uri="{FF2B5EF4-FFF2-40B4-BE49-F238E27FC236}">
                  <a16:creationId xmlns:a16="http://schemas.microsoft.com/office/drawing/2014/main" id="{679DB45F-77DA-16B4-ACD4-50F2F374370B}"/>
                </a:ext>
              </a:extLst>
            </p:cNvPr>
            <p:cNvSpPr>
              <a:spLocks noChangeArrowheads="1"/>
            </p:cNvSpPr>
            <p:nvPr/>
          </p:nvSpPr>
          <p:spPr bwMode="auto">
            <a:xfrm>
              <a:off x="657225" y="3602648"/>
              <a:ext cx="5640389"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一次规划、分期建设</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网络结构稳定</a:t>
              </a:r>
              <a:endParaRPr lang="en-US" altLang="zh-CN" sz="1800" dirty="0">
                <a:latin typeface="微软雅黑" panose="020B0503020204020204" charset="-122"/>
                <a:ea typeface="微软雅黑" panose="020B0503020204020204" charset="-122"/>
              </a:endParaRPr>
            </a:p>
          </p:txBody>
        </p:sp>
      </p:grpSp>
      <p:grpSp>
        <p:nvGrpSpPr>
          <p:cNvPr id="50" name="组合 29">
            <a:extLst>
              <a:ext uri="{FF2B5EF4-FFF2-40B4-BE49-F238E27FC236}">
                <a16:creationId xmlns:a16="http://schemas.microsoft.com/office/drawing/2014/main" id="{3194A97A-1C79-F4EA-A4BB-EBBAFC5F0B02}"/>
              </a:ext>
            </a:extLst>
          </p:cNvPr>
          <p:cNvGrpSpPr/>
          <p:nvPr/>
        </p:nvGrpSpPr>
        <p:grpSpPr bwMode="auto">
          <a:xfrm>
            <a:off x="2605913" y="3556186"/>
            <a:ext cx="5897562" cy="504825"/>
            <a:chOff x="579436" y="3035089"/>
            <a:chExt cx="5897564" cy="454399"/>
          </a:xfrm>
        </p:grpSpPr>
        <p:sp>
          <p:nvSpPr>
            <p:cNvPr id="51" name="AutoShape 4">
              <a:extLst>
                <a:ext uri="{FF2B5EF4-FFF2-40B4-BE49-F238E27FC236}">
                  <a16:creationId xmlns:a16="http://schemas.microsoft.com/office/drawing/2014/main" id="{436E05B6-08C2-33A0-DE5F-37E25595B01C}"/>
                </a:ext>
              </a:extLst>
            </p:cNvPr>
            <p:cNvSpPr>
              <a:spLocks noChangeArrowheads="1"/>
            </p:cNvSpPr>
            <p:nvPr/>
          </p:nvSpPr>
          <p:spPr bwMode="auto">
            <a:xfrm>
              <a:off x="579436" y="3035089"/>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52" name="Rectangle 7">
              <a:extLst>
                <a:ext uri="{FF2B5EF4-FFF2-40B4-BE49-F238E27FC236}">
                  <a16:creationId xmlns:a16="http://schemas.microsoft.com/office/drawing/2014/main" id="{6A009759-B588-BA72-A775-FBEDC915FBE0}"/>
                </a:ext>
              </a:extLst>
            </p:cNvPr>
            <p:cNvSpPr>
              <a:spLocks noChangeArrowheads="1"/>
            </p:cNvSpPr>
            <p:nvPr/>
          </p:nvSpPr>
          <p:spPr bwMode="auto">
            <a:xfrm>
              <a:off x="657225" y="3093011"/>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Clr>
                  <a:schemeClr val="tx2"/>
                </a:buClr>
              </a:pPr>
              <a:r>
                <a:rPr lang="zh-CN" altLang="en-US" sz="1800" dirty="0">
                  <a:latin typeface="微软雅黑" panose="020B0503020204020204" charset="-122"/>
                  <a:ea typeface="微软雅黑" panose="020B0503020204020204" charset="-122"/>
                </a:rPr>
                <a:t>网络拓扑结构合理</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信号质量</a:t>
              </a:r>
              <a:endParaRPr lang="zh-CN" altLang="en-US" sz="1800" dirty="0">
                <a:solidFill>
                  <a:srgbClr val="000000"/>
                </a:solidFill>
                <a:latin typeface="微软雅黑" panose="020B0503020204020204" charset="-122"/>
                <a:ea typeface="微软雅黑" panose="020B0503020204020204" charset="-122"/>
              </a:endParaRPr>
            </a:p>
          </p:txBody>
        </p:sp>
      </p:grpSp>
      <p:sp>
        <p:nvSpPr>
          <p:cNvPr id="4" name="文本框 3">
            <a:extLst>
              <a:ext uri="{FF2B5EF4-FFF2-40B4-BE49-F238E27FC236}">
                <a16:creationId xmlns:a16="http://schemas.microsoft.com/office/drawing/2014/main" id="{0030C863-88F0-9057-D173-E8D2509F6742}"/>
              </a:ext>
            </a:extLst>
          </p:cNvPr>
          <p:cNvSpPr txBox="1"/>
          <p:nvPr/>
        </p:nvSpPr>
        <p:spPr>
          <a:xfrm>
            <a:off x="250572" y="5789775"/>
            <a:ext cx="11941428" cy="984885"/>
          </a:xfrm>
          <a:prstGeom prst="rect">
            <a:avLst/>
          </a:prstGeom>
          <a:noFill/>
        </p:spPr>
        <p:txBody>
          <a:bodyPr wrap="square" rtlCol="0">
            <a:spAutoFit/>
          </a:bodyPr>
          <a:lstStyle/>
          <a:p>
            <a:r>
              <a:rPr lang="zh-CN" altLang="zh-CN" sz="2000" dirty="0">
                <a:latin typeface="宋体" panose="02010600030101010101" pitchFamily="2" charset="-122"/>
                <a:ea typeface="宋体" panose="02010600030101010101" pitchFamily="2" charset="-122"/>
              </a:rPr>
              <a:t>“一次规划” 是从长期视角明确基站布局、频段规划、容量演进路径，避免短期规划导致</a:t>
            </a:r>
            <a:r>
              <a:rPr lang="zh-CN" altLang="en-US" sz="2000" dirty="0">
                <a:latin typeface="宋体" panose="02010600030101010101" pitchFamily="2" charset="-122"/>
                <a:ea typeface="宋体" panose="02010600030101010101" pitchFamily="2" charset="-122"/>
              </a:rPr>
              <a:t>“重复建设”；“分期建设”</a:t>
            </a:r>
            <a:r>
              <a:rPr lang="zh-CN" altLang="zh-CN" sz="2000" dirty="0">
                <a:latin typeface="宋体" panose="02010600030101010101" pitchFamily="2" charset="-122"/>
                <a:ea typeface="宋体" panose="02010600030101010101" pitchFamily="2" charset="-122"/>
              </a:rPr>
              <a:t>是按当前需求分阶段部署，先建核心区，再完善边缘区，避免</a:t>
            </a:r>
            <a:r>
              <a:rPr lang="zh-CN" altLang="en-US" sz="2000" dirty="0">
                <a:latin typeface="宋体" panose="02010600030101010101" pitchFamily="2" charset="-122"/>
                <a:ea typeface="宋体" panose="02010600030101010101" pitchFamily="2" charset="-122"/>
              </a:rPr>
              <a:t>“过度投资闲置”</a:t>
            </a:r>
            <a:r>
              <a:rPr lang="zh-CN" altLang="zh-CN" sz="2000" dirty="0">
                <a:latin typeface="宋体" panose="02010600030101010101" pitchFamily="2" charset="-122"/>
                <a:ea typeface="宋体" panose="02010600030101010101" pitchFamily="2" charset="-122"/>
              </a:rPr>
              <a:t>。</a:t>
            </a:r>
          </a:p>
          <a:p>
            <a:endParaRPr lang="zh-CN" altLang="en-US" dirty="0"/>
          </a:p>
        </p:txBody>
      </p:sp>
    </p:spTree>
    <p:extLst>
      <p:ext uri="{BB962C8B-B14F-4D97-AF65-F5344CB8AC3E}">
        <p14:creationId xmlns:p14="http://schemas.microsoft.com/office/powerpoint/2010/main" val="765700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95896-02EF-026C-0211-2C0BD7E84DC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FC71C5E-4BAC-4A54-99CB-961717201DDC}"/>
              </a:ext>
            </a:extLst>
          </p:cNvPr>
          <p:cNvSpPr>
            <a:spLocks noGrp="1"/>
          </p:cNvSpPr>
          <p:nvPr>
            <p:ph type="title"/>
          </p:nvPr>
        </p:nvSpPr>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2DC7CF50-C6E4-305C-6007-43F8A23A06FB}"/>
              </a:ext>
            </a:extLst>
          </p:cNvPr>
          <p:cNvSpPr txBox="1"/>
          <p:nvPr/>
        </p:nvSpPr>
        <p:spPr>
          <a:xfrm>
            <a:off x="449113" y="21653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无线网络规划总体原则</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FF7BD228-2EEF-0C2B-81B3-B365FF7D24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2" name="AutoShape 54">
            <a:extLst>
              <a:ext uri="{FF2B5EF4-FFF2-40B4-BE49-F238E27FC236}">
                <a16:creationId xmlns:a16="http://schemas.microsoft.com/office/drawing/2014/main" id="{5EEA5FBE-8E63-5A65-34AE-BD15D5B90AC5}"/>
              </a:ext>
            </a:extLst>
          </p:cNvPr>
          <p:cNvSpPr>
            <a:spLocks noChangeArrowheads="1"/>
          </p:cNvSpPr>
          <p:nvPr/>
        </p:nvSpPr>
        <p:spPr bwMode="auto">
          <a:xfrm>
            <a:off x="2512250" y="1762311"/>
            <a:ext cx="6200775" cy="3670300"/>
          </a:xfrm>
          <a:prstGeom prst="roundRect">
            <a:avLst>
              <a:gd name="adj" fmla="val 5213"/>
            </a:avLst>
          </a:prstGeom>
          <a:solidFill>
            <a:srgbClr val="DDDDDD"/>
          </a:solidFill>
          <a:ln w="9525" algn="ctr">
            <a:noFill/>
            <a:round/>
          </a:ln>
          <a:effectLst>
            <a:outerShdw dist="107763" dir="2700000" algn="ctr" rotWithShape="0">
              <a:srgbClr val="808080">
                <a:alpha val="50000"/>
              </a:srgbClr>
            </a:outerShdw>
          </a:effectLst>
        </p:spPr>
        <p:txBody>
          <a:bodyPr wrap="none" anchor="ctr"/>
          <a:lstStyle/>
          <a:p>
            <a:pPr>
              <a:defRPr/>
            </a:pPr>
            <a:endParaRPr lang="zh-CN" altLang="en-US">
              <a:latin typeface="微软雅黑" panose="020B0503020204020204" charset="-122"/>
              <a:ea typeface="微软雅黑" panose="020B0503020204020204" charset="-122"/>
            </a:endParaRPr>
          </a:p>
        </p:txBody>
      </p:sp>
      <p:grpSp>
        <p:nvGrpSpPr>
          <p:cNvPr id="33" name="组合 27">
            <a:extLst>
              <a:ext uri="{FF2B5EF4-FFF2-40B4-BE49-F238E27FC236}">
                <a16:creationId xmlns:a16="http://schemas.microsoft.com/office/drawing/2014/main" id="{C08CAC3E-A05E-F5F6-71FF-FDF97681EF51}"/>
              </a:ext>
            </a:extLst>
          </p:cNvPr>
          <p:cNvGrpSpPr/>
          <p:nvPr/>
        </p:nvGrpSpPr>
        <p:grpSpPr bwMode="auto">
          <a:xfrm>
            <a:off x="2605913" y="2378261"/>
            <a:ext cx="5897562" cy="508000"/>
            <a:chOff x="579436" y="1962812"/>
            <a:chExt cx="5897564" cy="457175"/>
          </a:xfrm>
        </p:grpSpPr>
        <p:sp>
          <p:nvSpPr>
            <p:cNvPr id="34" name="AutoShape 4">
              <a:extLst>
                <a:ext uri="{FF2B5EF4-FFF2-40B4-BE49-F238E27FC236}">
                  <a16:creationId xmlns:a16="http://schemas.microsoft.com/office/drawing/2014/main" id="{D00BB0D6-54D3-3CF6-E542-D6A8380D087D}"/>
                </a:ext>
              </a:extLst>
            </p:cNvPr>
            <p:cNvSpPr>
              <a:spLocks noChangeArrowheads="1"/>
            </p:cNvSpPr>
            <p:nvPr/>
          </p:nvSpPr>
          <p:spPr bwMode="auto">
            <a:xfrm>
              <a:off x="579436" y="196424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35" name="Rectangle 5">
              <a:extLst>
                <a:ext uri="{FF2B5EF4-FFF2-40B4-BE49-F238E27FC236}">
                  <a16:creationId xmlns:a16="http://schemas.microsoft.com/office/drawing/2014/main" id="{F769CCF8-176D-AFAB-1AFD-17D030FDAFAB}"/>
                </a:ext>
              </a:extLst>
            </p:cNvPr>
            <p:cNvSpPr txBox="1">
              <a:spLocks noChangeArrowheads="1"/>
            </p:cNvSpPr>
            <p:nvPr/>
          </p:nvSpPr>
          <p:spPr bwMode="auto">
            <a:xfrm>
              <a:off x="657225" y="1962812"/>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设计区域内覆盖连续</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核心价值区域</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36" name="Group 15">
            <a:extLst>
              <a:ext uri="{FF2B5EF4-FFF2-40B4-BE49-F238E27FC236}">
                <a16:creationId xmlns:a16="http://schemas.microsoft.com/office/drawing/2014/main" id="{F97F73AB-9B68-BD3C-49D8-728CAD390629}"/>
              </a:ext>
            </a:extLst>
          </p:cNvPr>
          <p:cNvGrpSpPr/>
          <p:nvPr/>
        </p:nvGrpSpPr>
        <p:grpSpPr bwMode="auto">
          <a:xfrm>
            <a:off x="2418588" y="1689286"/>
            <a:ext cx="2513012" cy="512763"/>
            <a:chOff x="372" y="829"/>
            <a:chExt cx="1583" cy="291"/>
          </a:xfrm>
          <a:solidFill>
            <a:schemeClr val="accent1"/>
          </a:solidFill>
        </p:grpSpPr>
        <p:grpSp>
          <p:nvGrpSpPr>
            <p:cNvPr id="37" name="Group 17">
              <a:extLst>
                <a:ext uri="{FF2B5EF4-FFF2-40B4-BE49-F238E27FC236}">
                  <a16:creationId xmlns:a16="http://schemas.microsoft.com/office/drawing/2014/main" id="{F097649E-D884-754F-2076-7798EE41E74A}"/>
                </a:ext>
              </a:extLst>
            </p:cNvPr>
            <p:cNvGrpSpPr/>
            <p:nvPr/>
          </p:nvGrpSpPr>
          <p:grpSpPr bwMode="auto">
            <a:xfrm>
              <a:off x="372" y="829"/>
              <a:ext cx="1583" cy="291"/>
              <a:chOff x="3964" y="2071"/>
              <a:chExt cx="1238" cy="330"/>
            </a:xfrm>
            <a:grpFill/>
          </p:grpSpPr>
          <p:sp>
            <p:nvSpPr>
              <p:cNvPr id="39" name="AutoShape 18">
                <a:extLst>
                  <a:ext uri="{FF2B5EF4-FFF2-40B4-BE49-F238E27FC236}">
                    <a16:creationId xmlns:a16="http://schemas.microsoft.com/office/drawing/2014/main" id="{BB9BBA33-96C6-367B-F1EA-0F3C1A0BF9B3}"/>
                  </a:ext>
                </a:extLst>
              </p:cNvPr>
              <p:cNvSpPr>
                <a:spLocks noChangeArrowheads="1"/>
              </p:cNvSpPr>
              <p:nvPr/>
            </p:nvSpPr>
            <p:spPr bwMode="ltGray">
              <a:xfrm>
                <a:off x="3964" y="2071"/>
                <a:ext cx="1238" cy="330"/>
              </a:xfrm>
              <a:prstGeom prst="roundRect">
                <a:avLst>
                  <a:gd name="adj" fmla="val 16667"/>
                </a:avLst>
              </a:prstGeom>
              <a:grpFill/>
              <a:ln w="12700"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sp>
            <p:nvSpPr>
              <p:cNvPr id="40" name="AutoShape 19">
                <a:extLst>
                  <a:ext uri="{FF2B5EF4-FFF2-40B4-BE49-F238E27FC236}">
                    <a16:creationId xmlns:a16="http://schemas.microsoft.com/office/drawing/2014/main" id="{E3452468-6D52-9040-1B57-301D0A759D92}"/>
                  </a:ext>
                </a:extLst>
              </p:cNvPr>
              <p:cNvSpPr>
                <a:spLocks noChangeArrowheads="1"/>
              </p:cNvSpPr>
              <p:nvPr/>
            </p:nvSpPr>
            <p:spPr bwMode="ltGray">
              <a:xfrm>
                <a:off x="3987" y="2091"/>
                <a:ext cx="1194" cy="134"/>
              </a:xfrm>
              <a:prstGeom prst="roundRect">
                <a:avLst>
                  <a:gd name="adj" fmla="val 28356"/>
                </a:avLst>
              </a:prstGeom>
              <a:grpFill/>
              <a:ln w="9525" algn="ctr">
                <a:noFill/>
                <a:round/>
              </a:ln>
            </p:spPr>
            <p:txBody>
              <a:bodyPr wrap="none" anchor="ctr"/>
              <a:lstStyle/>
              <a:p>
                <a:pPr fontAlgn="auto">
                  <a:spcBef>
                    <a:spcPts val="0"/>
                  </a:spcBef>
                  <a:spcAft>
                    <a:spcPts val="0"/>
                  </a:spcAft>
                  <a:defRPr/>
                </a:pPr>
                <a:endParaRPr lang="zh-CN" altLang="zh-CN" kern="0">
                  <a:solidFill>
                    <a:sysClr val="windowText" lastClr="000000"/>
                  </a:solidFill>
                  <a:latin typeface="微软雅黑" panose="020B0503020204020204" charset="-122"/>
                  <a:ea typeface="微软雅黑" panose="020B0503020204020204" charset="-122"/>
                  <a:cs typeface="Arial" panose="020B0604020202020204" pitchFamily="34" charset="0"/>
                </a:endParaRPr>
              </a:p>
            </p:txBody>
          </p:sp>
        </p:grpSp>
        <p:sp>
          <p:nvSpPr>
            <p:cNvPr id="38" name="Text Box 38">
              <a:extLst>
                <a:ext uri="{FF2B5EF4-FFF2-40B4-BE49-F238E27FC236}">
                  <a16:creationId xmlns:a16="http://schemas.microsoft.com/office/drawing/2014/main" id="{09125DDE-5D20-35A0-65B9-0787531D0401}"/>
                </a:ext>
              </a:extLst>
            </p:cNvPr>
            <p:cNvSpPr txBox="1">
              <a:spLocks noChangeArrowheads="1"/>
            </p:cNvSpPr>
            <p:nvPr/>
          </p:nvSpPr>
          <p:spPr bwMode="auto">
            <a:xfrm>
              <a:off x="424" y="868"/>
              <a:ext cx="1431" cy="227"/>
            </a:xfrm>
            <a:prstGeom prst="rect">
              <a:avLst/>
            </a:prstGeom>
            <a:solidFill>
              <a:schemeClr val="accent1"/>
            </a:solidFill>
            <a:ln w="9525">
              <a:noFill/>
              <a:miter lim="800000"/>
            </a:ln>
            <a:effectLst>
              <a:outerShdw dist="17961" dir="2700000" algn="ctr" rotWithShape="0">
                <a:srgbClr val="000000"/>
              </a:outerShdw>
            </a:effectLst>
          </p:spPr>
          <p:txBody>
            <a:bodyPr>
              <a:spAutoFit/>
            </a:bodyPr>
            <a:lstStyle/>
            <a:p>
              <a:pPr algn="ctr" fontAlgn="auto">
                <a:spcBef>
                  <a:spcPct val="50000"/>
                </a:spcBef>
                <a:spcAft>
                  <a:spcPts val="0"/>
                </a:spcAft>
                <a:defRPr/>
              </a:pPr>
              <a:r>
                <a:rPr lang="zh-CN" altLang="en-US" sz="2000" kern="0" dirty="0">
                  <a:solidFill>
                    <a:srgbClr val="FFFFFF"/>
                  </a:solidFill>
                  <a:latin typeface="微软雅黑" panose="020B0503020204020204" charset="-122"/>
                  <a:ea typeface="微软雅黑" panose="020B0503020204020204" charset="-122"/>
                </a:rPr>
                <a:t>规划总体原则</a:t>
              </a:r>
            </a:p>
          </p:txBody>
        </p:sp>
      </p:grpSp>
      <p:grpSp>
        <p:nvGrpSpPr>
          <p:cNvPr id="41" name="组合 28">
            <a:extLst>
              <a:ext uri="{FF2B5EF4-FFF2-40B4-BE49-F238E27FC236}">
                <a16:creationId xmlns:a16="http://schemas.microsoft.com/office/drawing/2014/main" id="{444766B1-F882-1423-278C-4C8A8A9EB148}"/>
              </a:ext>
            </a:extLst>
          </p:cNvPr>
          <p:cNvGrpSpPr/>
          <p:nvPr/>
        </p:nvGrpSpPr>
        <p:grpSpPr bwMode="auto">
          <a:xfrm>
            <a:off x="2605913" y="2967224"/>
            <a:ext cx="5897562" cy="508000"/>
            <a:chOff x="579436" y="2529943"/>
            <a:chExt cx="5897564" cy="457175"/>
          </a:xfrm>
        </p:grpSpPr>
        <p:sp>
          <p:nvSpPr>
            <p:cNvPr id="42" name="AutoShape 4">
              <a:extLst>
                <a:ext uri="{FF2B5EF4-FFF2-40B4-BE49-F238E27FC236}">
                  <a16:creationId xmlns:a16="http://schemas.microsoft.com/office/drawing/2014/main" id="{8A363DCC-14F0-817F-67AE-463E86046CB1}"/>
                </a:ext>
              </a:extLst>
            </p:cNvPr>
            <p:cNvSpPr>
              <a:spLocks noChangeArrowheads="1"/>
            </p:cNvSpPr>
            <p:nvPr/>
          </p:nvSpPr>
          <p:spPr bwMode="auto">
            <a:xfrm>
              <a:off x="579436" y="2531371"/>
              <a:ext cx="5897564" cy="454318"/>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3" name="Rectangle 5">
              <a:extLst>
                <a:ext uri="{FF2B5EF4-FFF2-40B4-BE49-F238E27FC236}">
                  <a16:creationId xmlns:a16="http://schemas.microsoft.com/office/drawing/2014/main" id="{5719E30C-EC98-C632-2785-F4966793BA1E}"/>
                </a:ext>
              </a:extLst>
            </p:cNvPr>
            <p:cNvSpPr txBox="1">
              <a:spLocks noChangeArrowheads="1"/>
            </p:cNvSpPr>
            <p:nvPr/>
          </p:nvSpPr>
          <p:spPr bwMode="auto">
            <a:xfrm>
              <a:off x="657225" y="2529943"/>
              <a:ext cx="5628836" cy="4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tx2"/>
                </a:buClr>
              </a:pPr>
              <a:r>
                <a:rPr lang="zh-CN" altLang="en-US" sz="1800" dirty="0">
                  <a:latin typeface="微软雅黑" panose="020B0503020204020204" charset="-122"/>
                  <a:ea typeface="微软雅黑" panose="020B0503020204020204" charset="-122"/>
                </a:rPr>
                <a:t>覆盖和容量同时满足需求</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综合考虑</a:t>
              </a:r>
              <a:endParaRPr lang="zh-CN" altLang="en-US" sz="1800" dirty="0">
                <a:solidFill>
                  <a:srgbClr val="000000"/>
                </a:solidFill>
                <a:latin typeface="微软雅黑" panose="020B0503020204020204" charset="-122"/>
                <a:ea typeface="微软雅黑" panose="020B0503020204020204" charset="-122"/>
              </a:endParaRPr>
            </a:p>
          </p:txBody>
        </p:sp>
      </p:grpSp>
      <p:grpSp>
        <p:nvGrpSpPr>
          <p:cNvPr id="44" name="组合 31">
            <a:extLst>
              <a:ext uri="{FF2B5EF4-FFF2-40B4-BE49-F238E27FC236}">
                <a16:creationId xmlns:a16="http://schemas.microsoft.com/office/drawing/2014/main" id="{F221A80A-264F-D2B2-0E5F-6E3E495CE5B9}"/>
              </a:ext>
            </a:extLst>
          </p:cNvPr>
          <p:cNvGrpSpPr/>
          <p:nvPr/>
        </p:nvGrpSpPr>
        <p:grpSpPr bwMode="auto">
          <a:xfrm>
            <a:off x="2605913" y="4719824"/>
            <a:ext cx="5897562" cy="504825"/>
            <a:chOff x="579436" y="4071566"/>
            <a:chExt cx="5897564" cy="454399"/>
          </a:xfrm>
        </p:grpSpPr>
        <p:sp>
          <p:nvSpPr>
            <p:cNvPr id="45" name="AutoShape 4">
              <a:extLst>
                <a:ext uri="{FF2B5EF4-FFF2-40B4-BE49-F238E27FC236}">
                  <a16:creationId xmlns:a16="http://schemas.microsoft.com/office/drawing/2014/main" id="{D2C866A2-7700-E1C4-8559-604A5149FF97}"/>
                </a:ext>
              </a:extLst>
            </p:cNvPr>
            <p:cNvSpPr>
              <a:spLocks noChangeArrowheads="1"/>
            </p:cNvSpPr>
            <p:nvPr/>
          </p:nvSpPr>
          <p:spPr bwMode="auto">
            <a:xfrm>
              <a:off x="579436" y="407156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6" name="Rectangle 9">
              <a:extLst>
                <a:ext uri="{FF2B5EF4-FFF2-40B4-BE49-F238E27FC236}">
                  <a16:creationId xmlns:a16="http://schemas.microsoft.com/office/drawing/2014/main" id="{3870FC61-4B29-9112-C593-4404901B484F}"/>
                </a:ext>
              </a:extLst>
            </p:cNvPr>
            <p:cNvSpPr>
              <a:spLocks noChangeArrowheads="1"/>
            </p:cNvSpPr>
            <p:nvPr/>
          </p:nvSpPr>
          <p:spPr bwMode="auto">
            <a:xfrm>
              <a:off x="657225" y="4129488"/>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合理利旧</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节约投资、落地便捷</a:t>
              </a:r>
            </a:p>
          </p:txBody>
        </p:sp>
      </p:grpSp>
      <p:grpSp>
        <p:nvGrpSpPr>
          <p:cNvPr id="47" name="组合 30">
            <a:extLst>
              <a:ext uri="{FF2B5EF4-FFF2-40B4-BE49-F238E27FC236}">
                <a16:creationId xmlns:a16="http://schemas.microsoft.com/office/drawing/2014/main" id="{B3DB7208-0538-C0C9-E0A4-FD4AEA9C4CA0}"/>
              </a:ext>
            </a:extLst>
          </p:cNvPr>
          <p:cNvGrpSpPr/>
          <p:nvPr/>
        </p:nvGrpSpPr>
        <p:grpSpPr bwMode="auto">
          <a:xfrm>
            <a:off x="2605913" y="4137211"/>
            <a:ext cx="5897562" cy="504825"/>
            <a:chOff x="579436" y="3544726"/>
            <a:chExt cx="5897564" cy="454399"/>
          </a:xfrm>
        </p:grpSpPr>
        <p:sp>
          <p:nvSpPr>
            <p:cNvPr id="48" name="AutoShape 4">
              <a:extLst>
                <a:ext uri="{FF2B5EF4-FFF2-40B4-BE49-F238E27FC236}">
                  <a16:creationId xmlns:a16="http://schemas.microsoft.com/office/drawing/2014/main" id="{C7D19AF3-1B9D-E618-CAD4-FD80E9A22847}"/>
                </a:ext>
              </a:extLst>
            </p:cNvPr>
            <p:cNvSpPr>
              <a:spLocks noChangeArrowheads="1"/>
            </p:cNvSpPr>
            <p:nvPr/>
          </p:nvSpPr>
          <p:spPr bwMode="auto">
            <a:xfrm>
              <a:off x="579436" y="3544726"/>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49" name="Rectangle 9">
              <a:extLst>
                <a:ext uri="{FF2B5EF4-FFF2-40B4-BE49-F238E27FC236}">
                  <a16:creationId xmlns:a16="http://schemas.microsoft.com/office/drawing/2014/main" id="{0D1278AD-0E88-7F37-F353-153FFB27EB4B}"/>
                </a:ext>
              </a:extLst>
            </p:cNvPr>
            <p:cNvSpPr>
              <a:spLocks noChangeArrowheads="1"/>
            </p:cNvSpPr>
            <p:nvPr/>
          </p:nvSpPr>
          <p:spPr bwMode="auto">
            <a:xfrm>
              <a:off x="657225" y="3602648"/>
              <a:ext cx="5640389"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800" dirty="0">
                  <a:latin typeface="微软雅黑" panose="020B0503020204020204" charset="-122"/>
                  <a:ea typeface="微软雅黑" panose="020B0503020204020204" charset="-122"/>
                </a:rPr>
                <a:t>一次规划、分期建设</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网络结构稳定</a:t>
              </a:r>
              <a:endParaRPr lang="en-US" altLang="zh-CN" sz="1800" dirty="0">
                <a:latin typeface="微软雅黑" panose="020B0503020204020204" charset="-122"/>
                <a:ea typeface="微软雅黑" panose="020B0503020204020204" charset="-122"/>
              </a:endParaRPr>
            </a:p>
          </p:txBody>
        </p:sp>
      </p:grpSp>
      <p:grpSp>
        <p:nvGrpSpPr>
          <p:cNvPr id="50" name="组合 29">
            <a:extLst>
              <a:ext uri="{FF2B5EF4-FFF2-40B4-BE49-F238E27FC236}">
                <a16:creationId xmlns:a16="http://schemas.microsoft.com/office/drawing/2014/main" id="{6F92F254-D7D0-BB73-E83A-BFB3ABB968B5}"/>
              </a:ext>
            </a:extLst>
          </p:cNvPr>
          <p:cNvGrpSpPr/>
          <p:nvPr/>
        </p:nvGrpSpPr>
        <p:grpSpPr bwMode="auto">
          <a:xfrm>
            <a:off x="2605913" y="3556186"/>
            <a:ext cx="5897562" cy="504825"/>
            <a:chOff x="579436" y="3035089"/>
            <a:chExt cx="5897564" cy="454399"/>
          </a:xfrm>
        </p:grpSpPr>
        <p:sp>
          <p:nvSpPr>
            <p:cNvPr id="51" name="AutoShape 4">
              <a:extLst>
                <a:ext uri="{FF2B5EF4-FFF2-40B4-BE49-F238E27FC236}">
                  <a16:creationId xmlns:a16="http://schemas.microsoft.com/office/drawing/2014/main" id="{CE90133A-4F82-6D4E-F43A-448D951D381A}"/>
                </a:ext>
              </a:extLst>
            </p:cNvPr>
            <p:cNvSpPr>
              <a:spLocks noChangeArrowheads="1"/>
            </p:cNvSpPr>
            <p:nvPr/>
          </p:nvSpPr>
          <p:spPr bwMode="auto">
            <a:xfrm>
              <a:off x="579436" y="3035089"/>
              <a:ext cx="5897564" cy="454399"/>
            </a:xfrm>
            <a:prstGeom prst="roundRect">
              <a:avLst>
                <a:gd name="adj" fmla="val 16667"/>
              </a:avLst>
            </a:prstGeom>
            <a:solidFill>
              <a:srgbClr val="FFFFFF"/>
            </a:solidFill>
            <a:ln w="9525" algn="ctr">
              <a:solidFill>
                <a:srgbClr val="FFFFFF"/>
              </a:solidFill>
              <a:round/>
            </a:ln>
          </p:spPr>
          <p:txBody>
            <a:bodyPr wrap="none" lIns="90000" tIns="46800" rIns="90000" bIns="46800" anchor="ctr"/>
            <a:lstStyle/>
            <a:p>
              <a:pPr fontAlgn="auto">
                <a:spcBef>
                  <a:spcPts val="0"/>
                </a:spcBef>
                <a:spcAft>
                  <a:spcPts val="0"/>
                </a:spcAft>
                <a:defRPr/>
              </a:pPr>
              <a:endParaRPr lang="zh-CN" altLang="en-US" sz="1800" kern="0">
                <a:solidFill>
                  <a:sysClr val="windowText" lastClr="000000"/>
                </a:solidFill>
                <a:latin typeface="微软雅黑" panose="020B0503020204020204" charset="-122"/>
                <a:ea typeface="微软雅黑" panose="020B0503020204020204" charset="-122"/>
              </a:endParaRPr>
            </a:p>
          </p:txBody>
        </p:sp>
        <p:sp>
          <p:nvSpPr>
            <p:cNvPr id="52" name="Rectangle 7">
              <a:extLst>
                <a:ext uri="{FF2B5EF4-FFF2-40B4-BE49-F238E27FC236}">
                  <a16:creationId xmlns:a16="http://schemas.microsoft.com/office/drawing/2014/main" id="{C76840B3-D4E8-FB60-4A18-CE3B405080D8}"/>
                </a:ext>
              </a:extLst>
            </p:cNvPr>
            <p:cNvSpPr>
              <a:spLocks noChangeArrowheads="1"/>
            </p:cNvSpPr>
            <p:nvPr/>
          </p:nvSpPr>
          <p:spPr bwMode="auto">
            <a:xfrm>
              <a:off x="657225" y="3093011"/>
              <a:ext cx="5625662" cy="33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2255" indent="-2622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Clr>
                  <a:schemeClr val="tx2"/>
                </a:buClr>
              </a:pPr>
              <a:r>
                <a:rPr lang="zh-CN" altLang="en-US" sz="1800" dirty="0">
                  <a:latin typeface="微软雅黑" panose="020B0503020204020204" charset="-122"/>
                  <a:ea typeface="微软雅黑" panose="020B0503020204020204" charset="-122"/>
                </a:rPr>
                <a:t>网络拓扑结构合理</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信号质量</a:t>
              </a:r>
              <a:endParaRPr lang="zh-CN" altLang="en-US" sz="1800" dirty="0">
                <a:solidFill>
                  <a:srgbClr val="000000"/>
                </a:solidFill>
                <a:latin typeface="微软雅黑" panose="020B0503020204020204" charset="-122"/>
                <a:ea typeface="微软雅黑" panose="020B0503020204020204" charset="-122"/>
              </a:endParaRPr>
            </a:p>
          </p:txBody>
        </p:sp>
      </p:grpSp>
      <p:sp>
        <p:nvSpPr>
          <p:cNvPr id="4" name="文本框 3">
            <a:extLst>
              <a:ext uri="{FF2B5EF4-FFF2-40B4-BE49-F238E27FC236}">
                <a16:creationId xmlns:a16="http://schemas.microsoft.com/office/drawing/2014/main" id="{EEEF2BB6-5551-E5D6-20C0-F0D4531C360C}"/>
              </a:ext>
            </a:extLst>
          </p:cNvPr>
          <p:cNvSpPr txBox="1"/>
          <p:nvPr/>
        </p:nvSpPr>
        <p:spPr>
          <a:xfrm>
            <a:off x="267286" y="5999420"/>
            <a:ext cx="11437034" cy="400110"/>
          </a:xfrm>
          <a:prstGeom prst="rect">
            <a:avLst/>
          </a:prstGeom>
          <a:noFill/>
        </p:spPr>
        <p:txBody>
          <a:bodyPr wrap="square">
            <a:spAutoFit/>
          </a:bodyPr>
          <a:lstStyle/>
          <a:p>
            <a:pPr algn="just">
              <a:buNone/>
            </a:pPr>
            <a:r>
              <a:rPr lang="zh-CN" altLang="en-US" sz="2000" kern="100" dirty="0">
                <a:effectLst/>
                <a:latin typeface="等线" panose="02010600030101010101" pitchFamily="2" charset="-122"/>
                <a:ea typeface="宋体" panose="02010600030101010101" pitchFamily="2" charset="-122"/>
                <a:cs typeface="Times New Roman" panose="02020603050405020304" pitchFamily="18" charset="0"/>
              </a:rPr>
              <a:t>“利旧”</a:t>
            </a:r>
            <a:r>
              <a:rPr lang="zh-CN" altLang="zh-CN" sz="2000" kern="100" dirty="0">
                <a:effectLst/>
                <a:latin typeface="等线" panose="02010600030101010101" pitchFamily="2" charset="-122"/>
                <a:ea typeface="宋体" panose="02010600030101010101" pitchFamily="2" charset="-122"/>
                <a:cs typeface="Times New Roman" panose="02020603050405020304" pitchFamily="18" charset="0"/>
              </a:rPr>
              <a:t>即复用现有资源，减少新增资源投入，同时降低选址难度，是控制成本、加速建设的关键。</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75932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64895" y="193294"/>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p:cNvSpPr txBox="1"/>
          <p:nvPr/>
        </p:nvSpPr>
        <p:spPr>
          <a:xfrm>
            <a:off x="513080" y="-68199"/>
            <a:ext cx="4382135" cy="987425"/>
          </a:xfrm>
          <a:prstGeom prst="rect">
            <a:avLst/>
          </a:prstGeom>
          <a:noFill/>
        </p:spPr>
        <p:txBody>
          <a:bodyPr wrap="square" rtlCol="0">
            <a:no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LTE</a:t>
            </a:r>
            <a:r>
              <a:rPr kumimoji="1" lang="zh-CN" altLang="en-US" sz="1900" b="1" dirty="0">
                <a:latin typeface="微软雅黑" panose="020B0503020204020204" charset="-122"/>
                <a:ea typeface="微软雅黑" panose="020B0503020204020204" charset="-122"/>
                <a:cs typeface="微软雅黑" panose="020B0503020204020204" charset="-122"/>
              </a:rPr>
              <a:t>无线网络衡量指标</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2651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 name="表格 1"/>
          <p:cNvGraphicFramePr>
            <a:graphicFrameLocks noGrp="1"/>
          </p:cNvGraphicFramePr>
          <p:nvPr>
            <p:custDataLst>
              <p:tags r:id="rId1"/>
            </p:custDataLst>
            <p:extLst>
              <p:ext uri="{D42A27DB-BD31-4B8C-83A1-F6EECF244321}">
                <p14:modId xmlns:p14="http://schemas.microsoft.com/office/powerpoint/2010/main" val="2636334576"/>
              </p:ext>
            </p:extLst>
          </p:nvPr>
        </p:nvGraphicFramePr>
        <p:xfrm>
          <a:off x="400050" y="1032891"/>
          <a:ext cx="10798810" cy="4420235"/>
        </p:xfrm>
        <a:graphic>
          <a:graphicData uri="http://schemas.openxmlformats.org/drawingml/2006/table">
            <a:tbl>
              <a:tblPr>
                <a:tableStyleId>{5C22544A-7EE6-4342-B048-85BDC9FD1C3A}</a:tableStyleId>
              </a:tblPr>
              <a:tblGrid>
                <a:gridCol w="1615440">
                  <a:extLst>
                    <a:ext uri="{9D8B030D-6E8A-4147-A177-3AD203B41FA5}">
                      <a16:colId xmlns:a16="http://schemas.microsoft.com/office/drawing/2014/main" val="20000"/>
                    </a:ext>
                  </a:extLst>
                </a:gridCol>
                <a:gridCol w="4707255">
                  <a:extLst>
                    <a:ext uri="{9D8B030D-6E8A-4147-A177-3AD203B41FA5}">
                      <a16:colId xmlns:a16="http://schemas.microsoft.com/office/drawing/2014/main" val="20001"/>
                    </a:ext>
                  </a:extLst>
                </a:gridCol>
                <a:gridCol w="2113915">
                  <a:extLst>
                    <a:ext uri="{9D8B030D-6E8A-4147-A177-3AD203B41FA5}">
                      <a16:colId xmlns:a16="http://schemas.microsoft.com/office/drawing/2014/main" val="20002"/>
                    </a:ext>
                  </a:extLst>
                </a:gridCol>
                <a:gridCol w="2362200">
                  <a:extLst>
                    <a:ext uri="{9D8B030D-6E8A-4147-A177-3AD203B41FA5}">
                      <a16:colId xmlns:a16="http://schemas.microsoft.com/office/drawing/2014/main" val="20003"/>
                    </a:ext>
                  </a:extLst>
                </a:gridCol>
              </a:tblGrid>
              <a:tr h="330835">
                <a:tc>
                  <a:txBody>
                    <a:bodyPr/>
                    <a:lstStyle/>
                    <a:p>
                      <a:pPr algn="ctr" rtl="0" fontAlgn="ctr"/>
                      <a:r>
                        <a:rPr lang="zh-CN" altLang="en-US" sz="1800" u="none" strike="noStrike" dirty="0">
                          <a:effectLst/>
                        </a:rPr>
                        <a:t>指标项</a:t>
                      </a:r>
                      <a:endParaRPr lang="zh-CN" altLang="en-US" sz="1800" b="1"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a:txBody>
                    <a:bodyPr/>
                    <a:lstStyle/>
                    <a:p>
                      <a:pPr algn="ctr" rtl="0" fontAlgn="ctr"/>
                      <a:r>
                        <a:rPr lang="zh-CN" altLang="en-US" sz="1800" u="none" strike="noStrike" dirty="0">
                          <a:effectLst/>
                        </a:rPr>
                        <a:t>定义</a:t>
                      </a:r>
                      <a:endParaRPr lang="zh-CN" altLang="en-US" sz="1800" b="1"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a:txBody>
                    <a:bodyPr/>
                    <a:lstStyle/>
                    <a:p>
                      <a:pPr algn="ctr" rtl="0" fontAlgn="ctr"/>
                      <a:r>
                        <a:rPr lang="zh-CN" altLang="en-US" sz="1800" u="none" strike="noStrike" dirty="0">
                          <a:effectLst/>
                        </a:rPr>
                        <a:t>典型值</a:t>
                      </a:r>
                      <a:endParaRPr lang="zh-CN" altLang="en-US" sz="1800" b="1"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a:txBody>
                    <a:bodyPr/>
                    <a:lstStyle/>
                    <a:p>
                      <a:pPr algn="ctr" rtl="0" fontAlgn="ctr"/>
                      <a:r>
                        <a:rPr lang="zh-CN" altLang="en-US" sz="1800" u="none" strike="noStrike" dirty="0">
                          <a:effectLst/>
                        </a:rPr>
                        <a:t>备注</a:t>
                      </a:r>
                      <a:endParaRPr lang="zh-CN" altLang="en-US" sz="1800" b="1"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extLst>
                  <a:ext uri="{0D108BD9-81ED-4DB2-BD59-A6C34878D82A}">
                    <a16:rowId xmlns:a16="http://schemas.microsoft.com/office/drawing/2014/main" val="10000"/>
                  </a:ext>
                </a:extLst>
              </a:tr>
              <a:tr h="1189990">
                <a:tc>
                  <a:txBody>
                    <a:bodyPr/>
                    <a:lstStyle/>
                    <a:p>
                      <a:pPr algn="ctr" rtl="0" fontAlgn="ctr"/>
                      <a:r>
                        <a:rPr lang="en-US" sz="1600" u="none" strike="noStrike" dirty="0">
                          <a:effectLst/>
                        </a:rPr>
                        <a:t>RSRP</a:t>
                      </a:r>
                      <a:endParaRPr lang="en-US" sz="1600" b="0" i="0" u="none" strike="noStrike" dirty="0">
                        <a:solidFill>
                          <a:srgbClr val="000000"/>
                        </a:solidFill>
                        <a:effectLst/>
                        <a:latin typeface="Arial" panose="020B0604020202020204" pitchFamily="34" charset="0"/>
                        <a:ea typeface="宋体" panose="02010600030101010101" pitchFamily="2" charset="-122"/>
                      </a:endParaRPr>
                    </a:p>
                  </a:txBody>
                  <a:tcPr marL="9181" marR="9181" marT="9181" marB="0" anchor="ctr">
                    <a:solidFill>
                      <a:schemeClr val="accent1">
                        <a:lumMod val="40000"/>
                        <a:lumOff val="60000"/>
                      </a:schemeClr>
                    </a:solidFill>
                  </a:tcPr>
                </a:tc>
                <a:tc>
                  <a:txBody>
                    <a:bodyPr/>
                    <a:lstStyle/>
                    <a:p>
                      <a:pPr algn="l" rtl="0" fontAlgn="ctr"/>
                      <a:r>
                        <a:rPr lang="zh-CN" altLang="en-US" sz="1600" u="none" strike="noStrike" dirty="0">
                          <a:effectLst/>
                        </a:rPr>
                        <a:t>参考信号接收功率。测量带宽内的所有公共导频接收功率的线性平均，也就是一个导频</a:t>
                      </a:r>
                      <a:r>
                        <a:rPr lang="en-US" altLang="zh-CN" sz="1600" u="none" strike="noStrike" dirty="0">
                          <a:effectLst/>
                        </a:rPr>
                        <a:t>RE</a:t>
                      </a:r>
                      <a:r>
                        <a:rPr lang="zh-CN" altLang="en-US" sz="1600" u="none" strike="noStrike" dirty="0">
                          <a:effectLst/>
                        </a:rPr>
                        <a:t>的平均功率，和</a:t>
                      </a:r>
                      <a:r>
                        <a:rPr lang="en-US" altLang="zh-CN" sz="1600" u="none" strike="noStrike" dirty="0">
                          <a:effectLst/>
                        </a:rPr>
                        <a:t>RSCP</a:t>
                      </a:r>
                      <a:r>
                        <a:rPr lang="zh-CN" altLang="en-US" sz="1600" u="none" strike="noStrike" dirty="0">
                          <a:effectLst/>
                        </a:rPr>
                        <a:t>的定义有较大差异。</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a:txBody>
                    <a:bodyPr/>
                    <a:lstStyle/>
                    <a:p>
                      <a:pPr algn="ctr" rtl="0" fontAlgn="ctr"/>
                      <a:r>
                        <a:rPr lang="en-US" sz="1600" u="none" strike="noStrike">
                          <a:effectLst/>
                        </a:rPr>
                        <a:t>-70∽-120dbm</a:t>
                      </a:r>
                      <a:endParaRPr lang="en-US" sz="1600" b="0" i="0" u="none" strike="noStrike">
                        <a:solidFill>
                          <a:srgbClr val="000000"/>
                        </a:solidFill>
                        <a:effectLst/>
                        <a:latin typeface="Arial" panose="020B0604020202020204" pitchFamily="34" charset="0"/>
                        <a:ea typeface="宋体" panose="02010600030101010101" pitchFamily="2" charset="-122"/>
                      </a:endParaRPr>
                    </a:p>
                  </a:txBody>
                  <a:tcPr marL="9181" marR="9181" marT="9181" marB="0" anchor="ctr">
                    <a:solidFill>
                      <a:schemeClr val="accent1">
                        <a:lumMod val="40000"/>
                        <a:lumOff val="60000"/>
                      </a:schemeClr>
                    </a:solidFill>
                  </a:tcPr>
                </a:tc>
                <a:tc>
                  <a:txBody>
                    <a:bodyPr/>
                    <a:lstStyle/>
                    <a:p>
                      <a:pPr algn="ctr" rtl="0" fontAlgn="ctr"/>
                      <a:r>
                        <a:rPr lang="zh-CN" altLang="en-US" sz="1600" u="none" strike="noStrike">
                          <a:effectLst/>
                        </a:rPr>
                        <a:t>覆盖电平的衡量指标</a:t>
                      </a:r>
                      <a:endParaRPr lang="zh-CN" altLang="en-US" sz="1600" b="0" i="0" u="none" strike="noStrike">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extLst>
                  <a:ext uri="{0D108BD9-81ED-4DB2-BD59-A6C34878D82A}">
                    <a16:rowId xmlns:a16="http://schemas.microsoft.com/office/drawing/2014/main" val="10001"/>
                  </a:ext>
                </a:extLst>
              </a:tr>
              <a:tr h="964565">
                <a:tc>
                  <a:txBody>
                    <a:bodyPr/>
                    <a:lstStyle/>
                    <a:p>
                      <a:pPr algn="ctr" rtl="0" fontAlgn="ctr"/>
                      <a:r>
                        <a:rPr lang="en-US" sz="1600" u="none" strike="noStrike">
                          <a:effectLst/>
                        </a:rPr>
                        <a:t>RSRQ</a:t>
                      </a:r>
                      <a:endParaRPr lang="en-US" sz="1600" b="0" i="0" u="none" strike="noStrike">
                        <a:solidFill>
                          <a:srgbClr val="000000"/>
                        </a:solidFill>
                        <a:effectLst/>
                        <a:latin typeface="Arial" panose="020B0604020202020204" pitchFamily="34" charset="0"/>
                        <a:ea typeface="宋体" panose="02010600030101010101" pitchFamily="2" charset="-122"/>
                      </a:endParaRPr>
                    </a:p>
                  </a:txBody>
                  <a:tcPr marL="9181" marR="9181" marT="9181" marB="0" anchor="ctr">
                    <a:solidFill>
                      <a:schemeClr val="accent1">
                        <a:lumMod val="40000"/>
                        <a:lumOff val="60000"/>
                      </a:schemeClr>
                    </a:solidFill>
                  </a:tcPr>
                </a:tc>
                <a:tc>
                  <a:txBody>
                    <a:bodyPr/>
                    <a:lstStyle/>
                    <a:p>
                      <a:pPr algn="l" rtl="0" fontAlgn="ctr"/>
                      <a:r>
                        <a:rPr lang="zh-CN" altLang="en-US" sz="1600" u="none" strike="noStrike" dirty="0">
                          <a:effectLst/>
                        </a:rPr>
                        <a:t>参考信号接收质量。</a:t>
                      </a:r>
                      <a:r>
                        <a:rPr lang="en-US" altLang="zh-CN" sz="1600" u="none" strike="noStrike" dirty="0">
                          <a:effectLst/>
                        </a:rPr>
                        <a:t>N*RSRP/</a:t>
                      </a:r>
                      <a:r>
                        <a:rPr lang="zh-CN" altLang="en-US" sz="1600" u="none" strike="noStrike" dirty="0">
                          <a:effectLst/>
                        </a:rPr>
                        <a:t>（</a:t>
                      </a:r>
                      <a:r>
                        <a:rPr lang="en-US" altLang="zh-CN" sz="1600" u="none" strike="noStrike" dirty="0">
                          <a:effectLst/>
                        </a:rPr>
                        <a:t>E-UTRAN carrier RSSI</a:t>
                      </a:r>
                      <a:r>
                        <a:rPr lang="zh-CN" altLang="en-US" sz="1600" u="none" strike="noStrike" dirty="0">
                          <a:effectLst/>
                        </a:rPr>
                        <a:t>），</a:t>
                      </a:r>
                      <a:r>
                        <a:rPr lang="en-US" altLang="zh-CN" sz="1600" u="none" strike="noStrike" dirty="0">
                          <a:effectLst/>
                        </a:rPr>
                        <a:t>N</a:t>
                      </a:r>
                      <a:r>
                        <a:rPr lang="zh-CN" altLang="en-US" sz="1600" u="none" strike="noStrike" dirty="0">
                          <a:effectLst/>
                        </a:rPr>
                        <a:t>为</a:t>
                      </a:r>
                      <a:r>
                        <a:rPr lang="en-US" altLang="zh-CN" sz="1600" u="none" strike="noStrike" dirty="0">
                          <a:effectLst/>
                        </a:rPr>
                        <a:t>RB</a:t>
                      </a:r>
                      <a:r>
                        <a:rPr lang="zh-CN" altLang="en-US" sz="1600" u="none" strike="noStrike" dirty="0">
                          <a:effectLst/>
                        </a:rPr>
                        <a:t>数。实际上等效于</a:t>
                      </a:r>
                      <a:r>
                        <a:rPr lang="en-US" altLang="zh-CN" sz="1600" u="none" strike="noStrike" dirty="0">
                          <a:effectLst/>
                        </a:rPr>
                        <a:t>RSRP/</a:t>
                      </a:r>
                      <a:r>
                        <a:rPr lang="zh-CN" altLang="en-US" sz="1600" u="none" strike="noStrike" dirty="0">
                          <a:effectLst/>
                        </a:rPr>
                        <a:t>一个</a:t>
                      </a:r>
                      <a:r>
                        <a:rPr lang="en-US" altLang="zh-CN" sz="1600" u="none" strike="noStrike" dirty="0">
                          <a:effectLst/>
                        </a:rPr>
                        <a:t>RB</a:t>
                      </a:r>
                      <a:r>
                        <a:rPr lang="zh-CN" altLang="en-US" sz="1600" u="none" strike="noStrike" dirty="0">
                          <a:effectLst/>
                        </a:rPr>
                        <a:t>上的平均接收信号强度</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a:txBody>
                    <a:bodyPr/>
                    <a:lstStyle/>
                    <a:p>
                      <a:pPr algn="ctr" rtl="0" fontAlgn="ctr"/>
                      <a:r>
                        <a:rPr lang="zh-CN" altLang="en-US" sz="1600" u="none" strike="noStrike" dirty="0">
                          <a:effectLst/>
                        </a:rPr>
                        <a:t>最大值为</a:t>
                      </a:r>
                      <a:r>
                        <a:rPr lang="en-US" altLang="zh-CN" sz="1600" u="none" strike="noStrike" dirty="0">
                          <a:effectLst/>
                        </a:rPr>
                        <a:t>-6</a:t>
                      </a:r>
                      <a:r>
                        <a:rPr lang="en-US" sz="1600" u="none" strike="noStrike" dirty="0">
                          <a:effectLst/>
                        </a:rPr>
                        <a:t>dB</a:t>
                      </a:r>
                    </a:p>
                    <a:p>
                      <a:pPr algn="ctr" rtl="0" fontAlgn="ctr"/>
                      <a:r>
                        <a:rPr lang="en-US" sz="1600" u="none" strike="noStrike" dirty="0">
                          <a:effectLst/>
                        </a:rPr>
                        <a:t>（2T2R）</a:t>
                      </a:r>
                      <a:endParaRPr 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a:txBody>
                    <a:bodyPr/>
                    <a:lstStyle/>
                    <a:p>
                      <a:pPr algn="l" rtl="0" fontAlgn="ctr"/>
                      <a:r>
                        <a:rPr lang="zh-CN" altLang="en-US" sz="1600" u="none" strike="noStrike">
                          <a:effectLst/>
                        </a:rPr>
                        <a:t>和天线配置、导频功率配比，网络负载情况有关</a:t>
                      </a:r>
                      <a:endParaRPr lang="zh-CN" altLang="en-US" sz="1600" b="0" i="0" u="none" strike="noStrike">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extLst>
                  <a:ext uri="{0D108BD9-81ED-4DB2-BD59-A6C34878D82A}">
                    <a16:rowId xmlns:a16="http://schemas.microsoft.com/office/drawing/2014/main" val="10002"/>
                  </a:ext>
                </a:extLst>
              </a:tr>
              <a:tr h="321945">
                <a:tc rowSpan="2">
                  <a:txBody>
                    <a:bodyPr/>
                    <a:lstStyle/>
                    <a:p>
                      <a:pPr algn="ctr" rtl="0" fontAlgn="ctr"/>
                      <a:r>
                        <a:rPr lang="zh-CN" altLang="en-US" sz="1600" u="none" strike="noStrike">
                          <a:effectLst/>
                        </a:rPr>
                        <a:t>小区中心</a:t>
                      </a:r>
                      <a:r>
                        <a:rPr lang="en-US" sz="1600" u="none" strike="noStrike">
                          <a:effectLst/>
                        </a:rPr>
                        <a:t>SINR</a:t>
                      </a:r>
                      <a:endParaRPr lang="en-US" sz="1600" b="0" i="0" u="none" strike="noStrike">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rowSpan="2">
                  <a:txBody>
                    <a:bodyPr/>
                    <a:lstStyle/>
                    <a:p>
                      <a:pPr algn="l" rtl="0" fontAlgn="ctr"/>
                      <a:r>
                        <a:rPr lang="en-US" altLang="zh-CN" sz="1600" u="none" strike="noStrike" dirty="0">
                          <a:effectLst/>
                        </a:rPr>
                        <a:t>SINR</a:t>
                      </a:r>
                      <a:r>
                        <a:rPr lang="zh-CN" altLang="en-US" sz="1600" u="none" strike="noStrike" dirty="0">
                          <a:effectLst/>
                        </a:rPr>
                        <a:t>高于一定程度的区域认为是小区中心。不同负载情况下，由于网络</a:t>
                      </a:r>
                      <a:r>
                        <a:rPr lang="en-US" altLang="zh-CN" sz="1600" u="none" strike="noStrike" dirty="0">
                          <a:effectLst/>
                        </a:rPr>
                        <a:t>SINR</a:t>
                      </a:r>
                      <a:r>
                        <a:rPr lang="zh-CN" altLang="en-US" sz="1600" u="none" strike="noStrike" dirty="0">
                          <a:effectLst/>
                        </a:rPr>
                        <a:t>分布曲线不同，小区中心的</a:t>
                      </a:r>
                      <a:r>
                        <a:rPr lang="en-US" altLang="zh-CN" sz="1600" u="none" strike="noStrike" dirty="0">
                          <a:effectLst/>
                        </a:rPr>
                        <a:t>SINR</a:t>
                      </a:r>
                      <a:r>
                        <a:rPr lang="zh-CN" altLang="en-US" sz="1600" u="none" strike="noStrike" dirty="0">
                          <a:effectLst/>
                        </a:rPr>
                        <a:t>判断门限也会不同。</a:t>
                      </a:r>
                      <a:endParaRPr lang="zh-CN" altLang="en-US" sz="1600" b="0" i="0" u="none" strike="noStrike" dirty="0">
                        <a:solidFill>
                          <a:srgbClr val="000000"/>
                        </a:solidFill>
                        <a:effectLst/>
                        <a:latin typeface="Arial" panose="020B0604020202020204" pitchFamily="34" charset="0"/>
                        <a:ea typeface="宋体" panose="02010600030101010101" pitchFamily="2" charset="-122"/>
                      </a:endParaRPr>
                    </a:p>
                  </a:txBody>
                  <a:tcPr marL="9181" marR="9181" marT="9181" marB="0" anchor="ctr">
                    <a:solidFill>
                      <a:schemeClr val="accent1">
                        <a:lumMod val="40000"/>
                        <a:lumOff val="60000"/>
                      </a:schemeClr>
                    </a:solidFill>
                  </a:tcPr>
                </a:tc>
                <a:tc>
                  <a:txBody>
                    <a:bodyPr/>
                    <a:lstStyle/>
                    <a:p>
                      <a:pPr algn="ctr" rtl="0" fontAlgn="ctr"/>
                      <a:r>
                        <a:rPr lang="en-US" sz="1600" u="none" strike="noStrike" dirty="0">
                          <a:effectLst/>
                        </a:rPr>
                        <a:t>15db</a:t>
                      </a:r>
                      <a:r>
                        <a:rPr lang="zh-CN" altLang="en-US" sz="1600" u="none" strike="noStrike" dirty="0">
                          <a:effectLst/>
                        </a:rPr>
                        <a:t>以上     </a:t>
                      </a:r>
                      <a:endParaRPr lang="zh-CN" altLang="en-US" sz="1600" b="0" i="0" u="none" strike="noStrike" dirty="0">
                        <a:solidFill>
                          <a:srgbClr val="000000"/>
                        </a:solidFill>
                        <a:effectLst/>
                        <a:latin typeface="Arial" panose="020B0604020202020204" pitchFamily="34" charset="0"/>
                        <a:ea typeface="宋体" panose="02010600030101010101" pitchFamily="2" charset="-122"/>
                      </a:endParaRPr>
                    </a:p>
                  </a:txBody>
                  <a:tcPr marL="9181" marR="9181" marT="9181" marB="0" anchor="ctr">
                    <a:solidFill>
                      <a:schemeClr val="accent1">
                        <a:lumMod val="40000"/>
                        <a:lumOff val="60000"/>
                      </a:schemeClr>
                    </a:solidFill>
                  </a:tcPr>
                </a:tc>
                <a:tc rowSpan="2">
                  <a:txBody>
                    <a:bodyPr/>
                    <a:lstStyle/>
                    <a:p>
                      <a:pPr algn="l" rtl="0" fontAlgn="ctr"/>
                      <a:r>
                        <a:rPr lang="zh-CN" altLang="en-US" sz="1600" u="none" strike="noStrike" dirty="0">
                          <a:effectLst/>
                        </a:rPr>
                        <a:t>不同的负载率</a:t>
                      </a:r>
                      <a:r>
                        <a:rPr lang="en-US" altLang="zh-CN" sz="1600" u="none" strike="noStrike" dirty="0">
                          <a:effectLst/>
                        </a:rPr>
                        <a:t>SINR</a:t>
                      </a:r>
                      <a:r>
                        <a:rPr lang="zh-CN" altLang="en-US" sz="1600" u="none" strike="noStrike" dirty="0">
                          <a:effectLst/>
                        </a:rPr>
                        <a:t>分布不同，典型值也不同</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extLst>
                  <a:ext uri="{0D108BD9-81ED-4DB2-BD59-A6C34878D82A}">
                    <a16:rowId xmlns:a16="http://schemas.microsoft.com/office/drawing/2014/main" val="10003"/>
                  </a:ext>
                </a:extLst>
              </a:tr>
              <a:tr h="695960">
                <a:tc vMerge="1">
                  <a:txBody>
                    <a:bodyPr/>
                    <a:lstStyle/>
                    <a:p>
                      <a:endParaRPr lang="zh-CN"/>
                    </a:p>
                  </a:txBody>
                  <a:tcPr/>
                </a:tc>
                <a:tc vMerge="1">
                  <a:txBody>
                    <a:bodyPr/>
                    <a:lstStyle/>
                    <a:p>
                      <a:endParaRPr lang="zh-CN"/>
                    </a:p>
                  </a:txBody>
                  <a:tcPr/>
                </a:tc>
                <a:tc>
                  <a:txBody>
                    <a:bodyPr/>
                    <a:lstStyle/>
                    <a:p>
                      <a:pPr algn="ctr" rtl="0" fontAlgn="ctr"/>
                      <a:r>
                        <a:rPr lang="en-US" sz="1600" u="none" strike="noStrike" dirty="0">
                          <a:effectLst/>
                        </a:rPr>
                        <a:t>（100%load）</a:t>
                      </a:r>
                      <a:endParaRPr 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vMerge="1">
                  <a:txBody>
                    <a:bodyPr/>
                    <a:lstStyle/>
                    <a:p>
                      <a:endParaRPr lang="zh-CN"/>
                    </a:p>
                  </a:txBody>
                  <a:tcPr/>
                </a:tc>
                <a:extLst>
                  <a:ext uri="{0D108BD9-81ED-4DB2-BD59-A6C34878D82A}">
                    <a16:rowId xmlns:a16="http://schemas.microsoft.com/office/drawing/2014/main" val="10004"/>
                  </a:ext>
                </a:extLst>
              </a:tr>
              <a:tr h="321945">
                <a:tc rowSpan="2">
                  <a:txBody>
                    <a:bodyPr/>
                    <a:lstStyle/>
                    <a:p>
                      <a:pPr algn="ctr" rtl="0" fontAlgn="ctr"/>
                      <a:r>
                        <a:rPr lang="zh-CN" altLang="en-US" sz="1600" u="none" strike="noStrike" dirty="0">
                          <a:effectLst/>
                        </a:rPr>
                        <a:t>小区边缘</a:t>
                      </a:r>
                      <a:r>
                        <a:rPr lang="en-US" sz="1600" u="none" strike="noStrike" dirty="0">
                          <a:effectLst/>
                        </a:rPr>
                        <a:t>SINR</a:t>
                      </a:r>
                      <a:endParaRPr 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rowSpan="2">
                  <a:txBody>
                    <a:bodyPr/>
                    <a:lstStyle/>
                    <a:p>
                      <a:pPr algn="l" rtl="0" fontAlgn="ctr"/>
                      <a:r>
                        <a:rPr lang="en-US" altLang="zh-CN" sz="1600" u="none" strike="noStrike" dirty="0">
                          <a:effectLst/>
                        </a:rPr>
                        <a:t>SINR</a:t>
                      </a:r>
                      <a:r>
                        <a:rPr lang="zh-CN" altLang="en-US" sz="1600" u="none" strike="noStrike" dirty="0">
                          <a:effectLst/>
                        </a:rPr>
                        <a:t>低于一定程度的区域认为是小区边缘。不同负载情况下，由于网络</a:t>
                      </a:r>
                      <a:r>
                        <a:rPr lang="en-US" altLang="zh-CN" sz="1600" u="none" strike="noStrike" dirty="0">
                          <a:effectLst/>
                        </a:rPr>
                        <a:t>SINR</a:t>
                      </a:r>
                      <a:r>
                        <a:rPr lang="zh-CN" altLang="en-US" sz="1600" u="none" strike="noStrike" dirty="0">
                          <a:effectLst/>
                        </a:rPr>
                        <a:t>分布曲线不同，小区边缘的</a:t>
                      </a:r>
                      <a:r>
                        <a:rPr lang="en-US" altLang="zh-CN" sz="1600" u="none" strike="noStrike" dirty="0">
                          <a:effectLst/>
                        </a:rPr>
                        <a:t>SINR</a:t>
                      </a:r>
                      <a:r>
                        <a:rPr lang="zh-CN" altLang="en-US" sz="1600" u="none" strike="noStrike" dirty="0">
                          <a:effectLst/>
                        </a:rPr>
                        <a:t>判断门限也会不同。</a:t>
                      </a:r>
                      <a:endParaRPr lang="zh-CN" altLang="en-US" sz="1600" b="0" i="0" u="none" strike="noStrike" dirty="0">
                        <a:solidFill>
                          <a:srgbClr val="000000"/>
                        </a:solidFill>
                        <a:effectLst/>
                        <a:latin typeface="Arial" panose="020B0604020202020204" pitchFamily="34" charset="0"/>
                        <a:ea typeface="宋体" panose="02010600030101010101" pitchFamily="2" charset="-122"/>
                      </a:endParaRPr>
                    </a:p>
                  </a:txBody>
                  <a:tcPr marL="9181" marR="9181" marT="9181" marB="0" anchor="ctr">
                    <a:solidFill>
                      <a:schemeClr val="accent1">
                        <a:lumMod val="40000"/>
                        <a:lumOff val="60000"/>
                      </a:schemeClr>
                    </a:solidFill>
                  </a:tcPr>
                </a:tc>
                <a:tc>
                  <a:txBody>
                    <a:bodyPr/>
                    <a:lstStyle/>
                    <a:p>
                      <a:pPr algn="ctr" rtl="0" fontAlgn="ctr"/>
                      <a:r>
                        <a:rPr lang="en-US" sz="1600" u="none" strike="noStrike" dirty="0">
                          <a:effectLst/>
                        </a:rPr>
                        <a:t>0db</a:t>
                      </a:r>
                      <a:r>
                        <a:rPr lang="zh-CN" altLang="en-US" sz="1600" u="none" strike="noStrike" dirty="0">
                          <a:effectLst/>
                        </a:rPr>
                        <a:t>以上       </a:t>
                      </a:r>
                      <a:endParaRPr lang="zh-CN" altLang="en-US" sz="1600" b="0" i="0" u="none" strike="noStrike" dirty="0">
                        <a:solidFill>
                          <a:srgbClr val="000000"/>
                        </a:solidFill>
                        <a:effectLst/>
                        <a:latin typeface="Arial" panose="020B0604020202020204" pitchFamily="34" charset="0"/>
                        <a:ea typeface="宋体" panose="02010600030101010101" pitchFamily="2" charset="-122"/>
                      </a:endParaRPr>
                    </a:p>
                  </a:txBody>
                  <a:tcPr marL="9181" marR="9181" marT="9181" marB="0" anchor="ctr">
                    <a:solidFill>
                      <a:schemeClr val="accent1">
                        <a:lumMod val="40000"/>
                        <a:lumOff val="60000"/>
                      </a:schemeClr>
                    </a:solidFill>
                  </a:tcPr>
                </a:tc>
                <a:tc rowSpan="2">
                  <a:txBody>
                    <a:bodyPr/>
                    <a:lstStyle/>
                    <a:p>
                      <a:pPr algn="l" rtl="0" fontAlgn="ctr"/>
                      <a:r>
                        <a:rPr lang="zh-CN" altLang="en-US" sz="1600" u="none" strike="noStrike" dirty="0">
                          <a:effectLst/>
                        </a:rPr>
                        <a:t>不同的负载率</a:t>
                      </a:r>
                      <a:r>
                        <a:rPr lang="en-US" altLang="zh-CN" sz="1600" u="none" strike="noStrike" dirty="0">
                          <a:effectLst/>
                        </a:rPr>
                        <a:t>SINR</a:t>
                      </a:r>
                      <a:r>
                        <a:rPr lang="zh-CN" altLang="en-US" sz="1600" u="none" strike="noStrike" dirty="0">
                          <a:effectLst/>
                        </a:rPr>
                        <a:t>分布不同，典型值也不同</a:t>
                      </a:r>
                      <a:endParaRPr lang="zh-CN" alt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extLst>
                  <a:ext uri="{0D108BD9-81ED-4DB2-BD59-A6C34878D82A}">
                    <a16:rowId xmlns:a16="http://schemas.microsoft.com/office/drawing/2014/main" val="10005"/>
                  </a:ext>
                </a:extLst>
              </a:tr>
              <a:tr h="594995">
                <a:tc vMerge="1">
                  <a:txBody>
                    <a:bodyPr/>
                    <a:lstStyle/>
                    <a:p>
                      <a:endParaRPr lang="zh-CN"/>
                    </a:p>
                  </a:txBody>
                  <a:tcPr/>
                </a:tc>
                <a:tc vMerge="1">
                  <a:txBody>
                    <a:bodyPr/>
                    <a:lstStyle/>
                    <a:p>
                      <a:endParaRPr lang="zh-CN"/>
                    </a:p>
                  </a:txBody>
                  <a:tcPr/>
                </a:tc>
                <a:tc>
                  <a:txBody>
                    <a:bodyPr/>
                    <a:lstStyle/>
                    <a:p>
                      <a:pPr algn="ctr" rtl="0" fontAlgn="ctr"/>
                      <a:r>
                        <a:rPr lang="en-US" sz="1600" u="none" strike="noStrike" dirty="0">
                          <a:effectLst/>
                        </a:rPr>
                        <a:t>（100%load）</a:t>
                      </a:r>
                      <a:endParaRPr lang="en-US" sz="1600" b="0" i="0" u="none" strike="noStrike" dirty="0">
                        <a:solidFill>
                          <a:srgbClr val="000000"/>
                        </a:solidFill>
                        <a:effectLst/>
                        <a:latin typeface="微软雅黑" panose="020B0503020204020204" charset="-122"/>
                        <a:ea typeface="微软雅黑" panose="020B0503020204020204" charset="-122"/>
                      </a:endParaRPr>
                    </a:p>
                  </a:txBody>
                  <a:tcPr marL="9181" marR="9181" marT="9181" marB="0" anchor="ctr">
                    <a:solidFill>
                      <a:schemeClr val="accent1">
                        <a:lumMod val="40000"/>
                        <a:lumOff val="60000"/>
                      </a:schemeClr>
                    </a:solidFill>
                  </a:tcPr>
                </a:tc>
                <a:tc vMerge="1">
                  <a:txBody>
                    <a:bodyPr/>
                    <a:lstStyle/>
                    <a:p>
                      <a:endParaRPr lang="zh-CN"/>
                    </a:p>
                  </a:txBody>
                  <a:tcPr/>
                </a:tc>
                <a:extLst>
                  <a:ext uri="{0D108BD9-81ED-4DB2-BD59-A6C34878D82A}">
                    <a16:rowId xmlns:a16="http://schemas.microsoft.com/office/drawing/2014/main" val="10006"/>
                  </a:ext>
                </a:extLst>
              </a:tr>
            </a:tbl>
          </a:graphicData>
        </a:graphic>
      </p:graphicFrame>
      <p:sp>
        <p:nvSpPr>
          <p:cNvPr id="5" name="文本框 4">
            <a:extLst>
              <a:ext uri="{FF2B5EF4-FFF2-40B4-BE49-F238E27FC236}">
                <a16:creationId xmlns:a16="http://schemas.microsoft.com/office/drawing/2014/main" id="{61B7D90C-8E55-42E0-5899-A97198DBC980}"/>
              </a:ext>
            </a:extLst>
          </p:cNvPr>
          <p:cNvSpPr txBox="1"/>
          <p:nvPr/>
        </p:nvSpPr>
        <p:spPr>
          <a:xfrm>
            <a:off x="86868" y="5757418"/>
            <a:ext cx="12018264" cy="923330"/>
          </a:xfrm>
          <a:prstGeom prst="rect">
            <a:avLst/>
          </a:prstGeom>
          <a:noFill/>
        </p:spPr>
        <p:txBody>
          <a:bodyPr wrap="square">
            <a:spAutoFit/>
          </a:bodyPr>
          <a:lstStyle/>
          <a:p>
            <a:pPr algn="just">
              <a:buNone/>
            </a:pPr>
            <a:r>
              <a:rPr lang="en-US" altLang="zh-CN" sz="1800" b="1" kern="100" dirty="0">
                <a:effectLst/>
                <a:latin typeface="宋体" panose="02010600030101010101" pitchFamily="2" charset="-122"/>
                <a:ea typeface="等线" panose="02010600030101010101" pitchFamily="2" charset="-122"/>
                <a:cs typeface="Times New Roman" panose="02020603050405020304" pitchFamily="18" charset="0"/>
              </a:rPr>
              <a:t>RSRP vs RSRQ</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RSRP </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仅反映 “信号强弱”，</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RSRQ </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反映 “信号质量” ，需两者结合判断覆盖质量。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effectLst/>
                <a:latin typeface="宋体" panose="02010600030101010101" pitchFamily="2" charset="-122"/>
                <a:ea typeface="等线" panose="02010600030101010101" pitchFamily="2" charset="-122"/>
                <a:cs typeface="Times New Roman" panose="02020603050405020304" pitchFamily="18" charset="0"/>
              </a:rPr>
              <a:t>SINR </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分层</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：小区中心与边缘的</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SINR </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差异，体现网络资源分配的均衡性，边缘</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SINR </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是衡量网络体验</a:t>
            </a:r>
            <a:r>
              <a:rPr lang="zh-CN" altLang="en-US" kern="100" dirty="0">
                <a:latin typeface="等线" panose="02010600030101010101" pitchFamily="2" charset="-122"/>
                <a:ea typeface="宋体" panose="02010600030101010101" pitchFamily="2" charset="-122"/>
                <a:cs typeface="Times New Roman" panose="02020603050405020304" pitchFamily="18" charset="0"/>
              </a:rPr>
              <a:t>“底线”</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的关键指标，需重点保障。</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任务一：初探</a:t>
            </a:r>
            <a:r>
              <a:rPr lang="en-US" altLang="zh-CN" dirty="0"/>
              <a:t>LTE</a:t>
            </a:r>
            <a:r>
              <a:rPr lang="zh-CN" altLang="en-US" dirty="0"/>
              <a:t>网络规划</a:t>
            </a:r>
          </a:p>
        </p:txBody>
      </p:sp>
      <p:sp>
        <p:nvSpPr>
          <p:cNvPr id="12" name="文本框 11"/>
          <p:cNvSpPr txBox="1"/>
          <p:nvPr/>
        </p:nvSpPr>
        <p:spPr>
          <a:xfrm>
            <a:off x="833161" y="993775"/>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1.3   LTE</a:t>
            </a:r>
            <a:r>
              <a:rPr kumimoji="1" lang="zh-CN" altLang="en-US" sz="1900" b="1" dirty="0">
                <a:latin typeface="微软雅黑" panose="020B0503020204020204" charset="-122"/>
                <a:ea typeface="微软雅黑" panose="020B0503020204020204" charset="-122"/>
                <a:cs typeface="微软雅黑" panose="020B0503020204020204" charset="-122"/>
              </a:rPr>
              <a:t>网络规划的挑战</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矩形 27"/>
          <p:cNvSpPr/>
          <p:nvPr/>
        </p:nvSpPr>
        <p:spPr>
          <a:xfrm>
            <a:off x="833120" y="5010150"/>
            <a:ext cx="10679430" cy="1076325"/>
          </a:xfrm>
          <a:prstGeom prst="rect">
            <a:avLst/>
          </a:prstGeom>
        </p:spPr>
        <p:txBody>
          <a:bodyPr wrap="square">
            <a:spAutoFit/>
          </a:bodyPr>
          <a:lstStyle/>
          <a:p>
            <a:pPr>
              <a:spcBef>
                <a:spcPts val="600"/>
              </a:spcBef>
              <a:spcAft>
                <a:spcPts val="600"/>
              </a:spcAft>
            </a:pPr>
            <a:r>
              <a:rPr lang="zh-CN" altLang="zh-CN" sz="1800" b="1" kern="100" dirty="0">
                <a:latin typeface="+mj-ea"/>
                <a:ea typeface="+mj-ea"/>
              </a:rPr>
              <a:t>挑战</a:t>
            </a:r>
            <a:r>
              <a:rPr lang="en-US" altLang="zh-CN" sz="1800" b="1" kern="100" dirty="0">
                <a:latin typeface="+mj-ea"/>
                <a:ea typeface="+mj-ea"/>
              </a:rPr>
              <a:t>3</a:t>
            </a:r>
            <a:r>
              <a:rPr lang="zh-CN" altLang="zh-CN" sz="1800" b="1" kern="100" dirty="0">
                <a:latin typeface="+mj-ea"/>
                <a:ea typeface="+mj-ea"/>
              </a:rPr>
              <a:t>：</a:t>
            </a:r>
            <a:r>
              <a:rPr lang="zh-CN" altLang="zh-CN" sz="1800" kern="100" dirty="0">
                <a:latin typeface="+mj-ea"/>
                <a:ea typeface="+mj-ea"/>
              </a:rPr>
              <a:t>运营商拥有大量</a:t>
            </a:r>
            <a:r>
              <a:rPr lang="en-US" altLang="zh-CN" sz="1800" kern="100" dirty="0">
                <a:latin typeface="+mj-ea"/>
                <a:ea typeface="+mj-ea"/>
              </a:rPr>
              <a:t>2G/3G</a:t>
            </a:r>
            <a:r>
              <a:rPr lang="zh-CN" altLang="zh-CN" sz="1800" kern="100" dirty="0">
                <a:latin typeface="+mj-ea"/>
                <a:ea typeface="+mj-ea"/>
              </a:rPr>
              <a:t>站点资源，新站址获得越来越困难，共站址甚至共天馈的需求日趋强烈。</a:t>
            </a:r>
            <a:endParaRPr lang="en-US" altLang="zh-CN" sz="1800" kern="100" dirty="0">
              <a:latin typeface="+mj-ea"/>
              <a:ea typeface="+mj-ea"/>
            </a:endParaRPr>
          </a:p>
          <a:p>
            <a:pPr>
              <a:spcBef>
                <a:spcPts val="600"/>
              </a:spcBef>
              <a:spcAft>
                <a:spcPts val="600"/>
              </a:spcAft>
            </a:pPr>
            <a:r>
              <a:rPr lang="zh-CN" altLang="zh-CN" sz="1800" b="1" kern="100" dirty="0">
                <a:solidFill>
                  <a:srgbClr val="C9181C"/>
                </a:solidFill>
                <a:latin typeface="+mj-ea"/>
                <a:ea typeface="+mj-ea"/>
              </a:rPr>
              <a:t>解决方案：</a:t>
            </a:r>
            <a:r>
              <a:rPr lang="zh-CN" altLang="zh-CN" sz="1800" kern="100" dirty="0">
                <a:latin typeface="+mj-ea"/>
                <a:ea typeface="+mj-ea"/>
              </a:rPr>
              <a:t>基于</a:t>
            </a:r>
            <a:r>
              <a:rPr lang="en-US" altLang="zh-CN" sz="1800" kern="100" dirty="0">
                <a:latin typeface="+mj-ea"/>
                <a:ea typeface="+mj-ea"/>
              </a:rPr>
              <a:t>2G/3G</a:t>
            </a:r>
            <a:r>
              <a:rPr lang="zh-CN" altLang="zh-CN" sz="1800" kern="100" dirty="0">
                <a:latin typeface="+mj-ea"/>
                <a:ea typeface="+mj-ea"/>
              </a:rPr>
              <a:t>的站点选择、天馈、异系统干扰和多系统互操作。</a:t>
            </a:r>
            <a:r>
              <a:rPr lang="zh-CN" altLang="zh-CN" sz="1800" kern="100" dirty="0">
                <a:latin typeface="+mj-ea"/>
                <a:ea typeface="+mj-ea"/>
                <a:cs typeface="Times New Roman" panose="02020603050405020304" pitchFamily="18" charset="0"/>
              </a:rPr>
              <a:t>可以采用自优化网络（</a:t>
            </a:r>
            <a:r>
              <a:rPr lang="en-US" altLang="zh-CN" sz="1800" kern="100" dirty="0">
                <a:latin typeface="+mj-ea"/>
                <a:ea typeface="+mj-ea"/>
              </a:rPr>
              <a:t>Self-Optimizing Network </a:t>
            </a:r>
            <a:r>
              <a:rPr lang="zh-CN" altLang="zh-CN" sz="1800" kern="100" dirty="0">
                <a:latin typeface="+mj-ea"/>
                <a:ea typeface="+mj-ea"/>
                <a:cs typeface="Times New Roman" panose="02020603050405020304" pitchFamily="18" charset="0"/>
              </a:rPr>
              <a:t>，</a:t>
            </a:r>
            <a:r>
              <a:rPr lang="en-US" altLang="zh-CN" sz="1800" kern="100" dirty="0">
                <a:latin typeface="+mj-ea"/>
                <a:ea typeface="+mj-ea"/>
              </a:rPr>
              <a:t>SON</a:t>
            </a:r>
            <a:r>
              <a:rPr lang="zh-CN" altLang="zh-CN" sz="1800" kern="100" dirty="0">
                <a:latin typeface="+mj-ea"/>
                <a:ea typeface="+mj-ea"/>
                <a:cs typeface="Times New Roman" panose="02020603050405020304" pitchFamily="18" charset="0"/>
              </a:rPr>
              <a:t>）来监护网络规划和网络优化工作，提升网络质量，降低运维成本。</a:t>
            </a:r>
            <a:endParaRPr lang="zh-CN" altLang="en-US" sz="1800" dirty="0">
              <a:latin typeface="+mj-ea"/>
              <a:ea typeface="+mj-ea"/>
            </a:endParaRPr>
          </a:p>
        </p:txBody>
      </p:sp>
      <p:sp>
        <p:nvSpPr>
          <p:cNvPr id="4" name="矩形 3"/>
          <p:cNvSpPr/>
          <p:nvPr/>
        </p:nvSpPr>
        <p:spPr>
          <a:xfrm>
            <a:off x="3445510" y="2163445"/>
            <a:ext cx="7594600" cy="1076325"/>
          </a:xfrm>
          <a:prstGeom prst="rect">
            <a:avLst/>
          </a:prstGeom>
        </p:spPr>
        <p:txBody>
          <a:bodyPr wrap="square">
            <a:spAutoFit/>
          </a:bodyPr>
          <a:lstStyle/>
          <a:p>
            <a:pPr>
              <a:spcBef>
                <a:spcPts val="600"/>
              </a:spcBef>
              <a:spcAft>
                <a:spcPts val="600"/>
              </a:spcAft>
            </a:pPr>
            <a:r>
              <a:rPr lang="zh-CN" altLang="zh-CN" b="1" kern="100" dirty="0">
                <a:latin typeface="+mj-ea"/>
              </a:rPr>
              <a:t>挑战</a:t>
            </a:r>
            <a:r>
              <a:rPr lang="en-US" altLang="zh-CN" b="1" kern="100" dirty="0">
                <a:latin typeface="+mj-ea"/>
              </a:rPr>
              <a:t>1</a:t>
            </a:r>
            <a:r>
              <a:rPr lang="zh-CN" altLang="zh-CN" b="1" kern="100" dirty="0">
                <a:latin typeface="+mj-ea"/>
              </a:rPr>
              <a:t>：</a:t>
            </a:r>
            <a:r>
              <a:rPr lang="zh-CN" altLang="zh-CN" kern="100" dirty="0">
                <a:latin typeface="+mj-ea"/>
              </a:rPr>
              <a:t>用户对数据速率的要求永无止境，频谱资源的稀缺不可逆转。频谱效率是网络演进的最大动力，但与同频干扰是一堆矛盾体。</a:t>
            </a:r>
            <a:endParaRPr lang="en-US" altLang="zh-CN" kern="100" dirty="0">
              <a:latin typeface="+mj-ea"/>
            </a:endParaRPr>
          </a:p>
          <a:p>
            <a:pPr>
              <a:spcBef>
                <a:spcPts val="600"/>
              </a:spcBef>
              <a:spcAft>
                <a:spcPts val="600"/>
              </a:spcAft>
            </a:pPr>
            <a:r>
              <a:rPr lang="zh-CN" altLang="zh-CN" b="1" kern="100" dirty="0">
                <a:solidFill>
                  <a:srgbClr val="C9181C"/>
                </a:solidFill>
                <a:latin typeface="+mj-ea"/>
              </a:rPr>
              <a:t>解决方案：</a:t>
            </a:r>
            <a:r>
              <a:rPr lang="zh-CN" altLang="zh-CN" kern="100" dirty="0">
                <a:latin typeface="+mj-ea"/>
              </a:rPr>
              <a:t>采用紧密复用的频率规划和同频干扰解决方案。</a:t>
            </a:r>
          </a:p>
        </p:txBody>
      </p:sp>
      <p:sp>
        <p:nvSpPr>
          <p:cNvPr id="5" name="矩形 4"/>
          <p:cNvSpPr/>
          <p:nvPr/>
        </p:nvSpPr>
        <p:spPr>
          <a:xfrm>
            <a:off x="1913890" y="3545840"/>
            <a:ext cx="8667750" cy="1076325"/>
          </a:xfrm>
          <a:prstGeom prst="rect">
            <a:avLst/>
          </a:prstGeom>
        </p:spPr>
        <p:txBody>
          <a:bodyPr wrap="square">
            <a:spAutoFit/>
          </a:bodyPr>
          <a:lstStyle/>
          <a:p>
            <a:pPr>
              <a:spcBef>
                <a:spcPts val="600"/>
              </a:spcBef>
              <a:spcAft>
                <a:spcPts val="600"/>
              </a:spcAft>
            </a:pPr>
            <a:r>
              <a:rPr lang="zh-CN" altLang="zh-CN" b="1" kern="100" dirty="0">
                <a:latin typeface="+mj-ea"/>
              </a:rPr>
              <a:t>挑战</a:t>
            </a:r>
            <a:r>
              <a:rPr lang="en-US" altLang="zh-CN" b="1" kern="100" dirty="0">
                <a:latin typeface="+mj-ea"/>
              </a:rPr>
              <a:t>2</a:t>
            </a:r>
            <a:r>
              <a:rPr lang="zh-CN" altLang="zh-CN" b="1" kern="100" dirty="0">
                <a:latin typeface="+mj-ea"/>
              </a:rPr>
              <a:t>：</a:t>
            </a:r>
            <a:r>
              <a:rPr lang="zh-CN" altLang="zh-CN" kern="100" dirty="0">
                <a:latin typeface="+mj-ea"/>
              </a:rPr>
              <a:t>新技术带来新的规划研究。</a:t>
            </a:r>
            <a:endParaRPr lang="en-US" altLang="zh-CN" kern="100" dirty="0">
              <a:latin typeface="+mj-ea"/>
            </a:endParaRPr>
          </a:p>
          <a:p>
            <a:pPr>
              <a:spcBef>
                <a:spcPts val="600"/>
              </a:spcBef>
              <a:spcAft>
                <a:spcPts val="600"/>
              </a:spcAft>
            </a:pPr>
            <a:r>
              <a:rPr lang="zh-CN" altLang="zh-CN" b="1" kern="100" dirty="0">
                <a:solidFill>
                  <a:srgbClr val="C9181C"/>
                </a:solidFill>
                <a:latin typeface="+mj-ea"/>
              </a:rPr>
              <a:t>解决方案：</a:t>
            </a:r>
            <a:r>
              <a:rPr lang="zh-CN" altLang="zh-CN" kern="100" dirty="0">
                <a:latin typeface="+mj-ea"/>
              </a:rPr>
              <a:t>采用</a:t>
            </a:r>
            <a:r>
              <a:rPr lang="en-US" altLang="zh-CN" kern="100" dirty="0">
                <a:latin typeface="+mj-ea"/>
              </a:rPr>
              <a:t>MIMO</a:t>
            </a:r>
            <a:r>
              <a:rPr lang="zh-CN" altLang="zh-CN" kern="100" dirty="0">
                <a:latin typeface="+mj-ea"/>
              </a:rPr>
              <a:t>通道改造、提高</a:t>
            </a:r>
            <a:r>
              <a:rPr lang="en-US" altLang="zh-CN" kern="100" dirty="0">
                <a:latin typeface="+mj-ea"/>
              </a:rPr>
              <a:t>MIMO</a:t>
            </a:r>
            <a:r>
              <a:rPr lang="zh-CN" altLang="zh-CN" kern="100" dirty="0">
                <a:latin typeface="+mj-ea"/>
              </a:rPr>
              <a:t>天线间距，进行</a:t>
            </a:r>
            <a:r>
              <a:rPr lang="en-US" altLang="zh-CN" kern="100" dirty="0">
                <a:latin typeface="+mj-ea"/>
              </a:rPr>
              <a:t>ICIC</a:t>
            </a:r>
            <a:r>
              <a:rPr lang="zh-CN" altLang="zh-CN" kern="100" dirty="0">
                <a:latin typeface="+mj-ea"/>
              </a:rPr>
              <a:t>（</a:t>
            </a:r>
            <a:r>
              <a:rPr lang="en-US" altLang="zh-CN" kern="100" dirty="0">
                <a:latin typeface="+mj-ea"/>
              </a:rPr>
              <a:t>Inter-cell Interface Coordination</a:t>
            </a:r>
            <a:r>
              <a:rPr lang="zh-CN" altLang="zh-CN" kern="100" dirty="0">
                <a:latin typeface="+mj-ea"/>
              </a:rPr>
              <a:t>，小区间干扰消除技术）边缘频段规划。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88823" y="-437642"/>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p:cNvSpPr txBox="1"/>
          <p:nvPr/>
        </p:nvSpPr>
        <p:spPr>
          <a:xfrm>
            <a:off x="257089" y="97663"/>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1.4   LTE</a:t>
            </a:r>
            <a:r>
              <a:rPr kumimoji="1" lang="zh-CN" altLang="en-US" sz="1900" b="1" dirty="0">
                <a:latin typeface="微软雅黑" panose="020B0503020204020204" charset="-122"/>
                <a:ea typeface="微软雅黑" panose="020B0503020204020204" charset="-122"/>
                <a:cs typeface="微软雅黑" panose="020B0503020204020204" charset="-122"/>
              </a:rPr>
              <a:t>网络部署策略</a:t>
            </a:r>
          </a:p>
        </p:txBody>
      </p:sp>
      <p:sp>
        <p:nvSpPr>
          <p:cNvPr id="6" name="Rectangle 4"/>
          <p:cNvSpPr>
            <a:spLocks noChangeArrowheads="1"/>
          </p:cNvSpPr>
          <p:nvPr/>
        </p:nvSpPr>
        <p:spPr bwMode="auto">
          <a:xfrm>
            <a:off x="-576072" y="-89611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2"/>
          <p:cNvSpPr>
            <a:spLocks noChangeArrowheads="1"/>
          </p:cNvSpPr>
          <p:nvPr/>
        </p:nvSpPr>
        <p:spPr bwMode="auto">
          <a:xfrm>
            <a:off x="1055295" y="1512760"/>
            <a:ext cx="9382655" cy="400110"/>
          </a:xfrm>
          <a:prstGeom prst="rect">
            <a:avLst/>
          </a:prstGeom>
          <a:noFill/>
          <a:ln>
            <a:noFill/>
          </a:ln>
          <a:effectLst>
            <a:prstShdw prst="shdw17" dist="17961" dir="2700000">
              <a:schemeClr val="accent1">
                <a:gamma/>
                <a:shade val="60000"/>
                <a:invGamma/>
              </a:schemeClr>
            </a:prstShdw>
          </a:effectLst>
        </p:spPr>
        <p:txBody>
          <a:bodyPr wrap="square" anchor="ctr">
            <a:spAutoFit/>
          </a:bodyPr>
          <a:lstStyle/>
          <a:p>
            <a:pPr eaLnBrk="0" hangingPunct="0">
              <a:buFontTx/>
              <a:buNone/>
              <a:defRPr/>
            </a:pPr>
            <a:r>
              <a:rPr lang="en-US" altLang="zh-CN" sz="2000" dirty="0">
                <a:latin typeface="微软雅黑" panose="020B0503020204020204" charset="-122"/>
                <a:ea typeface="微软雅黑" panose="020B0503020204020204" charset="-122"/>
                <a:cs typeface="宋体" panose="02010600030101010101" pitchFamily="2" charset="-122"/>
              </a:rPr>
              <a:t>LTE</a:t>
            </a:r>
            <a:r>
              <a:rPr lang="zh-CN" altLang="en-US" sz="2000" dirty="0">
                <a:latin typeface="微软雅黑" panose="020B0503020204020204" charset="-122"/>
                <a:ea typeface="微软雅黑" panose="020B0503020204020204" charset="-122"/>
                <a:cs typeface="宋体" panose="02010600030101010101" pitchFamily="2" charset="-122"/>
              </a:rPr>
              <a:t>网络的部署策略如图所示，在城区</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连续覆盖</a:t>
            </a:r>
            <a:r>
              <a:rPr lang="zh-CN" altLang="en-US" sz="2000" dirty="0">
                <a:latin typeface="微软雅黑" panose="020B0503020204020204" charset="-122"/>
                <a:ea typeface="微软雅黑" panose="020B0503020204020204" charset="-122"/>
                <a:cs typeface="宋体" panose="02010600030101010101" pitchFamily="2" charset="-122"/>
              </a:rPr>
              <a:t>、</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热点覆盖</a:t>
            </a:r>
            <a:r>
              <a:rPr lang="zh-CN" altLang="en-US" sz="2000" dirty="0">
                <a:latin typeface="微软雅黑" panose="020B0503020204020204" charset="-122"/>
                <a:ea typeface="微软雅黑" panose="020B0503020204020204" charset="-122"/>
                <a:cs typeface="宋体" panose="02010600030101010101" pitchFamily="2" charset="-122"/>
              </a:rPr>
              <a:t>、</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广覆盖</a:t>
            </a:r>
            <a:r>
              <a:rPr lang="zh-CN" altLang="en-US" sz="2000" dirty="0">
                <a:latin typeface="微软雅黑" panose="020B0503020204020204" charset="-122"/>
                <a:ea typeface="微软雅黑" panose="020B0503020204020204" charset="-122"/>
                <a:cs typeface="宋体" panose="02010600030101010101" pitchFamily="2" charset="-122"/>
              </a:rPr>
              <a:t>三种场景。</a:t>
            </a:r>
            <a:endParaRPr lang="zh-CN" altLang="en-US" dirty="0">
              <a:latin typeface="微软雅黑" panose="020B0503020204020204" charset="-122"/>
              <a:ea typeface="微软雅黑" panose="020B0503020204020204" charset="-122"/>
            </a:endParaRPr>
          </a:p>
        </p:txBody>
      </p:sp>
      <p:pic>
        <p:nvPicPr>
          <p:cNvPr id="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243" y="2247773"/>
            <a:ext cx="8749030" cy="268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FD9C82E8-AC77-6B8A-8989-CED02D98B8B4}"/>
              </a:ext>
            </a:extLst>
          </p:cNvPr>
          <p:cNvSpPr txBox="1"/>
          <p:nvPr/>
        </p:nvSpPr>
        <p:spPr>
          <a:xfrm>
            <a:off x="844931" y="5148304"/>
            <a:ext cx="10048769" cy="1015663"/>
          </a:xfrm>
          <a:prstGeom prst="rect">
            <a:avLst/>
          </a:prstGeom>
          <a:noFill/>
        </p:spPr>
        <p:txBody>
          <a:bodyPr wrap="square">
            <a:spAutoFit/>
          </a:bodyPr>
          <a:lstStyle/>
          <a:p>
            <a:r>
              <a:rPr lang="zh-CN" altLang="zh-CN" sz="2000" b="1" dirty="0"/>
              <a:t>一、城区连续覆盖场景：以 “无缝覆盖</a:t>
            </a:r>
            <a:r>
              <a:rPr lang="en-US" altLang="zh-CN" sz="2000" b="1" dirty="0"/>
              <a:t> + </a:t>
            </a:r>
            <a:r>
              <a:rPr lang="zh-CN" altLang="zh-CN" sz="2000" b="1" dirty="0"/>
              <a:t>容量适配” 为核心</a:t>
            </a:r>
            <a:endParaRPr lang="zh-CN" altLang="zh-CN" sz="2000" dirty="0"/>
          </a:p>
          <a:p>
            <a:r>
              <a:rPr lang="zh-CN" altLang="zh-CN" sz="2000" dirty="0"/>
              <a:t>城区是用户密度高、业务需求（语音、高清视频、高速下载）集中的核心区域，需优先保障覆盖连续性与容量冗余，同时平衡频谱效率。</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3D724-D44F-AFE1-3BE9-A73A96F0400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6F3DA10-6204-E36E-96F3-6E11AFE446C0}"/>
              </a:ext>
            </a:extLst>
          </p:cNvPr>
          <p:cNvSpPr>
            <a:spLocks noGrp="1"/>
          </p:cNvSpPr>
          <p:nvPr>
            <p:ph type="title"/>
          </p:nvPr>
        </p:nvSpPr>
        <p:spPr>
          <a:xfrm>
            <a:off x="488823" y="-437642"/>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833C002C-3FBE-ABCA-DFE2-298B8648D441}"/>
              </a:ext>
            </a:extLst>
          </p:cNvPr>
          <p:cNvSpPr txBox="1"/>
          <p:nvPr/>
        </p:nvSpPr>
        <p:spPr>
          <a:xfrm>
            <a:off x="257089" y="97663"/>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1.4   LTE</a:t>
            </a:r>
            <a:r>
              <a:rPr kumimoji="1" lang="zh-CN" altLang="en-US" sz="1900" b="1" dirty="0">
                <a:latin typeface="微软雅黑" panose="020B0503020204020204" charset="-122"/>
                <a:ea typeface="微软雅黑" panose="020B0503020204020204" charset="-122"/>
                <a:cs typeface="微软雅黑" panose="020B0503020204020204" charset="-122"/>
              </a:rPr>
              <a:t>网络部署策略</a:t>
            </a:r>
          </a:p>
        </p:txBody>
      </p:sp>
      <p:sp>
        <p:nvSpPr>
          <p:cNvPr id="6" name="Rectangle 4">
            <a:extLst>
              <a:ext uri="{FF2B5EF4-FFF2-40B4-BE49-F238E27FC236}">
                <a16:creationId xmlns:a16="http://schemas.microsoft.com/office/drawing/2014/main" id="{5F5D8F77-98A4-0E6F-8704-BD9D62D12F0A}"/>
              </a:ext>
            </a:extLst>
          </p:cNvPr>
          <p:cNvSpPr>
            <a:spLocks noChangeArrowheads="1"/>
          </p:cNvSpPr>
          <p:nvPr/>
        </p:nvSpPr>
        <p:spPr bwMode="auto">
          <a:xfrm>
            <a:off x="-576072" y="-89611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2">
            <a:extLst>
              <a:ext uri="{FF2B5EF4-FFF2-40B4-BE49-F238E27FC236}">
                <a16:creationId xmlns:a16="http://schemas.microsoft.com/office/drawing/2014/main" id="{91ACA3A2-3054-B4AD-87BF-773B551CF165}"/>
              </a:ext>
            </a:extLst>
          </p:cNvPr>
          <p:cNvSpPr>
            <a:spLocks noChangeArrowheads="1"/>
          </p:cNvSpPr>
          <p:nvPr/>
        </p:nvSpPr>
        <p:spPr bwMode="auto">
          <a:xfrm>
            <a:off x="1055295" y="1512760"/>
            <a:ext cx="9382655" cy="400110"/>
          </a:xfrm>
          <a:prstGeom prst="rect">
            <a:avLst/>
          </a:prstGeom>
          <a:noFill/>
          <a:ln>
            <a:noFill/>
          </a:ln>
          <a:effectLst>
            <a:prstShdw prst="shdw17" dist="17961" dir="2700000">
              <a:schemeClr val="accent1">
                <a:gamma/>
                <a:shade val="60000"/>
                <a:invGamma/>
              </a:schemeClr>
            </a:prstShdw>
          </a:effectLst>
        </p:spPr>
        <p:txBody>
          <a:bodyPr wrap="square" anchor="ctr">
            <a:spAutoFit/>
          </a:bodyPr>
          <a:lstStyle/>
          <a:p>
            <a:pPr eaLnBrk="0" hangingPunct="0">
              <a:buFontTx/>
              <a:buNone/>
              <a:defRPr/>
            </a:pPr>
            <a:r>
              <a:rPr lang="en-US" altLang="zh-CN" sz="2000" dirty="0">
                <a:latin typeface="微软雅黑" panose="020B0503020204020204" charset="-122"/>
                <a:ea typeface="微软雅黑" panose="020B0503020204020204" charset="-122"/>
                <a:cs typeface="宋体" panose="02010600030101010101" pitchFamily="2" charset="-122"/>
              </a:rPr>
              <a:t>LTE</a:t>
            </a:r>
            <a:r>
              <a:rPr lang="zh-CN" altLang="en-US" sz="2000" dirty="0">
                <a:latin typeface="微软雅黑" panose="020B0503020204020204" charset="-122"/>
                <a:ea typeface="微软雅黑" panose="020B0503020204020204" charset="-122"/>
                <a:cs typeface="宋体" panose="02010600030101010101" pitchFamily="2" charset="-122"/>
              </a:rPr>
              <a:t>网络的部署策略如图所示，在城区</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连续覆盖</a:t>
            </a:r>
            <a:r>
              <a:rPr lang="zh-CN" altLang="en-US" sz="2000" dirty="0">
                <a:latin typeface="微软雅黑" panose="020B0503020204020204" charset="-122"/>
                <a:ea typeface="微软雅黑" panose="020B0503020204020204" charset="-122"/>
                <a:cs typeface="宋体" panose="02010600030101010101" pitchFamily="2" charset="-122"/>
              </a:rPr>
              <a:t>、</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热点覆盖</a:t>
            </a:r>
            <a:r>
              <a:rPr lang="zh-CN" altLang="en-US" sz="2000" dirty="0">
                <a:latin typeface="微软雅黑" panose="020B0503020204020204" charset="-122"/>
                <a:ea typeface="微软雅黑" panose="020B0503020204020204" charset="-122"/>
                <a:cs typeface="宋体" panose="02010600030101010101" pitchFamily="2" charset="-122"/>
              </a:rPr>
              <a:t>、</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广覆盖</a:t>
            </a:r>
            <a:r>
              <a:rPr lang="zh-CN" altLang="en-US" sz="2000" dirty="0">
                <a:latin typeface="微软雅黑" panose="020B0503020204020204" charset="-122"/>
                <a:ea typeface="微软雅黑" panose="020B0503020204020204" charset="-122"/>
                <a:cs typeface="宋体" panose="02010600030101010101" pitchFamily="2" charset="-122"/>
              </a:rPr>
              <a:t>三种场景。</a:t>
            </a:r>
            <a:endParaRPr lang="zh-CN" altLang="en-US" dirty="0">
              <a:latin typeface="微软雅黑" panose="020B0503020204020204" charset="-122"/>
              <a:ea typeface="微软雅黑" panose="020B0503020204020204" charset="-122"/>
            </a:endParaRPr>
          </a:p>
        </p:txBody>
      </p:sp>
      <p:pic>
        <p:nvPicPr>
          <p:cNvPr id="9" name="Picture 1">
            <a:extLst>
              <a:ext uri="{FF2B5EF4-FFF2-40B4-BE49-F238E27FC236}">
                <a16:creationId xmlns:a16="http://schemas.microsoft.com/office/drawing/2014/main" id="{A48EB06E-4D9C-1A36-79AF-41E708834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243" y="2247773"/>
            <a:ext cx="8749030" cy="268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3F700F28-B072-8F84-890D-7864EA225720}"/>
              </a:ext>
            </a:extLst>
          </p:cNvPr>
          <p:cNvSpPr txBox="1"/>
          <p:nvPr/>
        </p:nvSpPr>
        <p:spPr>
          <a:xfrm>
            <a:off x="844931" y="5148304"/>
            <a:ext cx="10048769" cy="1323439"/>
          </a:xfrm>
          <a:prstGeom prst="rect">
            <a:avLst/>
          </a:prstGeom>
          <a:noFill/>
        </p:spPr>
        <p:txBody>
          <a:bodyPr wrap="square">
            <a:spAutoFit/>
          </a:bodyPr>
          <a:lstStyle/>
          <a:p>
            <a:r>
              <a:rPr lang="zh-CN" altLang="zh-CN" sz="2000" b="1" dirty="0"/>
              <a:t>二、热点覆盖场景：以 “极致容量</a:t>
            </a:r>
            <a:r>
              <a:rPr lang="en-US" altLang="zh-CN" sz="2000" b="1" dirty="0"/>
              <a:t> + </a:t>
            </a:r>
            <a:r>
              <a:rPr lang="zh-CN" altLang="zh-CN" sz="2000" b="1" dirty="0"/>
              <a:t>高速体验” 为核心</a:t>
            </a:r>
            <a:endParaRPr lang="zh-CN" altLang="zh-CN" sz="2000" dirty="0"/>
          </a:p>
          <a:p>
            <a:r>
              <a:rPr lang="zh-CN" altLang="zh-CN" sz="2000" dirty="0"/>
              <a:t>热点区域（如大型商场、体育场馆、交通枢纽、高校校园）具有 “用户密度极高、业务突发（如赛事直播、节假日高峰）、速率需求高” 的特点，需优先保障容量与峰值速率，其次兼顾覆盖。</a:t>
            </a:r>
          </a:p>
        </p:txBody>
      </p:sp>
    </p:spTree>
    <p:extLst>
      <p:ext uri="{BB962C8B-B14F-4D97-AF65-F5344CB8AC3E}">
        <p14:creationId xmlns:p14="http://schemas.microsoft.com/office/powerpoint/2010/main" val="992483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4BE2D-BB7F-B132-58BF-687DA1B1FB0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14033D6-7B0A-6C03-7A41-97D42CF38502}"/>
              </a:ext>
            </a:extLst>
          </p:cNvPr>
          <p:cNvSpPr>
            <a:spLocks noGrp="1"/>
          </p:cNvSpPr>
          <p:nvPr>
            <p:ph type="title"/>
          </p:nvPr>
        </p:nvSpPr>
        <p:spPr>
          <a:xfrm>
            <a:off x="488823" y="-437642"/>
            <a:ext cx="10515600" cy="535305"/>
          </a:xfrm>
        </p:spPr>
        <p:txBody>
          <a:bodyPr/>
          <a:lstStyle/>
          <a:p>
            <a:r>
              <a:rPr lang="zh-CN" altLang="en-US" dirty="0"/>
              <a:t>任务一：初探</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F04777BF-3707-8EA2-5FA3-EC8E8AFE1814}"/>
              </a:ext>
            </a:extLst>
          </p:cNvPr>
          <p:cNvSpPr txBox="1"/>
          <p:nvPr/>
        </p:nvSpPr>
        <p:spPr>
          <a:xfrm>
            <a:off x="257089" y="97663"/>
            <a:ext cx="4382306"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网络规划的流程与目标</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1.4   LTE</a:t>
            </a:r>
            <a:r>
              <a:rPr kumimoji="1" lang="zh-CN" altLang="en-US" sz="1900" b="1" dirty="0">
                <a:latin typeface="微软雅黑" panose="020B0503020204020204" charset="-122"/>
                <a:ea typeface="微软雅黑" panose="020B0503020204020204" charset="-122"/>
                <a:cs typeface="微软雅黑" panose="020B0503020204020204" charset="-122"/>
              </a:rPr>
              <a:t>网络部署策略</a:t>
            </a:r>
          </a:p>
        </p:txBody>
      </p:sp>
      <p:sp>
        <p:nvSpPr>
          <p:cNvPr id="6" name="Rectangle 4">
            <a:extLst>
              <a:ext uri="{FF2B5EF4-FFF2-40B4-BE49-F238E27FC236}">
                <a16:creationId xmlns:a16="http://schemas.microsoft.com/office/drawing/2014/main" id="{B0777FFB-5F33-5DA9-9C74-A0A96FB1A8E6}"/>
              </a:ext>
            </a:extLst>
          </p:cNvPr>
          <p:cNvSpPr>
            <a:spLocks noChangeArrowheads="1"/>
          </p:cNvSpPr>
          <p:nvPr/>
        </p:nvSpPr>
        <p:spPr bwMode="auto">
          <a:xfrm>
            <a:off x="-576072" y="-89611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2">
            <a:extLst>
              <a:ext uri="{FF2B5EF4-FFF2-40B4-BE49-F238E27FC236}">
                <a16:creationId xmlns:a16="http://schemas.microsoft.com/office/drawing/2014/main" id="{3C51F8D3-B4FC-28DA-74EF-D0EAE96910A9}"/>
              </a:ext>
            </a:extLst>
          </p:cNvPr>
          <p:cNvSpPr>
            <a:spLocks noChangeArrowheads="1"/>
          </p:cNvSpPr>
          <p:nvPr/>
        </p:nvSpPr>
        <p:spPr bwMode="auto">
          <a:xfrm>
            <a:off x="1055295" y="1512760"/>
            <a:ext cx="9382655" cy="400110"/>
          </a:xfrm>
          <a:prstGeom prst="rect">
            <a:avLst/>
          </a:prstGeom>
          <a:noFill/>
          <a:ln>
            <a:noFill/>
          </a:ln>
          <a:effectLst>
            <a:prstShdw prst="shdw17" dist="17961" dir="2700000">
              <a:schemeClr val="accent1">
                <a:gamma/>
                <a:shade val="60000"/>
                <a:invGamma/>
              </a:schemeClr>
            </a:prstShdw>
          </a:effectLst>
        </p:spPr>
        <p:txBody>
          <a:bodyPr wrap="square" anchor="ctr">
            <a:spAutoFit/>
          </a:bodyPr>
          <a:lstStyle/>
          <a:p>
            <a:pPr eaLnBrk="0" hangingPunct="0">
              <a:buFontTx/>
              <a:buNone/>
              <a:defRPr/>
            </a:pPr>
            <a:r>
              <a:rPr lang="en-US" altLang="zh-CN" sz="2000" dirty="0">
                <a:latin typeface="微软雅黑" panose="020B0503020204020204" charset="-122"/>
                <a:ea typeface="微软雅黑" panose="020B0503020204020204" charset="-122"/>
                <a:cs typeface="宋体" panose="02010600030101010101" pitchFamily="2" charset="-122"/>
              </a:rPr>
              <a:t>LTE</a:t>
            </a:r>
            <a:r>
              <a:rPr lang="zh-CN" altLang="en-US" sz="2000" dirty="0">
                <a:latin typeface="微软雅黑" panose="020B0503020204020204" charset="-122"/>
                <a:ea typeface="微软雅黑" panose="020B0503020204020204" charset="-122"/>
                <a:cs typeface="宋体" panose="02010600030101010101" pitchFamily="2" charset="-122"/>
              </a:rPr>
              <a:t>网络的部署策略如图所示，在城区</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连续覆盖</a:t>
            </a:r>
            <a:r>
              <a:rPr lang="zh-CN" altLang="en-US" sz="2000" dirty="0">
                <a:latin typeface="微软雅黑" panose="020B0503020204020204" charset="-122"/>
                <a:ea typeface="微软雅黑" panose="020B0503020204020204" charset="-122"/>
                <a:cs typeface="宋体" panose="02010600030101010101" pitchFamily="2" charset="-122"/>
              </a:rPr>
              <a:t>、</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热点覆盖</a:t>
            </a:r>
            <a:r>
              <a:rPr lang="zh-CN" altLang="en-US" sz="2000" dirty="0">
                <a:latin typeface="微软雅黑" panose="020B0503020204020204" charset="-122"/>
                <a:ea typeface="微软雅黑" panose="020B0503020204020204" charset="-122"/>
                <a:cs typeface="宋体" panose="02010600030101010101" pitchFamily="2" charset="-122"/>
              </a:rPr>
              <a:t>、</a:t>
            </a:r>
            <a:r>
              <a:rPr lang="zh-CN" altLang="en-US" sz="2000" dirty="0">
                <a:solidFill>
                  <a:srgbClr val="C9181C"/>
                </a:solidFill>
                <a:latin typeface="微软雅黑" panose="020B0503020204020204" charset="-122"/>
                <a:ea typeface="微软雅黑" panose="020B0503020204020204" charset="-122"/>
                <a:cs typeface="宋体" panose="02010600030101010101" pitchFamily="2" charset="-122"/>
              </a:rPr>
              <a:t>广覆盖</a:t>
            </a:r>
            <a:r>
              <a:rPr lang="zh-CN" altLang="en-US" sz="2000" dirty="0">
                <a:latin typeface="微软雅黑" panose="020B0503020204020204" charset="-122"/>
                <a:ea typeface="微软雅黑" panose="020B0503020204020204" charset="-122"/>
                <a:cs typeface="宋体" panose="02010600030101010101" pitchFamily="2" charset="-122"/>
              </a:rPr>
              <a:t>三种场景。</a:t>
            </a:r>
            <a:endParaRPr lang="zh-CN" altLang="en-US" dirty="0">
              <a:latin typeface="微软雅黑" panose="020B0503020204020204" charset="-122"/>
              <a:ea typeface="微软雅黑" panose="020B0503020204020204" charset="-122"/>
            </a:endParaRPr>
          </a:p>
        </p:txBody>
      </p:sp>
      <p:pic>
        <p:nvPicPr>
          <p:cNvPr id="9" name="Picture 1">
            <a:extLst>
              <a:ext uri="{FF2B5EF4-FFF2-40B4-BE49-F238E27FC236}">
                <a16:creationId xmlns:a16="http://schemas.microsoft.com/office/drawing/2014/main" id="{8530F2FA-08E8-02D1-1534-41B2881F0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243" y="2247773"/>
            <a:ext cx="8749030" cy="268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4AAFF506-DC12-47B1-27D4-EED44093CF2E}"/>
              </a:ext>
            </a:extLst>
          </p:cNvPr>
          <p:cNvSpPr txBox="1"/>
          <p:nvPr/>
        </p:nvSpPr>
        <p:spPr>
          <a:xfrm>
            <a:off x="892810" y="5056864"/>
            <a:ext cx="10406380" cy="1015663"/>
          </a:xfrm>
          <a:prstGeom prst="rect">
            <a:avLst/>
          </a:prstGeom>
          <a:noFill/>
        </p:spPr>
        <p:txBody>
          <a:bodyPr wrap="square">
            <a:spAutoFit/>
          </a:bodyPr>
          <a:lstStyle/>
          <a:p>
            <a:r>
              <a:rPr lang="zh-CN" altLang="zh-CN" sz="2000" b="1" dirty="0"/>
              <a:t>三、广覆盖场景：以 “覆盖范围最大化</a:t>
            </a:r>
            <a:r>
              <a:rPr lang="en-US" altLang="zh-CN" sz="2000" b="1" dirty="0"/>
              <a:t> + </a:t>
            </a:r>
            <a:r>
              <a:rPr lang="zh-CN" altLang="zh-CN" sz="2000" b="1" dirty="0"/>
              <a:t>低成本部署” 为核心</a:t>
            </a:r>
            <a:endParaRPr lang="zh-CN" altLang="zh-CN" sz="2000" dirty="0"/>
          </a:p>
          <a:p>
            <a:r>
              <a:rPr lang="zh-CN" altLang="zh-CN" sz="2000" dirty="0"/>
              <a:t>广覆盖场景（如郊区、农村、山区、沿海）用户密度低、业务需求以语音、基础数据（如微信、网页浏览）为主，核心目标是用最低成本实现 “广域覆盖”，其次保障基本速率。</a:t>
            </a:r>
          </a:p>
        </p:txBody>
      </p:sp>
    </p:spTree>
    <p:extLst>
      <p:ext uri="{BB962C8B-B14F-4D97-AF65-F5344CB8AC3E}">
        <p14:creationId xmlns:p14="http://schemas.microsoft.com/office/powerpoint/2010/main" val="3678390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任务小结</a:t>
            </a:r>
          </a:p>
        </p:txBody>
      </p:sp>
      <p:sp>
        <p:nvSpPr>
          <p:cNvPr id="29" name="Freeform 29"/>
          <p:cNvSpPr>
            <a:spLocks noEditPoints="1"/>
          </p:cNvSpPr>
          <p:nvPr/>
        </p:nvSpPr>
        <p:spPr bwMode="auto">
          <a:xfrm flipH="1">
            <a:off x="8336766" y="1511929"/>
            <a:ext cx="3663372" cy="3991302"/>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4"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rgbClr val="8F000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latin typeface="Calibri" panose="020F0502020204030204"/>
              <a:ea typeface="宋体" panose="02010600030101010101" pitchFamily="2" charset="-122"/>
            </a:endParaRPr>
          </a:p>
        </p:txBody>
      </p:sp>
      <p:sp>
        <p:nvSpPr>
          <p:cNvPr id="2" name="矩形 1"/>
          <p:cNvSpPr/>
          <p:nvPr/>
        </p:nvSpPr>
        <p:spPr>
          <a:xfrm>
            <a:off x="1633574" y="3183951"/>
            <a:ext cx="6096000" cy="553998"/>
          </a:xfrm>
          <a:prstGeom prst="rect">
            <a:avLst/>
          </a:prstGeom>
        </p:spPr>
        <p:txBody>
          <a:bodyPr>
            <a:spAutoFit/>
          </a:bodyPr>
          <a:lstStyle/>
          <a:p>
            <a:pPr marL="285750" indent="-285750" algn="just">
              <a:lnSpc>
                <a:spcPts val="1800"/>
              </a:lnSpc>
              <a:spcBef>
                <a:spcPts val="600"/>
              </a:spcBef>
              <a:spcAft>
                <a:spcPts val="600"/>
              </a:spcAft>
              <a:buFont typeface="Arial" panose="020B0604020202020204" pitchFamily="34" charset="0"/>
              <a:buChar char="•"/>
            </a:pPr>
            <a:r>
              <a:rPr lang="zh-CN" altLang="en-US" kern="100" dirty="0">
                <a:latin typeface="+mn-ea"/>
                <a:cs typeface="Arial" panose="020B0604020202020204" pitchFamily="34" charset="0"/>
              </a:rPr>
              <a:t>本任务主要介绍了</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网络规划基本流程、</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无线网络衡量指标，帮助我们积累关于规划的基础知识和技能。</a:t>
            </a:r>
            <a:endParaRPr lang="zh-CN" altLang="en-US" dirty="0">
              <a:latin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830520"/>
          </a:xfrm>
        </p:spPr>
        <p:txBody>
          <a:bodyPr>
            <a:normAutofit/>
          </a:bodyPr>
          <a:lstStyle/>
          <a:p>
            <a:r>
              <a:rPr lang="zh-CN" altLang="en-US" sz="6700" b="1" dirty="0"/>
              <a:t>谢谢！</a:t>
            </a:r>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Q3NjQxYmZmN2ZkODIxYWNiNTEzMzQyMTZmNzQ1MmMifQ=="/>
  <p:tag name="RESOURCE_RECORD_KEY" val="{&quot;13&quot;:[436490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 name="KSO_WM_UNIT_USESOURCEFORMAT_APPLY" val="0"/>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 name="KSO_WM_UNIT_USESOURCEFORMAT_APPLY" val="0"/>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 name="KSO_WM_UNIT_USESOURCEFORMAT_APPLY" val="0"/>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 name="KSO_WM_UNIT_USESOURCEFORMAT_APPLY" val="0"/>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28.xml><?xml version="1.0" encoding="utf-8"?>
<p:tagLst xmlns:a="http://schemas.openxmlformats.org/drawingml/2006/main" xmlns:r="http://schemas.openxmlformats.org/officeDocument/2006/relationships" xmlns:p="http://schemas.openxmlformats.org/presentationml/2006/main">
  <p:tag name="TABLE_ENDDRAG_ORIGIN_RECT" val="850*348"/>
  <p:tag name="TABLE_ENDDRAG_RECT" val="56*162*850*348"/>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661</TotalTime>
  <Words>1947</Words>
  <Application>Microsoft Office PowerPoint</Application>
  <PresentationFormat>宽屏</PresentationFormat>
  <Paragraphs>235</Paragraphs>
  <Slides>21</Slides>
  <Notes>15</Notes>
  <HiddenSlides>0</HiddenSlides>
  <MMClips>0</MMClips>
  <ScaleCrop>false</ScaleCrop>
  <HeadingPairs>
    <vt:vector size="6" baseType="variant">
      <vt:variant>
        <vt:lpstr>已用的字体</vt:lpstr>
      </vt:variant>
      <vt:variant>
        <vt:i4>11</vt:i4>
      </vt:variant>
      <vt:variant>
        <vt:lpstr>主题</vt:lpstr>
      </vt:variant>
      <vt:variant>
        <vt:i4>6</vt:i4>
      </vt:variant>
      <vt:variant>
        <vt:lpstr>幻灯片标题</vt:lpstr>
      </vt:variant>
      <vt:variant>
        <vt:i4>21</vt:i4>
      </vt:variant>
    </vt:vector>
  </HeadingPairs>
  <TitlesOfParts>
    <vt:vector size="38" baseType="lpstr">
      <vt:lpstr>等线</vt:lpstr>
      <vt:lpstr>等线 Light</vt:lpstr>
      <vt:lpstr>华文细黑</vt:lpstr>
      <vt:lpstr>宋体</vt:lpstr>
      <vt:lpstr>微软雅黑</vt:lpstr>
      <vt:lpstr>Arial</vt:lpstr>
      <vt:lpstr>Calibri</vt:lpstr>
      <vt:lpstr>Franklin Gothic Medium</vt:lpstr>
      <vt:lpstr>Times New Roman</vt:lpstr>
      <vt:lpstr>Trebuchet MS</vt:lpstr>
      <vt:lpstr>Wingdings</vt:lpstr>
      <vt:lpstr>4_自定义设计方案</vt:lpstr>
      <vt:lpstr>自定义设计方案</vt:lpstr>
      <vt:lpstr>1_自定义设计方案</vt:lpstr>
      <vt:lpstr>2_自定义设计方案</vt:lpstr>
      <vt:lpstr>3_自定义设计方案</vt:lpstr>
      <vt:lpstr>Office 主题​​</vt:lpstr>
      <vt:lpstr>《无线网络规划与优化》</vt:lpstr>
      <vt:lpstr>PowerPoint 演示文稿</vt:lpstr>
      <vt:lpstr>PowerPoint 演示文稿</vt:lpstr>
      <vt:lpstr>PowerPoint 演示文稿</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任务一：初探LTE网络规划</vt:lpstr>
      <vt:lpstr>任务小结</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kingsoft</dc:creator>
  <cp:lastModifiedBy>静 吴</cp:lastModifiedBy>
  <cp:revision>575</cp:revision>
  <dcterms:created xsi:type="dcterms:W3CDTF">2017-08-03T09:01:00Z</dcterms:created>
  <dcterms:modified xsi:type="dcterms:W3CDTF">2025-09-07T04:20:07Z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A5CABB3605304F31B6478794544543F2_12</vt:lpwstr>
  </property>
</Properties>
</file>