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Default Extension="bin" ContentType="application/vnd.openxmlformats-officedocument.oleObject"/>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074" r:id="rId1"/>
  </p:sldMasterIdLst>
  <p:notesMasterIdLst>
    <p:notesMasterId r:id="rId15"/>
  </p:notesMasterIdLst>
  <p:handoutMasterIdLst>
    <p:handoutMasterId r:id="rId16"/>
  </p:handoutMasterIdLst>
  <p:sldIdLst>
    <p:sldId id="312" r:id="rId2"/>
    <p:sldId id="457" r:id="rId3"/>
    <p:sldId id="458" r:id="rId4"/>
    <p:sldId id="461" r:id="rId5"/>
    <p:sldId id="450" r:id="rId6"/>
    <p:sldId id="451" r:id="rId7"/>
    <p:sldId id="452" r:id="rId8"/>
    <p:sldId id="453" r:id="rId9"/>
    <p:sldId id="454" r:id="rId10"/>
    <p:sldId id="455" r:id="rId11"/>
    <p:sldId id="460" r:id="rId12"/>
    <p:sldId id="462" r:id="rId13"/>
    <p:sldId id="314" r:id="rId14"/>
  </p:sldIdLst>
  <p:sldSz cx="11880850" cy="6840538"/>
  <p:notesSz cx="6858000" cy="9144000"/>
  <p:defaultTextStyle>
    <a:defPPr>
      <a:defRPr lang="zh-CN"/>
    </a:defPPr>
    <a:lvl1pPr algn="ctr" rtl="0" eaLnBrk="0" fontAlgn="base" hangingPunct="0">
      <a:spcBef>
        <a:spcPct val="0"/>
      </a:spcBef>
      <a:spcAft>
        <a:spcPct val="0"/>
      </a:spcAft>
      <a:defRPr kumimoji="1" kern="1200">
        <a:solidFill>
          <a:schemeClr val="bg1"/>
        </a:solidFill>
        <a:latin typeface="Times New Roman" pitchFamily="18" charset="0"/>
        <a:ea typeface="宋体" pitchFamily="2" charset="-122"/>
        <a:cs typeface="+mn-cs"/>
      </a:defRPr>
    </a:lvl1pPr>
    <a:lvl2pPr marL="457200" algn="ctr" rtl="0" eaLnBrk="0" fontAlgn="base" hangingPunct="0">
      <a:spcBef>
        <a:spcPct val="0"/>
      </a:spcBef>
      <a:spcAft>
        <a:spcPct val="0"/>
      </a:spcAft>
      <a:defRPr kumimoji="1" kern="1200">
        <a:solidFill>
          <a:schemeClr val="bg1"/>
        </a:solidFill>
        <a:latin typeface="Times New Roman" pitchFamily="18" charset="0"/>
        <a:ea typeface="宋体" pitchFamily="2" charset="-122"/>
        <a:cs typeface="+mn-cs"/>
      </a:defRPr>
    </a:lvl2pPr>
    <a:lvl3pPr marL="914400" algn="ctr" rtl="0" eaLnBrk="0" fontAlgn="base" hangingPunct="0">
      <a:spcBef>
        <a:spcPct val="0"/>
      </a:spcBef>
      <a:spcAft>
        <a:spcPct val="0"/>
      </a:spcAft>
      <a:defRPr kumimoji="1" kern="1200">
        <a:solidFill>
          <a:schemeClr val="bg1"/>
        </a:solidFill>
        <a:latin typeface="Times New Roman" pitchFamily="18" charset="0"/>
        <a:ea typeface="宋体" pitchFamily="2" charset="-122"/>
        <a:cs typeface="+mn-cs"/>
      </a:defRPr>
    </a:lvl3pPr>
    <a:lvl4pPr marL="1371600" algn="ctr" rtl="0" eaLnBrk="0" fontAlgn="base" hangingPunct="0">
      <a:spcBef>
        <a:spcPct val="0"/>
      </a:spcBef>
      <a:spcAft>
        <a:spcPct val="0"/>
      </a:spcAft>
      <a:defRPr kumimoji="1" kern="1200">
        <a:solidFill>
          <a:schemeClr val="bg1"/>
        </a:solidFill>
        <a:latin typeface="Times New Roman" pitchFamily="18" charset="0"/>
        <a:ea typeface="宋体" pitchFamily="2" charset="-122"/>
        <a:cs typeface="+mn-cs"/>
      </a:defRPr>
    </a:lvl4pPr>
    <a:lvl5pPr marL="1828800" algn="ctr" rtl="0" eaLnBrk="0" fontAlgn="base" hangingPunct="0">
      <a:spcBef>
        <a:spcPct val="0"/>
      </a:spcBef>
      <a:spcAft>
        <a:spcPct val="0"/>
      </a:spcAft>
      <a:defRPr kumimoji="1" kern="1200">
        <a:solidFill>
          <a:schemeClr val="bg1"/>
        </a:solidFill>
        <a:latin typeface="Times New Roman" pitchFamily="18" charset="0"/>
        <a:ea typeface="宋体" pitchFamily="2" charset="-122"/>
        <a:cs typeface="+mn-cs"/>
      </a:defRPr>
    </a:lvl5pPr>
    <a:lvl6pPr marL="2286000" algn="l" defTabSz="914400" rtl="0" eaLnBrk="1" latinLnBrk="0" hangingPunct="1">
      <a:defRPr kumimoji="1" kern="1200">
        <a:solidFill>
          <a:schemeClr val="bg1"/>
        </a:solidFill>
        <a:latin typeface="Times New Roman" pitchFamily="18" charset="0"/>
        <a:ea typeface="宋体" pitchFamily="2" charset="-122"/>
        <a:cs typeface="+mn-cs"/>
      </a:defRPr>
    </a:lvl6pPr>
    <a:lvl7pPr marL="2743200" algn="l" defTabSz="914400" rtl="0" eaLnBrk="1" latinLnBrk="0" hangingPunct="1">
      <a:defRPr kumimoji="1" kern="1200">
        <a:solidFill>
          <a:schemeClr val="bg1"/>
        </a:solidFill>
        <a:latin typeface="Times New Roman" pitchFamily="18" charset="0"/>
        <a:ea typeface="宋体" pitchFamily="2" charset="-122"/>
        <a:cs typeface="+mn-cs"/>
      </a:defRPr>
    </a:lvl7pPr>
    <a:lvl8pPr marL="3200400" algn="l" defTabSz="914400" rtl="0" eaLnBrk="1" latinLnBrk="0" hangingPunct="1">
      <a:defRPr kumimoji="1" kern="1200">
        <a:solidFill>
          <a:schemeClr val="bg1"/>
        </a:solidFill>
        <a:latin typeface="Times New Roman" pitchFamily="18" charset="0"/>
        <a:ea typeface="宋体" pitchFamily="2" charset="-122"/>
        <a:cs typeface="+mn-cs"/>
      </a:defRPr>
    </a:lvl8pPr>
    <a:lvl9pPr marL="3657600" algn="l" defTabSz="914400" rtl="0" eaLnBrk="1" latinLnBrk="0" hangingPunct="1">
      <a:defRPr kumimoji="1" kern="1200">
        <a:solidFill>
          <a:schemeClr val="bg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FF"/>
    <a:srgbClr val="66FF66"/>
    <a:srgbClr val="008FD4"/>
    <a:srgbClr val="8CC63E"/>
    <a:srgbClr val="DD0955"/>
    <a:srgbClr val="0087E2"/>
    <a:srgbClr val="00FF00"/>
    <a:srgbClr val="FF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81" autoAdjust="0"/>
    <p:restoredTop sz="94414" autoAdjust="0"/>
  </p:normalViewPr>
  <p:slideViewPr>
    <p:cSldViewPr>
      <p:cViewPr varScale="1">
        <p:scale>
          <a:sx n="84" d="100"/>
          <a:sy n="84" d="100"/>
        </p:scale>
        <p:origin x="-874" y="-67"/>
      </p:cViewPr>
      <p:guideLst>
        <p:guide orient="horz" pos="2155"/>
        <p:guide pos="3742"/>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04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1"/>
            </a:lvl1pPr>
          </a:lstStyle>
          <a:p>
            <a:pPr>
              <a:defRPr/>
            </a:pPr>
            <a:endParaRPr lang="zh-CN" altLang="en-US"/>
          </a:p>
        </p:txBody>
      </p:sp>
      <p:sp>
        <p:nvSpPr>
          <p:cNvPr id="19046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1"/>
            </a:lvl1pPr>
          </a:lstStyle>
          <a:p>
            <a:pPr>
              <a:defRPr/>
            </a:pPr>
            <a:fld id="{8BE22FFC-70EF-4019-89E5-222A27C47613}" type="datetime1">
              <a:rPr lang="zh-CN" altLang="en-US"/>
              <a:pPr>
                <a:defRPr/>
              </a:pPr>
              <a:t>2022-3-8</a:t>
            </a:fld>
            <a:endParaRPr lang="en-US" altLang="zh-CN"/>
          </a:p>
        </p:txBody>
      </p:sp>
      <p:sp>
        <p:nvSpPr>
          <p:cNvPr id="19046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1"/>
            </a:lvl1pPr>
          </a:lstStyle>
          <a:p>
            <a:pPr>
              <a:defRPr/>
            </a:pPr>
            <a:endParaRPr lang="en-US" altLang="zh-CN"/>
          </a:p>
        </p:txBody>
      </p:sp>
      <p:sp>
        <p:nvSpPr>
          <p:cNvPr id="19046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1"/>
            </a:lvl1pPr>
          </a:lstStyle>
          <a:p>
            <a:pPr>
              <a:defRPr/>
            </a:pPr>
            <a:fld id="{2E21455B-8ABF-41A9-B357-D11D85832D82}" type="slidenum">
              <a:rPr lang="zh-CN" altLang="en-US"/>
              <a:pPr>
                <a:defRPr/>
              </a:pPr>
              <a:t>‹#›</a:t>
            </a:fld>
            <a:endParaRPr lang="en-US" altLang="zh-CN"/>
          </a:p>
        </p:txBody>
      </p:sp>
    </p:spTree>
    <p:extLst>
      <p:ext uri="{BB962C8B-B14F-4D97-AF65-F5344CB8AC3E}">
        <p14:creationId xmlns:p14="http://schemas.microsoft.com/office/powerpoint/2010/main" xmlns="" val="25341771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kumimoji="0" sz="1200">
                <a:solidFill>
                  <a:schemeClr val="tx1"/>
                </a:solidFill>
                <a:latin typeface="Arial" charset="0"/>
              </a:defRPr>
            </a:lvl1pPr>
          </a:lstStyle>
          <a:p>
            <a:pPr>
              <a:defRPr/>
            </a:pPr>
            <a:endParaRPr lang="en-US" altLang="zh-CN"/>
          </a:p>
        </p:txBody>
      </p:sp>
      <p:sp>
        <p:nvSpPr>
          <p:cNvPr id="235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0" sz="1200">
                <a:solidFill>
                  <a:schemeClr val="tx1"/>
                </a:solidFill>
                <a:latin typeface="Arial" charset="0"/>
              </a:defRPr>
            </a:lvl1pPr>
          </a:lstStyle>
          <a:p>
            <a:pPr>
              <a:defRPr/>
            </a:pPr>
            <a:endParaRPr lang="en-US" altLang="zh-CN"/>
          </a:p>
        </p:txBody>
      </p:sp>
      <p:sp>
        <p:nvSpPr>
          <p:cNvPr id="10244" name="Rectangle 4"/>
          <p:cNvSpPr>
            <a:spLocks noGrp="1" noRot="1" noChangeAspect="1" noChangeArrowheads="1" noTextEdit="1"/>
          </p:cNvSpPr>
          <p:nvPr>
            <p:ph type="sldImg" idx="2"/>
          </p:nvPr>
        </p:nvSpPr>
        <p:spPr bwMode="auto">
          <a:xfrm>
            <a:off x="452438" y="685800"/>
            <a:ext cx="5953125" cy="3429000"/>
          </a:xfrm>
          <a:prstGeom prst="rect">
            <a:avLst/>
          </a:prstGeom>
          <a:noFill/>
          <a:ln w="9525">
            <a:solidFill>
              <a:srgbClr val="000000"/>
            </a:solidFill>
            <a:miter lim="800000"/>
            <a:headEnd/>
            <a:tailEnd/>
          </a:ln>
        </p:spPr>
      </p:sp>
      <p:sp>
        <p:nvSpPr>
          <p:cNvPr id="235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endParaRPr lang="en-US" altLang="zh-CN" noProof="0" smtClean="0"/>
          </a:p>
          <a:p>
            <a:pPr lvl="1"/>
            <a:r>
              <a:rPr lang="zh-CN" altLang="en-US" noProof="0" smtClean="0"/>
              <a:t>第二级</a:t>
            </a:r>
            <a:endParaRPr lang="en-US" altLang="zh-CN" noProof="0" smtClean="0"/>
          </a:p>
          <a:p>
            <a:pPr lvl="2"/>
            <a:r>
              <a:rPr lang="zh-CN" altLang="en-US" noProof="0" smtClean="0"/>
              <a:t>第三级</a:t>
            </a:r>
            <a:endParaRPr lang="en-US" altLang="zh-CN" noProof="0" smtClean="0"/>
          </a:p>
          <a:p>
            <a:pPr lvl="3"/>
            <a:r>
              <a:rPr lang="zh-CN" altLang="en-US" noProof="0" smtClean="0"/>
              <a:t>第四级</a:t>
            </a:r>
            <a:endParaRPr lang="en-US" altLang="zh-CN" noProof="0" smtClean="0"/>
          </a:p>
          <a:p>
            <a:pPr lvl="4"/>
            <a:r>
              <a:rPr lang="zh-CN" altLang="en-US" noProof="0" smtClean="0"/>
              <a:t>第五级</a:t>
            </a:r>
            <a:endParaRPr lang="en-US" altLang="zh-CN" noProof="0" smtClean="0"/>
          </a:p>
        </p:txBody>
      </p:sp>
      <p:sp>
        <p:nvSpPr>
          <p:cNvPr id="235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kumimoji="0" sz="1200">
                <a:solidFill>
                  <a:schemeClr val="tx1"/>
                </a:solidFill>
                <a:latin typeface="Arial" charset="0"/>
              </a:defRPr>
            </a:lvl1pPr>
          </a:lstStyle>
          <a:p>
            <a:pPr>
              <a:defRPr/>
            </a:pPr>
            <a:endParaRPr lang="en-US" altLang="zh-CN"/>
          </a:p>
        </p:txBody>
      </p:sp>
      <p:sp>
        <p:nvSpPr>
          <p:cNvPr id="235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0" sz="1200">
                <a:solidFill>
                  <a:schemeClr val="tx1"/>
                </a:solidFill>
                <a:latin typeface="Arial" charset="0"/>
              </a:defRPr>
            </a:lvl1pPr>
          </a:lstStyle>
          <a:p>
            <a:pPr>
              <a:defRPr/>
            </a:pPr>
            <a:fld id="{1A2E07B2-D2DD-4A25-96A6-5CB739402E0C}" type="slidenum">
              <a:rPr lang="en-US" altLang="zh-CN"/>
              <a:pPr>
                <a:defRPr/>
              </a:pPr>
              <a:t>‹#›</a:t>
            </a:fld>
            <a:endParaRPr lang="en-US" altLang="zh-CN"/>
          </a:p>
        </p:txBody>
      </p:sp>
    </p:spTree>
    <p:extLst>
      <p:ext uri="{BB962C8B-B14F-4D97-AF65-F5344CB8AC3E}">
        <p14:creationId xmlns:p14="http://schemas.microsoft.com/office/powerpoint/2010/main" xmlns="" val="40020745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12" charset="0"/>
        <a:ea typeface="宋体" pitchFamily="-112" charset="-122"/>
        <a:cs typeface="宋体" pitchFamily="-112" charset="-122"/>
      </a:defRPr>
    </a:lvl1pPr>
    <a:lvl2pPr marL="457200" algn="l" rtl="0" eaLnBrk="0" fontAlgn="base" hangingPunct="0">
      <a:spcBef>
        <a:spcPct val="30000"/>
      </a:spcBef>
      <a:spcAft>
        <a:spcPct val="0"/>
      </a:spcAft>
      <a:defRPr sz="1200" kern="1200">
        <a:solidFill>
          <a:schemeClr val="tx1"/>
        </a:solidFill>
        <a:latin typeface="Arial" pitchFamily="-112" charset="0"/>
        <a:ea typeface="宋体" pitchFamily="-112" charset="-122"/>
        <a:cs typeface="宋体" pitchFamily="-112" charset="-122"/>
      </a:defRPr>
    </a:lvl2pPr>
    <a:lvl3pPr marL="914400" algn="l" rtl="0" eaLnBrk="0" fontAlgn="base" hangingPunct="0">
      <a:spcBef>
        <a:spcPct val="30000"/>
      </a:spcBef>
      <a:spcAft>
        <a:spcPct val="0"/>
      </a:spcAft>
      <a:defRPr sz="1200" kern="1200">
        <a:solidFill>
          <a:schemeClr val="tx1"/>
        </a:solidFill>
        <a:latin typeface="Arial" pitchFamily="-112" charset="0"/>
        <a:ea typeface="宋体" pitchFamily="-112" charset="-122"/>
        <a:cs typeface="宋体" pitchFamily="-112" charset="-122"/>
      </a:defRPr>
    </a:lvl3pPr>
    <a:lvl4pPr marL="1371600" algn="l" rtl="0" eaLnBrk="0" fontAlgn="base" hangingPunct="0">
      <a:spcBef>
        <a:spcPct val="30000"/>
      </a:spcBef>
      <a:spcAft>
        <a:spcPct val="0"/>
      </a:spcAft>
      <a:defRPr sz="1200" kern="1200">
        <a:solidFill>
          <a:schemeClr val="tx1"/>
        </a:solidFill>
        <a:latin typeface="Arial" pitchFamily="-112" charset="0"/>
        <a:ea typeface="宋体" pitchFamily="-112" charset="-122"/>
        <a:cs typeface="宋体" pitchFamily="-112" charset="-122"/>
      </a:defRPr>
    </a:lvl4pPr>
    <a:lvl5pPr marL="1828800" algn="l" rtl="0" eaLnBrk="0" fontAlgn="base" hangingPunct="0">
      <a:spcBef>
        <a:spcPct val="30000"/>
      </a:spcBef>
      <a:spcAft>
        <a:spcPct val="0"/>
      </a:spcAft>
      <a:defRPr sz="1200" kern="1200">
        <a:solidFill>
          <a:schemeClr val="tx1"/>
        </a:solidFill>
        <a:latin typeface="Arial" pitchFamily="-112" charset="0"/>
        <a:ea typeface="宋体" pitchFamily="-112" charset="-122"/>
        <a:cs typeface="宋体" pitchFamily="-112" charset="-122"/>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Ref idx="1001">
        <a:schemeClr val="bg1"/>
      </p:bgRef>
    </p:bg>
    <p:spTree>
      <p:nvGrpSpPr>
        <p:cNvPr id="1" name=""/>
        <p:cNvGrpSpPr/>
        <p:nvPr/>
      </p:nvGrpSpPr>
      <p:grpSpPr>
        <a:xfrm>
          <a:off x="0" y="0"/>
          <a:ext cx="0" cy="0"/>
          <a:chOff x="0" y="0"/>
          <a:chExt cx="0" cy="0"/>
        </a:xfrm>
      </p:grpSpPr>
      <p:pic>
        <p:nvPicPr>
          <p:cNvPr id="2" name="图片 7"/>
          <p:cNvPicPr>
            <a:picLocks noChangeAspect="1" noChangeArrowheads="1"/>
          </p:cNvPicPr>
          <p:nvPr userDrawn="1"/>
        </p:nvPicPr>
        <p:blipFill>
          <a:blip r:embed="rId2"/>
          <a:srcRect/>
          <a:stretch>
            <a:fillRect/>
          </a:stretch>
        </p:blipFill>
        <p:spPr bwMode="auto">
          <a:xfrm>
            <a:off x="9892460" y="6462620"/>
            <a:ext cx="1854321" cy="244908"/>
          </a:xfrm>
          <a:prstGeom prst="rect">
            <a:avLst/>
          </a:prstGeom>
          <a:noFill/>
          <a:ln w="9525">
            <a:noFill/>
            <a:miter lim="800000"/>
            <a:headEnd/>
            <a:tailEnd/>
          </a:ln>
        </p:spPr>
      </p:pic>
      <p:sp>
        <p:nvSpPr>
          <p:cNvPr id="3" name="文本框 5"/>
          <p:cNvSpPr>
            <a:spLocks noChangeArrowheads="1"/>
          </p:cNvSpPr>
          <p:nvPr userDrawn="1"/>
        </p:nvSpPr>
        <p:spPr bwMode="auto">
          <a:xfrm>
            <a:off x="19943" y="6519626"/>
            <a:ext cx="1493006" cy="287565"/>
          </a:xfrm>
          <a:prstGeom prst="rect">
            <a:avLst/>
          </a:prstGeom>
          <a:noFill/>
          <a:ln w="9525">
            <a:noFill/>
            <a:miter lim="800000"/>
            <a:headEnd/>
            <a:tailEnd/>
          </a:ln>
        </p:spPr>
        <p:txBody>
          <a:bodyPr wrap="none" lIns="101902" tIns="50952" rIns="101902" bIns="50952">
            <a:spAutoFit/>
          </a:bodyPr>
          <a:lstStyle/>
          <a:p>
            <a:pPr defTabSz="1142782" fontAlgn="auto">
              <a:spcBef>
                <a:spcPts val="0"/>
              </a:spcBef>
              <a:spcAft>
                <a:spcPts val="0"/>
              </a:spcAft>
              <a:buFontTx/>
              <a:buNone/>
              <a:defRPr/>
            </a:pPr>
            <a:r>
              <a:rPr lang="zh-CN" altLang="en-US" sz="1200" dirty="0">
                <a:solidFill>
                  <a:srgbClr val="000000"/>
                </a:solidFill>
                <a:latin typeface="微软雅黑 Light" pitchFamily="34" charset="-122"/>
                <a:ea typeface="微软雅黑 Light" pitchFamily="34" charset="-122"/>
                <a:sym typeface="微软雅黑 Light" pitchFamily="34" charset="-122"/>
              </a:rPr>
              <a:t>▲</a:t>
            </a:r>
            <a:r>
              <a:rPr lang="zh-CN" altLang="en-US" sz="1000" dirty="0">
                <a:solidFill>
                  <a:srgbClr val="000000"/>
                </a:solidFill>
                <a:latin typeface="微软雅黑 Light" pitchFamily="34" charset="-122"/>
                <a:ea typeface="微软雅黑 Light" pitchFamily="34" charset="-122"/>
                <a:sym typeface="微软雅黑 Light" pitchFamily="34" charset="-122"/>
              </a:rPr>
              <a:t>版权归经世教育所有</a:t>
            </a:r>
            <a:endParaRPr lang="zh-CN" altLang="en-US" dirty="0">
              <a:solidFill>
                <a:prstClr val="black"/>
              </a:solidFill>
              <a:latin typeface="Calibri"/>
              <a:ea typeface="宋体"/>
            </a:endParaRPr>
          </a:p>
        </p:txBody>
      </p:sp>
      <p:sp>
        <p:nvSpPr>
          <p:cNvPr id="4" name="直线连接符 3"/>
          <p:cNvSpPr>
            <a:spLocks noChangeShapeType="1"/>
          </p:cNvSpPr>
          <p:nvPr userDrawn="1"/>
        </p:nvSpPr>
        <p:spPr bwMode="auto">
          <a:xfrm>
            <a:off x="583730" y="907849"/>
            <a:ext cx="10888716" cy="0"/>
          </a:xfrm>
          <a:prstGeom prst="line">
            <a:avLst/>
          </a:prstGeom>
          <a:noFill/>
          <a:ln w="3175">
            <a:solidFill>
              <a:schemeClr val="accent1"/>
            </a:solidFill>
            <a:miter lim="800000"/>
            <a:headEnd/>
            <a:tailEnd/>
          </a:ln>
        </p:spPr>
        <p:txBody>
          <a:bodyPr lIns="119768" tIns="59883" rIns="119768" bIns="59883"/>
          <a:lstStyle/>
          <a:p>
            <a:pPr defTabSz="1137574">
              <a:buFont typeface="Arial" pitchFamily="34" charset="0"/>
              <a:buNone/>
              <a:defRPr/>
            </a:pPr>
            <a:endParaRPr lang="zh-CN" altLang="en-US" dirty="0"/>
          </a:p>
        </p:txBody>
      </p:sp>
      <p:pic>
        <p:nvPicPr>
          <p:cNvPr id="5" name="图片 4" descr="水印.png"/>
          <p:cNvPicPr>
            <a:picLocks noChangeAspect="1" noChangeArrowheads="1"/>
          </p:cNvPicPr>
          <p:nvPr userDrawn="1"/>
        </p:nvPicPr>
        <p:blipFill>
          <a:blip r:embed="rId3"/>
          <a:srcRect/>
          <a:stretch>
            <a:fillRect/>
          </a:stretch>
        </p:blipFill>
        <p:spPr bwMode="auto">
          <a:xfrm>
            <a:off x="9191157" y="164682"/>
            <a:ext cx="2524681" cy="603825"/>
          </a:xfrm>
          <a:prstGeom prst="rect">
            <a:avLst/>
          </a:prstGeom>
          <a:noFill/>
          <a:ln w="9525">
            <a:noFill/>
            <a:miter lim="800000"/>
            <a:headEnd/>
            <a:tailEnd/>
          </a:ln>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bg>
      <p:bgRef idx="1001">
        <a:schemeClr val="bg1"/>
      </p:bgRef>
    </p:bg>
    <p:spTree>
      <p:nvGrpSpPr>
        <p:cNvPr id="1" name=""/>
        <p:cNvGrpSpPr/>
        <p:nvPr/>
      </p:nvGrpSpPr>
      <p:grpSpPr>
        <a:xfrm>
          <a:off x="0" y="0"/>
          <a:ext cx="0" cy="0"/>
          <a:chOff x="0" y="0"/>
          <a:chExt cx="0" cy="0"/>
        </a:xfrm>
      </p:grpSpPr>
      <p:pic>
        <p:nvPicPr>
          <p:cNvPr id="2" name="图片 7"/>
          <p:cNvPicPr>
            <a:picLocks noChangeAspect="1" noChangeArrowheads="1"/>
          </p:cNvPicPr>
          <p:nvPr userDrawn="1"/>
        </p:nvPicPr>
        <p:blipFill>
          <a:blip r:embed="rId2"/>
          <a:srcRect/>
          <a:stretch>
            <a:fillRect/>
          </a:stretch>
        </p:blipFill>
        <p:spPr bwMode="auto">
          <a:xfrm>
            <a:off x="9892460" y="6462620"/>
            <a:ext cx="1854321" cy="244908"/>
          </a:xfrm>
          <a:prstGeom prst="rect">
            <a:avLst/>
          </a:prstGeom>
          <a:noFill/>
          <a:ln w="9525">
            <a:noFill/>
            <a:miter lim="800000"/>
            <a:headEnd/>
            <a:tailEnd/>
          </a:ln>
        </p:spPr>
      </p:pic>
      <p:sp>
        <p:nvSpPr>
          <p:cNvPr id="3" name="文本框 5"/>
          <p:cNvSpPr>
            <a:spLocks noChangeArrowheads="1"/>
          </p:cNvSpPr>
          <p:nvPr userDrawn="1"/>
        </p:nvSpPr>
        <p:spPr bwMode="auto">
          <a:xfrm>
            <a:off x="19943" y="6519626"/>
            <a:ext cx="1493006" cy="287565"/>
          </a:xfrm>
          <a:prstGeom prst="rect">
            <a:avLst/>
          </a:prstGeom>
          <a:noFill/>
          <a:ln w="9525">
            <a:noFill/>
            <a:miter lim="800000"/>
            <a:headEnd/>
            <a:tailEnd/>
          </a:ln>
        </p:spPr>
        <p:txBody>
          <a:bodyPr wrap="none" lIns="101902" tIns="50952" rIns="101902" bIns="50952">
            <a:spAutoFit/>
          </a:bodyPr>
          <a:lstStyle/>
          <a:p>
            <a:pPr defTabSz="1142782" fontAlgn="auto">
              <a:spcBef>
                <a:spcPts val="0"/>
              </a:spcBef>
              <a:spcAft>
                <a:spcPts val="0"/>
              </a:spcAft>
              <a:buFontTx/>
              <a:buNone/>
              <a:defRPr/>
            </a:pPr>
            <a:r>
              <a:rPr lang="zh-CN" altLang="en-US" sz="1200" dirty="0">
                <a:solidFill>
                  <a:srgbClr val="000000"/>
                </a:solidFill>
                <a:latin typeface="微软雅黑 Light" pitchFamily="34" charset="-122"/>
                <a:ea typeface="微软雅黑 Light" pitchFamily="34" charset="-122"/>
                <a:sym typeface="微软雅黑 Light" pitchFamily="34" charset="-122"/>
              </a:rPr>
              <a:t>▲</a:t>
            </a:r>
            <a:r>
              <a:rPr lang="zh-CN" altLang="en-US" sz="1000" dirty="0">
                <a:solidFill>
                  <a:srgbClr val="000000"/>
                </a:solidFill>
                <a:latin typeface="微软雅黑 Light" pitchFamily="34" charset="-122"/>
                <a:ea typeface="微软雅黑 Light" pitchFamily="34" charset="-122"/>
                <a:sym typeface="微软雅黑 Light" pitchFamily="34" charset="-122"/>
              </a:rPr>
              <a:t>版权归经世教育所有</a:t>
            </a:r>
            <a:endParaRPr lang="zh-CN" altLang="en-US" dirty="0">
              <a:solidFill>
                <a:prstClr val="black"/>
              </a:solidFill>
              <a:latin typeface="Calibri"/>
              <a:ea typeface="宋体"/>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1_空白">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rcRect/>
          <a:stretch>
            <a:fillRect/>
          </a:stretch>
        </p:blipFill>
        <p:spPr bwMode="auto">
          <a:xfrm>
            <a:off x="9776950" y="6454176"/>
            <a:ext cx="1943014" cy="255464"/>
          </a:xfrm>
          <a:prstGeom prst="rect">
            <a:avLst/>
          </a:prstGeom>
          <a:noFill/>
          <a:ln w="9525">
            <a:noFill/>
            <a:miter lim="800000"/>
            <a:headEnd/>
            <a:tailEnd/>
          </a:ln>
        </p:spPr>
      </p:pic>
      <p:sp>
        <p:nvSpPr>
          <p:cNvPr id="3" name="文本框 5">
            <a:extLst>
              <a:ext uri="{FF2B5EF4-FFF2-40B4-BE49-F238E27FC236}"/>
            </a:extLst>
          </p:cNvPr>
          <p:cNvSpPr txBox="1"/>
          <p:nvPr userDrawn="1"/>
        </p:nvSpPr>
        <p:spPr>
          <a:xfrm>
            <a:off x="123713" y="6454175"/>
            <a:ext cx="1507890" cy="295009"/>
          </a:xfrm>
          <a:prstGeom prst="rect">
            <a:avLst/>
          </a:prstGeom>
          <a:noFill/>
        </p:spPr>
        <p:txBody>
          <a:bodyPr wrap="none" lIns="109272" tIns="54638" rIns="109272" bIns="54638">
            <a:spAutoFit/>
          </a:bodyPr>
          <a:lstStyle/>
          <a:p>
            <a:pPr defTabSz="1092731" eaLnBrk="1" fontAlgn="auto" hangingPunct="1">
              <a:spcBef>
                <a:spcPts val="0"/>
              </a:spcBef>
              <a:spcAft>
                <a:spcPts val="0"/>
              </a:spcAft>
              <a:defRPr/>
            </a:pPr>
            <a:r>
              <a:rPr lang="zh-CN" altLang="en-US" sz="1200" dirty="0">
                <a:solidFill>
                  <a:prstClr val="black"/>
                </a:solidFill>
                <a:latin typeface="微软雅黑 Light" panose="020B0502040204020203" pitchFamily="34" charset="-122"/>
                <a:ea typeface="微软雅黑 Light" panose="020B0502040204020203" pitchFamily="34" charset="-122"/>
              </a:rPr>
              <a:t>▲</a:t>
            </a:r>
            <a:r>
              <a:rPr lang="zh-CN" altLang="en-US" sz="1000" dirty="0">
                <a:solidFill>
                  <a:prstClr val="black"/>
                </a:solidFill>
                <a:latin typeface="微软雅黑 Light" panose="020B0502040204020203" pitchFamily="34" charset="-122"/>
                <a:ea typeface="微软雅黑 Light" panose="020B0502040204020203" pitchFamily="34" charset="-122"/>
              </a:rPr>
              <a:t>版权归经世教育所有</a:t>
            </a:r>
          </a:p>
        </p:txBody>
      </p:sp>
      <p:pic>
        <p:nvPicPr>
          <p:cNvPr id="4" name="图片 3" descr="水印.png"/>
          <p:cNvPicPr>
            <a:picLocks noChangeAspect="1" noChangeArrowheads="1"/>
          </p:cNvPicPr>
          <p:nvPr userDrawn="1"/>
        </p:nvPicPr>
        <p:blipFill>
          <a:blip r:embed="rId3"/>
          <a:srcRect/>
          <a:stretch>
            <a:fillRect/>
          </a:stretch>
        </p:blipFill>
        <p:spPr bwMode="auto">
          <a:xfrm>
            <a:off x="9108652" y="268134"/>
            <a:ext cx="2357607" cy="601713"/>
          </a:xfrm>
          <a:prstGeom prst="rect">
            <a:avLst/>
          </a:prstGeom>
          <a:noFill/>
          <a:ln w="9525">
            <a:noFill/>
            <a:miter lim="800000"/>
            <a:headEnd/>
            <a:tailEnd/>
          </a:ln>
        </p:spPr>
      </p:pic>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075" r:id="rId1"/>
    <p:sldLayoutId id="2147484076" r:id="rId2"/>
    <p:sldLayoutId id="2147484077" r:id="rId3"/>
    <p:sldLayoutId id="2147484078" r:id="rId4"/>
  </p:sldLayoutIdLst>
  <p:txStyles>
    <p:titleStyle>
      <a:lvl1pPr algn="ctr" defTabSz="798759" rtl="0" eaLnBrk="0" fontAlgn="base" hangingPunct="0">
        <a:spcBef>
          <a:spcPct val="0"/>
        </a:spcBef>
        <a:spcAft>
          <a:spcPct val="0"/>
        </a:spcAft>
        <a:defRPr sz="3800" kern="1200">
          <a:solidFill>
            <a:schemeClr val="tx1"/>
          </a:solidFill>
          <a:latin typeface="+mj-lt"/>
          <a:ea typeface="+mj-ea"/>
          <a:cs typeface="+mj-cs"/>
        </a:defRPr>
      </a:lvl1pPr>
      <a:lvl2pPr algn="ctr" defTabSz="798759" rtl="0" eaLnBrk="0" fontAlgn="base" hangingPunct="0">
        <a:spcBef>
          <a:spcPct val="0"/>
        </a:spcBef>
        <a:spcAft>
          <a:spcPct val="0"/>
        </a:spcAft>
        <a:defRPr sz="3800">
          <a:solidFill>
            <a:schemeClr val="tx1"/>
          </a:solidFill>
          <a:latin typeface="Calibri" pitchFamily="34" charset="0"/>
          <a:ea typeface="宋体" pitchFamily="2" charset="-122"/>
        </a:defRPr>
      </a:lvl2pPr>
      <a:lvl3pPr algn="ctr" defTabSz="798759" rtl="0" eaLnBrk="0" fontAlgn="base" hangingPunct="0">
        <a:spcBef>
          <a:spcPct val="0"/>
        </a:spcBef>
        <a:spcAft>
          <a:spcPct val="0"/>
        </a:spcAft>
        <a:defRPr sz="3800">
          <a:solidFill>
            <a:schemeClr val="tx1"/>
          </a:solidFill>
          <a:latin typeface="Calibri" pitchFamily="34" charset="0"/>
          <a:ea typeface="宋体" pitchFamily="2" charset="-122"/>
        </a:defRPr>
      </a:lvl3pPr>
      <a:lvl4pPr algn="ctr" defTabSz="798759" rtl="0" eaLnBrk="0" fontAlgn="base" hangingPunct="0">
        <a:spcBef>
          <a:spcPct val="0"/>
        </a:spcBef>
        <a:spcAft>
          <a:spcPct val="0"/>
        </a:spcAft>
        <a:defRPr sz="3800">
          <a:solidFill>
            <a:schemeClr val="tx1"/>
          </a:solidFill>
          <a:latin typeface="Calibri" pitchFamily="34" charset="0"/>
          <a:ea typeface="宋体" pitchFamily="2" charset="-122"/>
        </a:defRPr>
      </a:lvl4pPr>
      <a:lvl5pPr algn="ctr" defTabSz="798759" rtl="0" eaLnBrk="0" fontAlgn="base" hangingPunct="0">
        <a:spcBef>
          <a:spcPct val="0"/>
        </a:spcBef>
        <a:spcAft>
          <a:spcPct val="0"/>
        </a:spcAft>
        <a:defRPr sz="3800">
          <a:solidFill>
            <a:schemeClr val="tx1"/>
          </a:solidFill>
          <a:latin typeface="Calibri" pitchFamily="34" charset="0"/>
          <a:ea typeface="宋体" pitchFamily="2" charset="-122"/>
        </a:defRPr>
      </a:lvl5pPr>
      <a:lvl6pPr marL="599008" algn="ctr" defTabSz="800757" rtl="0" fontAlgn="base">
        <a:spcBef>
          <a:spcPct val="0"/>
        </a:spcBef>
        <a:spcAft>
          <a:spcPct val="0"/>
        </a:spcAft>
        <a:defRPr sz="3800">
          <a:solidFill>
            <a:schemeClr val="tx1"/>
          </a:solidFill>
          <a:latin typeface="Calibri" pitchFamily="34" charset="0"/>
          <a:ea typeface="宋体" pitchFamily="2" charset="-122"/>
        </a:defRPr>
      </a:lvl6pPr>
      <a:lvl7pPr marL="1198015" algn="ctr" defTabSz="800757" rtl="0" fontAlgn="base">
        <a:spcBef>
          <a:spcPct val="0"/>
        </a:spcBef>
        <a:spcAft>
          <a:spcPct val="0"/>
        </a:spcAft>
        <a:defRPr sz="3800">
          <a:solidFill>
            <a:schemeClr val="tx1"/>
          </a:solidFill>
          <a:latin typeface="Calibri" pitchFamily="34" charset="0"/>
          <a:ea typeface="宋体" pitchFamily="2" charset="-122"/>
        </a:defRPr>
      </a:lvl7pPr>
      <a:lvl8pPr marL="1797023" algn="ctr" defTabSz="800757" rtl="0" fontAlgn="base">
        <a:spcBef>
          <a:spcPct val="0"/>
        </a:spcBef>
        <a:spcAft>
          <a:spcPct val="0"/>
        </a:spcAft>
        <a:defRPr sz="3800">
          <a:solidFill>
            <a:schemeClr val="tx1"/>
          </a:solidFill>
          <a:latin typeface="Calibri" pitchFamily="34" charset="0"/>
          <a:ea typeface="宋体" pitchFamily="2" charset="-122"/>
        </a:defRPr>
      </a:lvl8pPr>
      <a:lvl9pPr marL="2396030" algn="ctr" defTabSz="800757" rtl="0" fontAlgn="base">
        <a:spcBef>
          <a:spcPct val="0"/>
        </a:spcBef>
        <a:spcAft>
          <a:spcPct val="0"/>
        </a:spcAft>
        <a:defRPr sz="3800">
          <a:solidFill>
            <a:schemeClr val="tx1"/>
          </a:solidFill>
          <a:latin typeface="Calibri" pitchFamily="34" charset="0"/>
          <a:ea typeface="宋体" pitchFamily="2" charset="-122"/>
        </a:defRPr>
      </a:lvl9pPr>
    </p:titleStyle>
    <p:bodyStyle>
      <a:lvl1pPr marL="297455" indent="-297455" algn="l" defTabSz="798759" rtl="0" eaLnBrk="0" fontAlgn="base" hangingPunct="0">
        <a:spcBef>
          <a:spcPct val="20000"/>
        </a:spcBef>
        <a:spcAft>
          <a:spcPct val="0"/>
        </a:spcAft>
        <a:buFont typeface="Arial" charset="0"/>
        <a:buChar char="•"/>
        <a:defRPr sz="2800" kern="1200">
          <a:solidFill>
            <a:schemeClr val="tx1"/>
          </a:solidFill>
          <a:latin typeface="+mn-lt"/>
          <a:ea typeface="+mn-ea"/>
          <a:cs typeface="+mn-cs"/>
        </a:defRPr>
      </a:lvl1pPr>
      <a:lvl2pPr marL="648992" indent="-247533" algn="l" defTabSz="798759" rtl="0" eaLnBrk="0" fontAlgn="base" hangingPunct="0">
        <a:spcBef>
          <a:spcPct val="20000"/>
        </a:spcBef>
        <a:spcAft>
          <a:spcPct val="0"/>
        </a:spcAft>
        <a:buFont typeface="Arial" charset="0"/>
        <a:buChar char="–"/>
        <a:defRPr sz="2500" kern="1200">
          <a:solidFill>
            <a:schemeClr val="tx1"/>
          </a:solidFill>
          <a:latin typeface="+mn-lt"/>
          <a:ea typeface="+mn-ea"/>
          <a:cs typeface="+mn-cs"/>
        </a:defRPr>
      </a:lvl2pPr>
      <a:lvl3pPr marL="998449" indent="-197610" algn="l" defTabSz="798759" rtl="0" eaLnBrk="0" fontAlgn="base" hangingPunct="0">
        <a:spcBef>
          <a:spcPct val="20000"/>
        </a:spcBef>
        <a:spcAft>
          <a:spcPct val="0"/>
        </a:spcAft>
        <a:buFont typeface="Arial" charset="0"/>
        <a:buChar char="•"/>
        <a:defRPr sz="2100" kern="1200">
          <a:solidFill>
            <a:schemeClr val="tx1"/>
          </a:solidFill>
          <a:latin typeface="+mn-lt"/>
          <a:ea typeface="+mn-ea"/>
          <a:cs typeface="+mn-cs"/>
        </a:defRPr>
      </a:lvl3pPr>
      <a:lvl4pPr marL="1399909" indent="-197610" algn="l" defTabSz="798759" rtl="0" eaLnBrk="0" fontAlgn="base" hangingPunct="0">
        <a:spcBef>
          <a:spcPct val="20000"/>
        </a:spcBef>
        <a:spcAft>
          <a:spcPct val="0"/>
        </a:spcAft>
        <a:buFont typeface="Arial" charset="0"/>
        <a:buChar char="–"/>
        <a:defRPr sz="1700" kern="1200">
          <a:solidFill>
            <a:schemeClr val="tx1"/>
          </a:solidFill>
          <a:latin typeface="+mn-lt"/>
          <a:ea typeface="+mn-ea"/>
          <a:cs typeface="+mn-cs"/>
        </a:defRPr>
      </a:lvl4pPr>
      <a:lvl5pPr marL="1799288" indent="-197610" algn="l" defTabSz="798759" rtl="0" eaLnBrk="0" fontAlgn="base" hangingPunct="0">
        <a:spcBef>
          <a:spcPct val="20000"/>
        </a:spcBef>
        <a:spcAft>
          <a:spcPct val="0"/>
        </a:spcAft>
        <a:buFont typeface="Arial" charset="0"/>
        <a:buChar char="»"/>
        <a:defRPr sz="1700" kern="1200">
          <a:solidFill>
            <a:schemeClr val="tx1"/>
          </a:solidFill>
          <a:latin typeface="+mn-lt"/>
          <a:ea typeface="+mn-ea"/>
          <a:cs typeface="+mn-cs"/>
        </a:defRPr>
      </a:lvl5pPr>
      <a:lvl6pPr marL="2203871" indent="-200351" algn="l" defTabSz="801407" rtl="0" eaLnBrk="1" latinLnBrk="0" hangingPunct="1">
        <a:spcBef>
          <a:spcPct val="20000"/>
        </a:spcBef>
        <a:buFont typeface="Arial" panose="020B0604020202020204" pitchFamily="34" charset="0"/>
        <a:buChar char="•"/>
        <a:defRPr sz="1700" kern="1200">
          <a:solidFill>
            <a:schemeClr val="tx1"/>
          </a:solidFill>
          <a:latin typeface="+mn-lt"/>
          <a:ea typeface="+mn-ea"/>
          <a:cs typeface="+mn-cs"/>
        </a:defRPr>
      </a:lvl6pPr>
      <a:lvl7pPr marL="2604572" indent="-200351" algn="l" defTabSz="801407" rtl="0" eaLnBrk="1" latinLnBrk="0" hangingPunct="1">
        <a:spcBef>
          <a:spcPct val="20000"/>
        </a:spcBef>
        <a:buFont typeface="Arial" panose="020B0604020202020204" pitchFamily="34" charset="0"/>
        <a:buChar char="•"/>
        <a:defRPr sz="1700" kern="1200">
          <a:solidFill>
            <a:schemeClr val="tx1"/>
          </a:solidFill>
          <a:latin typeface="+mn-lt"/>
          <a:ea typeface="+mn-ea"/>
          <a:cs typeface="+mn-cs"/>
        </a:defRPr>
      </a:lvl7pPr>
      <a:lvl8pPr marL="3005277" indent="-200351" algn="l" defTabSz="801407" rtl="0" eaLnBrk="1" latinLnBrk="0" hangingPunct="1">
        <a:spcBef>
          <a:spcPct val="20000"/>
        </a:spcBef>
        <a:buFont typeface="Arial" panose="020B0604020202020204" pitchFamily="34" charset="0"/>
        <a:buChar char="•"/>
        <a:defRPr sz="1700" kern="1200">
          <a:solidFill>
            <a:schemeClr val="tx1"/>
          </a:solidFill>
          <a:latin typeface="+mn-lt"/>
          <a:ea typeface="+mn-ea"/>
          <a:cs typeface="+mn-cs"/>
        </a:defRPr>
      </a:lvl8pPr>
      <a:lvl9pPr marL="3405979" indent="-200351" algn="l" defTabSz="801407" rtl="0" eaLnBrk="1" latinLnBrk="0" hangingPunct="1">
        <a:spcBef>
          <a:spcPct val="20000"/>
        </a:spcBef>
        <a:buFont typeface="Arial" panose="020B0604020202020204" pitchFamily="34" charset="0"/>
        <a:buChar char="•"/>
        <a:defRPr sz="1700" kern="1200">
          <a:solidFill>
            <a:schemeClr val="tx1"/>
          </a:solidFill>
          <a:latin typeface="+mn-lt"/>
          <a:ea typeface="+mn-ea"/>
          <a:cs typeface="+mn-cs"/>
        </a:defRPr>
      </a:lvl9pPr>
    </p:bodyStyle>
    <p:otherStyle>
      <a:defPPr>
        <a:defRPr lang="zh-CN"/>
      </a:defPPr>
      <a:lvl1pPr marL="0" algn="l" defTabSz="801407" rtl="0" eaLnBrk="1" latinLnBrk="0" hangingPunct="1">
        <a:defRPr sz="1600" kern="1200">
          <a:solidFill>
            <a:schemeClr val="tx1"/>
          </a:solidFill>
          <a:latin typeface="+mn-lt"/>
          <a:ea typeface="+mn-ea"/>
          <a:cs typeface="+mn-cs"/>
        </a:defRPr>
      </a:lvl1pPr>
      <a:lvl2pPr marL="400704" algn="l" defTabSz="801407" rtl="0" eaLnBrk="1" latinLnBrk="0" hangingPunct="1">
        <a:defRPr sz="1600" kern="1200">
          <a:solidFill>
            <a:schemeClr val="tx1"/>
          </a:solidFill>
          <a:latin typeface="+mn-lt"/>
          <a:ea typeface="+mn-ea"/>
          <a:cs typeface="+mn-cs"/>
        </a:defRPr>
      </a:lvl2pPr>
      <a:lvl3pPr marL="801407" algn="l" defTabSz="801407" rtl="0" eaLnBrk="1" latinLnBrk="0" hangingPunct="1">
        <a:defRPr sz="1600" kern="1200">
          <a:solidFill>
            <a:schemeClr val="tx1"/>
          </a:solidFill>
          <a:latin typeface="+mn-lt"/>
          <a:ea typeface="+mn-ea"/>
          <a:cs typeface="+mn-cs"/>
        </a:defRPr>
      </a:lvl3pPr>
      <a:lvl4pPr marL="1202111" algn="l" defTabSz="801407" rtl="0" eaLnBrk="1" latinLnBrk="0" hangingPunct="1">
        <a:defRPr sz="1600" kern="1200">
          <a:solidFill>
            <a:schemeClr val="tx1"/>
          </a:solidFill>
          <a:latin typeface="+mn-lt"/>
          <a:ea typeface="+mn-ea"/>
          <a:cs typeface="+mn-cs"/>
        </a:defRPr>
      </a:lvl4pPr>
      <a:lvl5pPr marL="1602815" algn="l" defTabSz="801407" rtl="0" eaLnBrk="1" latinLnBrk="0" hangingPunct="1">
        <a:defRPr sz="1600" kern="1200">
          <a:solidFill>
            <a:schemeClr val="tx1"/>
          </a:solidFill>
          <a:latin typeface="+mn-lt"/>
          <a:ea typeface="+mn-ea"/>
          <a:cs typeface="+mn-cs"/>
        </a:defRPr>
      </a:lvl5pPr>
      <a:lvl6pPr marL="2003518" algn="l" defTabSz="801407" rtl="0" eaLnBrk="1" latinLnBrk="0" hangingPunct="1">
        <a:defRPr sz="1600" kern="1200">
          <a:solidFill>
            <a:schemeClr val="tx1"/>
          </a:solidFill>
          <a:latin typeface="+mn-lt"/>
          <a:ea typeface="+mn-ea"/>
          <a:cs typeface="+mn-cs"/>
        </a:defRPr>
      </a:lvl6pPr>
      <a:lvl7pPr marL="2404222" algn="l" defTabSz="801407" rtl="0" eaLnBrk="1" latinLnBrk="0" hangingPunct="1">
        <a:defRPr sz="1600" kern="1200">
          <a:solidFill>
            <a:schemeClr val="tx1"/>
          </a:solidFill>
          <a:latin typeface="+mn-lt"/>
          <a:ea typeface="+mn-ea"/>
          <a:cs typeface="+mn-cs"/>
        </a:defRPr>
      </a:lvl7pPr>
      <a:lvl8pPr marL="2804925" algn="l" defTabSz="801407" rtl="0" eaLnBrk="1" latinLnBrk="0" hangingPunct="1">
        <a:defRPr sz="1600" kern="1200">
          <a:solidFill>
            <a:schemeClr val="tx1"/>
          </a:solidFill>
          <a:latin typeface="+mn-lt"/>
          <a:ea typeface="+mn-ea"/>
          <a:cs typeface="+mn-cs"/>
        </a:defRPr>
      </a:lvl8pPr>
      <a:lvl9pPr marL="3205629" algn="l" defTabSz="801407"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41849151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3" descr="水印.png"/>
          <p:cNvPicPr>
            <a:picLocks noChangeAspect="1" noChangeArrowheads="1"/>
          </p:cNvPicPr>
          <p:nvPr/>
        </p:nvPicPr>
        <p:blipFill>
          <a:blip r:embed="rId2"/>
          <a:srcRect/>
          <a:stretch>
            <a:fillRect/>
          </a:stretch>
        </p:blipFill>
        <p:spPr bwMode="auto">
          <a:xfrm>
            <a:off x="9467553" y="253353"/>
            <a:ext cx="2250349" cy="576379"/>
          </a:xfrm>
          <a:prstGeom prst="rect">
            <a:avLst/>
          </a:prstGeom>
          <a:noFill/>
          <a:ln w="9525">
            <a:noFill/>
            <a:miter lim="800000"/>
            <a:headEnd/>
            <a:tailEnd/>
          </a:ln>
        </p:spPr>
      </p:pic>
      <p:sp>
        <p:nvSpPr>
          <p:cNvPr id="3075" name="圆角矩形 20"/>
          <p:cNvSpPr>
            <a:spLocks noChangeArrowheads="1"/>
          </p:cNvSpPr>
          <p:nvPr/>
        </p:nvSpPr>
        <p:spPr bwMode="auto">
          <a:xfrm>
            <a:off x="1705811" y="2233732"/>
            <a:ext cx="8469231" cy="2529310"/>
          </a:xfrm>
          <a:prstGeom prst="roundRect">
            <a:avLst>
              <a:gd name="adj" fmla="val 6736"/>
            </a:avLst>
          </a:prstGeom>
          <a:noFill/>
          <a:ln w="6350">
            <a:solidFill>
              <a:srgbClr val="A5A5A5"/>
            </a:solidFill>
            <a:miter lim="800000"/>
            <a:headEnd/>
            <a:tailEnd/>
          </a:ln>
        </p:spPr>
        <p:txBody>
          <a:bodyPr lIns="109320" tIns="54659" rIns="109320" bIns="54659" anchor="ctr"/>
          <a:lstStyle/>
          <a:p>
            <a:pPr algn="ctr"/>
            <a:endParaRPr lang="zh-CN" altLang="zh-CN">
              <a:solidFill>
                <a:srgbClr val="FFFFFF"/>
              </a:solidFill>
              <a:latin typeface="宋体" pitchFamily="2" charset="-122"/>
              <a:sym typeface="宋体" pitchFamily="2" charset="-122"/>
            </a:endParaRPr>
          </a:p>
        </p:txBody>
      </p:sp>
      <p:sp>
        <p:nvSpPr>
          <p:cNvPr id="3076" name="圆角矩形 17"/>
          <p:cNvSpPr>
            <a:spLocks noChangeArrowheads="1"/>
          </p:cNvSpPr>
          <p:nvPr/>
        </p:nvSpPr>
        <p:spPr bwMode="auto">
          <a:xfrm>
            <a:off x="3471437" y="1959265"/>
            <a:ext cx="5086489" cy="548932"/>
          </a:xfrm>
          <a:prstGeom prst="roundRect">
            <a:avLst>
              <a:gd name="adj" fmla="val 16667"/>
            </a:avLst>
          </a:prstGeom>
          <a:solidFill>
            <a:srgbClr val="7DCDFF"/>
          </a:solidFill>
          <a:ln w="9525">
            <a:noFill/>
            <a:round/>
            <a:headEnd/>
            <a:tailEnd/>
          </a:ln>
        </p:spPr>
        <p:txBody>
          <a:bodyPr lIns="109320" tIns="54659" rIns="109320" bIns="54659" anchor="ctr"/>
          <a:lstStyle/>
          <a:p>
            <a:pPr algn="ctr"/>
            <a:endParaRPr lang="zh-CN" altLang="zh-CN">
              <a:solidFill>
                <a:srgbClr val="FFFFFF"/>
              </a:solidFill>
              <a:latin typeface="宋体" pitchFamily="2" charset="-122"/>
              <a:sym typeface="宋体" pitchFamily="2" charset="-122"/>
            </a:endParaRPr>
          </a:p>
        </p:txBody>
      </p:sp>
      <p:sp>
        <p:nvSpPr>
          <p:cNvPr id="3077" name="文本框 1"/>
          <p:cNvSpPr>
            <a:spLocks noChangeArrowheads="1"/>
          </p:cNvSpPr>
          <p:nvPr/>
        </p:nvSpPr>
        <p:spPr bwMode="auto">
          <a:xfrm>
            <a:off x="3644699" y="2020493"/>
            <a:ext cx="4913227" cy="377918"/>
          </a:xfrm>
          <a:prstGeom prst="rect">
            <a:avLst/>
          </a:prstGeom>
          <a:noFill/>
          <a:ln w="9525">
            <a:noFill/>
            <a:miter lim="800000"/>
            <a:headEnd/>
            <a:tailEnd/>
          </a:ln>
        </p:spPr>
        <p:txBody>
          <a:bodyPr lIns="109320" tIns="54659" rIns="109320" bIns="54659">
            <a:spAutoFit/>
          </a:bodyPr>
          <a:lstStyle/>
          <a:p>
            <a:pPr algn="dist"/>
            <a:r>
              <a:rPr lang="en-US" altLang="zh-CN" sz="1700" dirty="0">
                <a:latin typeface="微软雅黑" pitchFamily="34" charset="-122"/>
                <a:ea typeface="微软雅黑" pitchFamily="34" charset="-122"/>
                <a:sym typeface="微软雅黑" pitchFamily="34" charset="-122"/>
              </a:rPr>
              <a:t>LTE/</a:t>
            </a:r>
            <a:r>
              <a:rPr lang="zh-CN" altLang="en-US" sz="1700" dirty="0">
                <a:latin typeface="微软雅黑" pitchFamily="34" charset="-122"/>
                <a:ea typeface="微软雅黑" pitchFamily="34" charset="-122"/>
                <a:sym typeface="微软雅黑" pitchFamily="34" charset="-122"/>
              </a:rPr>
              <a:t>网</a:t>
            </a:r>
            <a:r>
              <a:rPr lang="en-US" altLang="zh-CN" sz="1700" dirty="0">
                <a:latin typeface="微软雅黑" pitchFamily="34" charset="-122"/>
                <a:ea typeface="微软雅黑" pitchFamily="34" charset="-122"/>
                <a:sym typeface="微软雅黑" pitchFamily="34" charset="-122"/>
              </a:rPr>
              <a:t>/</a:t>
            </a:r>
            <a:r>
              <a:rPr lang="zh-CN" altLang="en-US" sz="1700" dirty="0">
                <a:latin typeface="微软雅黑" pitchFamily="34" charset="-122"/>
                <a:ea typeface="微软雅黑" pitchFamily="34" charset="-122"/>
                <a:sym typeface="微软雅黑" pitchFamily="34" charset="-122"/>
              </a:rPr>
              <a:t>络</a:t>
            </a:r>
            <a:r>
              <a:rPr lang="en-US" altLang="zh-CN" sz="1700" dirty="0">
                <a:latin typeface="微软雅黑" pitchFamily="34" charset="-122"/>
                <a:ea typeface="微软雅黑" pitchFamily="34" charset="-122"/>
                <a:sym typeface="微软雅黑" pitchFamily="34" charset="-122"/>
              </a:rPr>
              <a:t>/</a:t>
            </a:r>
            <a:r>
              <a:rPr lang="zh-CN" altLang="en-US" sz="1700" dirty="0">
                <a:latin typeface="微软雅黑" pitchFamily="34" charset="-122"/>
                <a:ea typeface="微软雅黑" pitchFamily="34" charset="-122"/>
                <a:sym typeface="微软雅黑" pitchFamily="34" charset="-122"/>
              </a:rPr>
              <a:t>规</a:t>
            </a:r>
            <a:r>
              <a:rPr lang="en-US" altLang="zh-CN" sz="1700" dirty="0">
                <a:latin typeface="微软雅黑" pitchFamily="34" charset="-122"/>
                <a:ea typeface="微软雅黑" pitchFamily="34" charset="-122"/>
                <a:sym typeface="微软雅黑" pitchFamily="34" charset="-122"/>
              </a:rPr>
              <a:t>/</a:t>
            </a:r>
            <a:r>
              <a:rPr lang="zh-CN" altLang="en-US" sz="1700" dirty="0">
                <a:latin typeface="微软雅黑" pitchFamily="34" charset="-122"/>
                <a:ea typeface="微软雅黑" pitchFamily="34" charset="-122"/>
                <a:sym typeface="微软雅黑" pitchFamily="34" charset="-122"/>
              </a:rPr>
              <a:t>划</a:t>
            </a:r>
            <a:r>
              <a:rPr lang="en-US" altLang="zh-CN" sz="1700" dirty="0">
                <a:latin typeface="微软雅黑" pitchFamily="34" charset="-122"/>
                <a:ea typeface="微软雅黑" pitchFamily="34" charset="-122"/>
                <a:sym typeface="微软雅黑" pitchFamily="34" charset="-122"/>
              </a:rPr>
              <a:t>/</a:t>
            </a:r>
            <a:r>
              <a:rPr lang="zh-CN" altLang="en-US" sz="1700" dirty="0">
                <a:latin typeface="微软雅黑" pitchFamily="34" charset="-122"/>
                <a:ea typeface="微软雅黑" pitchFamily="34" charset="-122"/>
                <a:sym typeface="微软雅黑" pitchFamily="34" charset="-122"/>
              </a:rPr>
              <a:t>与</a:t>
            </a:r>
            <a:r>
              <a:rPr lang="en-US" altLang="zh-CN" sz="1700" dirty="0">
                <a:latin typeface="微软雅黑" pitchFamily="34" charset="-122"/>
                <a:ea typeface="微软雅黑" pitchFamily="34" charset="-122"/>
                <a:sym typeface="微软雅黑" pitchFamily="34" charset="-122"/>
              </a:rPr>
              <a:t>/</a:t>
            </a:r>
            <a:r>
              <a:rPr lang="zh-CN" altLang="en-US" sz="1700" dirty="0">
                <a:latin typeface="微软雅黑" pitchFamily="34" charset="-122"/>
                <a:ea typeface="微软雅黑" pitchFamily="34" charset="-122"/>
                <a:sym typeface="微软雅黑" pitchFamily="34" charset="-122"/>
              </a:rPr>
              <a:t>优</a:t>
            </a:r>
            <a:r>
              <a:rPr lang="en-US" altLang="zh-CN" sz="1700" dirty="0">
                <a:latin typeface="微软雅黑" pitchFamily="34" charset="-122"/>
                <a:ea typeface="微软雅黑" pitchFamily="34" charset="-122"/>
                <a:sym typeface="微软雅黑" pitchFamily="34" charset="-122"/>
              </a:rPr>
              <a:t>/</a:t>
            </a:r>
            <a:r>
              <a:rPr lang="zh-CN" altLang="en-US" sz="1700" dirty="0">
                <a:latin typeface="微软雅黑" pitchFamily="34" charset="-122"/>
                <a:ea typeface="微软雅黑" pitchFamily="34" charset="-122"/>
                <a:sym typeface="微软雅黑" pitchFamily="34" charset="-122"/>
              </a:rPr>
              <a:t>化</a:t>
            </a:r>
            <a:endParaRPr lang="zh-CN" altLang="en-US" dirty="0">
              <a:sym typeface="Calibri" pitchFamily="34" charset="0"/>
            </a:endParaRPr>
          </a:p>
        </p:txBody>
      </p:sp>
      <p:sp>
        <p:nvSpPr>
          <p:cNvPr id="3078" name="文本框 4"/>
          <p:cNvSpPr>
            <a:spLocks noChangeArrowheads="1"/>
          </p:cNvSpPr>
          <p:nvPr/>
        </p:nvSpPr>
        <p:spPr bwMode="auto">
          <a:xfrm>
            <a:off x="1835969" y="3091884"/>
            <a:ext cx="8280920" cy="904449"/>
          </a:xfrm>
          <a:prstGeom prst="rect">
            <a:avLst/>
          </a:prstGeom>
          <a:noFill/>
          <a:ln w="9525">
            <a:noFill/>
            <a:miter lim="800000"/>
            <a:headEnd/>
            <a:tailEnd/>
          </a:ln>
        </p:spPr>
        <p:txBody>
          <a:bodyPr wrap="square" lIns="109320" tIns="54659" rIns="109320" bIns="54659">
            <a:spAutoFit/>
          </a:bodyPr>
          <a:lstStyle/>
          <a:p>
            <a:pPr algn="dist">
              <a:lnSpc>
                <a:spcPct val="120000"/>
              </a:lnSpc>
            </a:pPr>
            <a:r>
              <a:rPr lang="zh-CN" altLang="en-US" sz="4300" b="1" dirty="0" smtClean="0">
                <a:solidFill>
                  <a:schemeClr val="tx1"/>
                </a:solidFill>
                <a:latin typeface="微软雅黑" pitchFamily="34" charset="-122"/>
                <a:ea typeface="微软雅黑" pitchFamily="34" charset="-122"/>
                <a:sym typeface="Calibri" pitchFamily="34" charset="0"/>
              </a:rPr>
              <a:t>项目三  </a:t>
            </a:r>
            <a:r>
              <a:rPr lang="en-US" altLang="zh-CN" sz="4300" b="1" dirty="0" smtClean="0">
                <a:solidFill>
                  <a:schemeClr val="tx1"/>
                </a:solidFill>
                <a:latin typeface="微软雅黑" pitchFamily="34" charset="-122"/>
                <a:ea typeface="微软雅黑" pitchFamily="34" charset="-122"/>
                <a:sym typeface="Calibri" pitchFamily="34" charset="0"/>
              </a:rPr>
              <a:t>Google Earth</a:t>
            </a:r>
            <a:r>
              <a:rPr lang="zh-CN" altLang="en-US" sz="4300" b="1" dirty="0" smtClean="0">
                <a:solidFill>
                  <a:schemeClr val="tx1"/>
                </a:solidFill>
                <a:latin typeface="微软雅黑" pitchFamily="34" charset="-122"/>
                <a:ea typeface="微软雅黑" pitchFamily="34" charset="-122"/>
                <a:sym typeface="Calibri" pitchFamily="34" charset="0"/>
              </a:rPr>
              <a:t>软件介绍</a:t>
            </a:r>
            <a:endParaRPr lang="zh-CN" altLang="en-US" sz="4300" b="1" dirty="0">
              <a:solidFill>
                <a:schemeClr val="tx1"/>
              </a:solidFill>
              <a:latin typeface="微软雅黑" pitchFamily="34" charset="-122"/>
              <a:ea typeface="微软雅黑" pitchFamily="34" charset="-122"/>
              <a:sym typeface="Calibri" pitchFamily="34" charset="0"/>
            </a:endParaRPr>
          </a:p>
        </p:txBody>
      </p:sp>
      <p:sp>
        <p:nvSpPr>
          <p:cNvPr id="3079" name="椭圆 21"/>
          <p:cNvSpPr>
            <a:spLocks noChangeArrowheads="1"/>
          </p:cNvSpPr>
          <p:nvPr/>
        </p:nvSpPr>
        <p:spPr bwMode="auto">
          <a:xfrm>
            <a:off x="6860367" y="4725038"/>
            <a:ext cx="88694" cy="95008"/>
          </a:xfrm>
          <a:prstGeom prst="ellipse">
            <a:avLst/>
          </a:prstGeom>
          <a:solidFill>
            <a:schemeClr val="bg1"/>
          </a:solidFill>
          <a:ln w="6350">
            <a:solidFill>
              <a:srgbClr val="A5A5A5"/>
            </a:solidFill>
            <a:miter lim="800000"/>
            <a:headEnd/>
            <a:tailEnd/>
          </a:ln>
        </p:spPr>
        <p:txBody>
          <a:bodyPr lIns="109320" tIns="54659" rIns="109320" bIns="54659" anchor="ctr"/>
          <a:lstStyle/>
          <a:p>
            <a:pPr algn="ctr"/>
            <a:endParaRPr lang="zh-CN" altLang="zh-CN">
              <a:solidFill>
                <a:srgbClr val="FFFFFF"/>
              </a:solidFill>
              <a:sym typeface="宋体" pitchFamily="2" charset="-122"/>
            </a:endParaRPr>
          </a:p>
        </p:txBody>
      </p:sp>
      <p:sp>
        <p:nvSpPr>
          <p:cNvPr id="3080" name="椭圆 22"/>
          <p:cNvSpPr>
            <a:spLocks noChangeArrowheads="1"/>
          </p:cNvSpPr>
          <p:nvPr/>
        </p:nvSpPr>
        <p:spPr bwMode="auto">
          <a:xfrm>
            <a:off x="5094740" y="4725038"/>
            <a:ext cx="88694" cy="95008"/>
          </a:xfrm>
          <a:prstGeom prst="ellipse">
            <a:avLst/>
          </a:prstGeom>
          <a:solidFill>
            <a:schemeClr val="bg1"/>
          </a:solidFill>
          <a:ln w="6350">
            <a:solidFill>
              <a:srgbClr val="A5A5A5"/>
            </a:solidFill>
            <a:miter lim="800000"/>
            <a:headEnd/>
            <a:tailEnd/>
          </a:ln>
        </p:spPr>
        <p:txBody>
          <a:bodyPr lIns="109320" tIns="54659" rIns="109320" bIns="54659" anchor="ctr"/>
          <a:lstStyle/>
          <a:p>
            <a:pPr algn="ctr"/>
            <a:endParaRPr lang="zh-CN" altLang="zh-CN">
              <a:solidFill>
                <a:srgbClr val="FFFFFF"/>
              </a:solidFill>
              <a:sym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txBox="1"/>
          <p:nvPr/>
        </p:nvSpPr>
        <p:spPr>
          <a:xfrm>
            <a:off x="3384806" y="2381521"/>
            <a:ext cx="6804091" cy="426478"/>
          </a:xfrm>
          <a:prstGeom prst="rect">
            <a:avLst/>
          </a:prstGeom>
        </p:spPr>
        <p:txBody>
          <a:bodyPr lIns="109330" tIns="54666" rIns="109330" bIns="54666"/>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zh-CN" altLang="en-US" sz="3400" b="1" dirty="0" smtClean="0">
                <a:solidFill>
                  <a:schemeClr val="tx1">
                    <a:lumMod val="65000"/>
                    <a:lumOff val="35000"/>
                  </a:schemeClr>
                </a:solidFill>
                <a:latin typeface="微软雅黑" panose="020B0503020204020204" charset="-122"/>
                <a:ea typeface="微软雅黑" panose="020B0503020204020204" charset="-122"/>
              </a:rPr>
              <a:t>了解</a:t>
            </a:r>
            <a:r>
              <a:rPr lang="en-US" sz="3400" b="1" dirty="0" smtClean="0">
                <a:solidFill>
                  <a:schemeClr val="tx1">
                    <a:lumMod val="65000"/>
                    <a:lumOff val="35000"/>
                  </a:schemeClr>
                </a:solidFill>
                <a:latin typeface="微软雅黑" panose="020B0503020204020204" charset="-122"/>
                <a:ea typeface="微软雅黑" panose="020B0503020204020204" charset="-122"/>
              </a:rPr>
              <a:t>G</a:t>
            </a:r>
            <a:r>
              <a:rPr lang="en-US" altLang="zh-CN" sz="3400" b="1" dirty="0" smtClean="0">
                <a:solidFill>
                  <a:schemeClr val="tx1">
                    <a:lumMod val="65000"/>
                    <a:lumOff val="35000"/>
                  </a:schemeClr>
                </a:solidFill>
                <a:latin typeface="微软雅黑" panose="020B0503020204020204" charset="-122"/>
                <a:ea typeface="微软雅黑" panose="020B0503020204020204" charset="-122"/>
              </a:rPr>
              <a:t>oogle Earth</a:t>
            </a:r>
            <a:r>
              <a:rPr lang="zh-CN" altLang="en-US" sz="3400" b="1" dirty="0" smtClean="0">
                <a:solidFill>
                  <a:schemeClr val="tx1">
                    <a:lumMod val="65000"/>
                    <a:lumOff val="35000"/>
                  </a:schemeClr>
                </a:solidFill>
                <a:latin typeface="微软雅黑" panose="020B0503020204020204" charset="-122"/>
                <a:ea typeface="微软雅黑" panose="020B0503020204020204" charset="-122"/>
              </a:rPr>
              <a:t>软件的使用</a:t>
            </a:r>
            <a:endParaRPr sz="3400" b="1" dirty="0">
              <a:solidFill>
                <a:schemeClr val="tx1">
                  <a:lumMod val="65000"/>
                  <a:lumOff val="35000"/>
                </a:schemeClr>
              </a:solidFill>
              <a:latin typeface="微软雅黑" panose="020B0503020204020204" charset="-122"/>
              <a:ea typeface="微软雅黑" panose="020B0503020204020204" charset="-122"/>
            </a:endParaRPr>
          </a:p>
        </p:txBody>
      </p:sp>
      <p:sp>
        <p:nvSpPr>
          <p:cNvPr id="4" name="文本框 3"/>
          <p:cNvSpPr txBox="1"/>
          <p:nvPr/>
        </p:nvSpPr>
        <p:spPr>
          <a:xfrm>
            <a:off x="4432631" y="684054"/>
            <a:ext cx="2669066" cy="787507"/>
          </a:xfrm>
          <a:prstGeom prst="rect">
            <a:avLst/>
          </a:prstGeom>
          <a:noFill/>
        </p:spPr>
        <p:txBody>
          <a:bodyPr lIns="109330" tIns="54666" rIns="109330" bIns="54666">
            <a:spAutoFit/>
          </a:bodyPr>
          <a:lstStyle/>
          <a:p>
            <a:pPr>
              <a:defRPr/>
            </a:pPr>
            <a:r>
              <a:rPr lang="zh-CN" altLang="en-US" sz="4300" b="1" dirty="0">
                <a:solidFill>
                  <a:schemeClr val="tx1">
                    <a:lumMod val="65000"/>
                    <a:lumOff val="35000"/>
                  </a:schemeClr>
                </a:solidFill>
                <a:latin typeface="微软雅黑" panose="020B0503020204020204" charset="-122"/>
                <a:ea typeface="微软雅黑" panose="020B0503020204020204" charset="-122"/>
              </a:rPr>
              <a:t>学习目标</a:t>
            </a:r>
          </a:p>
        </p:txBody>
      </p:sp>
      <p:sp>
        <p:nvSpPr>
          <p:cNvPr id="7" name="Freeform 12"/>
          <p:cNvSpPr/>
          <p:nvPr/>
        </p:nvSpPr>
        <p:spPr bwMode="auto">
          <a:xfrm>
            <a:off x="1109704" y="1710135"/>
            <a:ext cx="610544" cy="671386"/>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9BD9FF"/>
          </a:solidFill>
          <a:ln>
            <a:noFill/>
          </a:ln>
        </p:spPr>
        <p:txBody>
          <a:bodyPr lIns="109330" tIns="54666" rIns="109330" bIns="54666"/>
          <a:lstStyle/>
          <a:p>
            <a:pPr>
              <a:defRPr/>
            </a:pPr>
            <a:endParaRPr lang="zh-CN" altLang="en-US">
              <a:solidFill>
                <a:schemeClr val="tx1">
                  <a:lumMod val="65000"/>
                  <a:lumOff val="35000"/>
                </a:schemeClr>
              </a:solidFill>
            </a:endParaRPr>
          </a:p>
        </p:txBody>
      </p:sp>
      <p:sp>
        <p:nvSpPr>
          <p:cNvPr id="8" name="Freeform 12"/>
          <p:cNvSpPr/>
          <p:nvPr/>
        </p:nvSpPr>
        <p:spPr bwMode="auto">
          <a:xfrm flipH="1" flipV="1">
            <a:off x="9708883" y="4710260"/>
            <a:ext cx="612606" cy="673497"/>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9BD9FF"/>
          </a:solidFill>
          <a:ln>
            <a:noFill/>
          </a:ln>
        </p:spPr>
        <p:txBody>
          <a:bodyPr lIns="109330" tIns="54666" rIns="109330" bIns="54666"/>
          <a:lstStyle/>
          <a:p>
            <a:pPr>
              <a:defRPr/>
            </a:pPr>
            <a:endParaRPr lang="zh-CN" altLang="en-US">
              <a:solidFill>
                <a:schemeClr val="tx1">
                  <a:lumMod val="50000"/>
                  <a:lumOff val="50000"/>
                </a:schemeClr>
              </a:solidFill>
            </a:endParaRPr>
          </a:p>
        </p:txBody>
      </p:sp>
      <p:sp>
        <p:nvSpPr>
          <p:cNvPr id="10" name="矩形 9"/>
          <p:cNvSpPr/>
          <p:nvPr/>
        </p:nvSpPr>
        <p:spPr>
          <a:xfrm>
            <a:off x="2772199" y="2455417"/>
            <a:ext cx="396028" cy="443368"/>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lIns="109330" tIns="54666" rIns="109330" bIns="54666" anchor="ctr"/>
          <a:lstStyle/>
          <a:p>
            <a:pPr algn="ctr">
              <a:defRPr/>
            </a:pPr>
            <a:r>
              <a:rPr lang="en-US" altLang="zh-CN" b="1"/>
              <a:t>1</a:t>
            </a:r>
          </a:p>
        </p:txBody>
      </p:sp>
      <p:sp>
        <p:nvSpPr>
          <p:cNvPr id="11" name="矩形 10"/>
          <p:cNvSpPr/>
          <p:nvPr/>
        </p:nvSpPr>
        <p:spPr>
          <a:xfrm>
            <a:off x="2772199" y="3903753"/>
            <a:ext cx="396028" cy="443368"/>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lIns="109330" tIns="54666" rIns="109330" bIns="54666" anchor="ctr"/>
          <a:lstStyle/>
          <a:p>
            <a:pPr algn="ctr">
              <a:defRPr/>
            </a:pPr>
            <a:r>
              <a:rPr lang="en-US" altLang="zh-CN" b="1"/>
              <a:t>2</a:t>
            </a:r>
          </a:p>
        </p:txBody>
      </p:sp>
      <p:sp>
        <p:nvSpPr>
          <p:cNvPr id="12" name="内容占位符 2"/>
          <p:cNvSpPr txBox="1"/>
          <p:nvPr/>
        </p:nvSpPr>
        <p:spPr>
          <a:xfrm>
            <a:off x="3384806" y="3912198"/>
            <a:ext cx="6150815" cy="426478"/>
          </a:xfrm>
          <a:prstGeom prst="rect">
            <a:avLst/>
          </a:prstGeom>
        </p:spPr>
        <p:txBody>
          <a:bodyPr lIns="109330" tIns="54666" rIns="109330" bIns="54666"/>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zh-CN" altLang="en-US" sz="3400" b="1" dirty="0">
                <a:solidFill>
                  <a:schemeClr val="tx1">
                    <a:lumMod val="65000"/>
                    <a:lumOff val="35000"/>
                  </a:schemeClr>
                </a:solidFill>
                <a:latin typeface="微软雅黑" panose="020B0503020204020204" charset="-122"/>
                <a:ea typeface="微软雅黑" panose="020B0503020204020204" charset="-122"/>
              </a:rPr>
              <a:t>学会使用图层工具</a:t>
            </a:r>
            <a:r>
              <a:rPr lang="en-US" altLang="zh-CN" sz="3400" b="1" dirty="0">
                <a:solidFill>
                  <a:schemeClr val="tx1">
                    <a:lumMod val="65000"/>
                    <a:lumOff val="35000"/>
                  </a:schemeClr>
                </a:solidFill>
                <a:latin typeface="微软雅黑" panose="020B0503020204020204" charset="-122"/>
                <a:ea typeface="微软雅黑" panose="020B0503020204020204" charset="-122"/>
              </a:rPr>
              <a:t>V7.0</a:t>
            </a:r>
            <a:endParaRPr sz="3400" b="1" dirty="0">
              <a:solidFill>
                <a:schemeClr val="tx1">
                  <a:lumMod val="65000"/>
                  <a:lumOff val="35000"/>
                </a:schemeClr>
              </a:solidFill>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框 2"/>
          <p:cNvSpPr txBox="1">
            <a:spLocks noChangeArrowheads="1"/>
          </p:cNvSpPr>
          <p:nvPr/>
        </p:nvSpPr>
        <p:spPr bwMode="auto">
          <a:xfrm>
            <a:off x="2628057" y="1620069"/>
            <a:ext cx="7171825" cy="2689567"/>
          </a:xfrm>
          <a:prstGeom prst="rect">
            <a:avLst/>
          </a:prstGeom>
          <a:noFill/>
          <a:ln w="9525">
            <a:noFill/>
            <a:miter lim="800000"/>
            <a:headEnd/>
            <a:tailEnd/>
          </a:ln>
        </p:spPr>
        <p:txBody>
          <a:bodyPr lIns="109330" tIns="54666" rIns="109330" bIns="54666">
            <a:spAutoFit/>
          </a:bodyPr>
          <a:lstStyle/>
          <a:p>
            <a:pPr algn="l">
              <a:lnSpc>
                <a:spcPct val="120000"/>
              </a:lnSpc>
            </a:pPr>
            <a:r>
              <a:rPr lang="zh-CN" altLang="en-US" sz="4300" b="1" dirty="0" smtClean="0">
                <a:solidFill>
                  <a:schemeClr val="tx1"/>
                </a:solidFill>
                <a:latin typeface="微软雅黑" pitchFamily="34" charset="-122"/>
                <a:ea typeface="微软雅黑" pitchFamily="34" charset="-122"/>
              </a:rPr>
              <a:t>              目    </a:t>
            </a:r>
            <a:r>
              <a:rPr lang="zh-CN" altLang="en-US" sz="4300" b="1" dirty="0">
                <a:solidFill>
                  <a:schemeClr val="tx1"/>
                </a:solidFill>
                <a:latin typeface="微软雅黑" pitchFamily="34" charset="-122"/>
                <a:ea typeface="微软雅黑" pitchFamily="34" charset="-122"/>
              </a:rPr>
              <a:t>录 </a:t>
            </a:r>
            <a:endParaRPr lang="en-US" altLang="zh-CN" sz="4300" b="1" dirty="0">
              <a:solidFill>
                <a:schemeClr val="tx1"/>
              </a:solidFill>
              <a:latin typeface="微软雅黑" pitchFamily="34" charset="-122"/>
              <a:ea typeface="微软雅黑" pitchFamily="34" charset="-122"/>
            </a:endParaRPr>
          </a:p>
          <a:p>
            <a:pPr algn="l">
              <a:lnSpc>
                <a:spcPct val="200000"/>
              </a:lnSpc>
            </a:pPr>
            <a:r>
              <a:rPr lang="zh-CN" altLang="en-US" sz="2900" dirty="0" smtClean="0">
                <a:solidFill>
                  <a:schemeClr val="tx1"/>
                </a:solidFill>
                <a:latin typeface="微软雅黑" pitchFamily="34" charset="-122"/>
                <a:ea typeface="微软雅黑" pitchFamily="34" charset="-122"/>
              </a:rPr>
              <a:t>一</a:t>
            </a:r>
            <a:r>
              <a:rPr lang="zh-CN" altLang="en-US" sz="2900" dirty="0">
                <a:solidFill>
                  <a:schemeClr val="tx1"/>
                </a:solidFill>
                <a:latin typeface="微软雅黑" pitchFamily="34" charset="-122"/>
                <a:ea typeface="微软雅黑" pitchFamily="34" charset="-122"/>
              </a:rPr>
              <a:t>、任务</a:t>
            </a:r>
            <a:r>
              <a:rPr lang="en-US" altLang="zh-CN" sz="2900" dirty="0" smtClean="0">
                <a:solidFill>
                  <a:schemeClr val="tx1"/>
                </a:solidFill>
                <a:latin typeface="微软雅黑" pitchFamily="34" charset="-122"/>
                <a:ea typeface="微软雅黑" pitchFamily="34" charset="-122"/>
              </a:rPr>
              <a:t>1</a:t>
            </a:r>
            <a:r>
              <a:rPr lang="zh-CN" altLang="en-US" sz="2900" dirty="0" smtClean="0">
                <a:solidFill>
                  <a:schemeClr val="tx1"/>
                </a:solidFill>
                <a:latin typeface="微软雅黑" pitchFamily="34" charset="-122"/>
                <a:ea typeface="微软雅黑" pitchFamily="34" charset="-122"/>
              </a:rPr>
              <a:t>  </a:t>
            </a:r>
            <a:r>
              <a:rPr lang="en-US" altLang="zh-CN" sz="2900" dirty="0" smtClean="0">
                <a:solidFill>
                  <a:schemeClr val="tx1"/>
                </a:solidFill>
                <a:latin typeface="微软雅黑" pitchFamily="34" charset="-122"/>
                <a:ea typeface="微软雅黑" pitchFamily="34" charset="-122"/>
              </a:rPr>
              <a:t>Google Earth</a:t>
            </a:r>
            <a:r>
              <a:rPr lang="zh-CN" altLang="en-US" sz="2900" dirty="0" smtClean="0">
                <a:solidFill>
                  <a:schemeClr val="tx1"/>
                </a:solidFill>
                <a:latin typeface="微软雅黑" pitchFamily="34" charset="-122"/>
                <a:ea typeface="微软雅黑" pitchFamily="34" charset="-122"/>
              </a:rPr>
              <a:t>软件的使用</a:t>
            </a:r>
            <a:endParaRPr lang="en-US" altLang="zh-CN" sz="2900" dirty="0" smtClean="0">
              <a:solidFill>
                <a:schemeClr val="tx1"/>
              </a:solidFill>
              <a:latin typeface="微软雅黑" pitchFamily="34" charset="-122"/>
              <a:ea typeface="微软雅黑" pitchFamily="34" charset="-122"/>
            </a:endParaRPr>
          </a:p>
          <a:p>
            <a:pPr algn="l">
              <a:lnSpc>
                <a:spcPct val="200000"/>
              </a:lnSpc>
            </a:pPr>
            <a:r>
              <a:rPr lang="zh-CN" altLang="en-US" sz="2900" dirty="0" smtClean="0">
                <a:solidFill>
                  <a:schemeClr val="tx1"/>
                </a:solidFill>
                <a:latin typeface="微软雅黑" pitchFamily="34" charset="-122"/>
                <a:ea typeface="微软雅黑" pitchFamily="34" charset="-122"/>
              </a:rPr>
              <a:t>二</a:t>
            </a:r>
            <a:r>
              <a:rPr lang="zh-CN" altLang="en-US" sz="2900" dirty="0">
                <a:solidFill>
                  <a:schemeClr val="tx1"/>
                </a:solidFill>
                <a:latin typeface="微软雅黑" pitchFamily="34" charset="-122"/>
                <a:ea typeface="微软雅黑" pitchFamily="34" charset="-122"/>
              </a:rPr>
              <a:t>、任务</a:t>
            </a:r>
            <a:r>
              <a:rPr lang="en-US" altLang="zh-CN" sz="2900" dirty="0" smtClean="0">
                <a:solidFill>
                  <a:schemeClr val="tx1"/>
                </a:solidFill>
                <a:latin typeface="微软雅黑" pitchFamily="34" charset="-122"/>
                <a:ea typeface="微软雅黑" pitchFamily="34" charset="-122"/>
              </a:rPr>
              <a:t>2  </a:t>
            </a:r>
            <a:r>
              <a:rPr lang="zh-CN" altLang="en-US" sz="2900" dirty="0" smtClean="0">
                <a:solidFill>
                  <a:schemeClr val="tx1"/>
                </a:solidFill>
                <a:latin typeface="微软雅黑" pitchFamily="34" charset="-122"/>
                <a:ea typeface="微软雅黑" pitchFamily="34" charset="-122"/>
              </a:rPr>
              <a:t>网优图层工具的使用</a:t>
            </a:r>
            <a:endParaRPr lang="en-US" altLang="zh-CN" sz="2900" dirty="0">
              <a:solidFill>
                <a:schemeClr val="tx1"/>
              </a:solidFill>
              <a:latin typeface="微软雅黑" pitchFamily="34" charset="-122"/>
              <a:ea typeface="微软雅黑"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88164" y="1299237"/>
            <a:ext cx="10291643" cy="1473566"/>
          </a:xfrm>
          <a:prstGeom prst="rect">
            <a:avLst/>
          </a:prstGeom>
        </p:spPr>
        <p:txBody>
          <a:bodyPr wrap="square">
            <a:spAutoFit/>
          </a:bodyPr>
          <a:lstStyle/>
          <a:p>
            <a:pPr indent="266700" algn="just">
              <a:lnSpc>
                <a:spcPct val="150000"/>
              </a:lnSpc>
              <a:spcAft>
                <a:spcPts val="0"/>
              </a:spcAft>
            </a:pPr>
            <a:r>
              <a:rPr lang="zh-CN" altLang="en-US" sz="2000"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下载</a:t>
            </a: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Google Earth</a:t>
            </a:r>
            <a:r>
              <a:rPr lang="zh-CN" altLang="en-US"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软件，找到安装主程序双击后，根据安装向导完成软件安装。安装成功后，可以从桌面双击</a:t>
            </a:r>
            <a:r>
              <a:rPr lang="en-US"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Google Earth</a:t>
            </a:r>
            <a:r>
              <a:rPr lang="zh-CN" altLang="en-US"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的快捷图标运行该软件。软件打开后会看到一个美丽的蓝色地球</a:t>
            </a:r>
            <a:r>
              <a:rPr lang="zh-CN" altLang="en-US" sz="2000"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界面。</a:t>
            </a:r>
            <a:endParaRPr lang="zh-CN" altLang="zh-CN" sz="2000"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4818" name="图片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449527" y="2772197"/>
            <a:ext cx="9057949" cy="3575474"/>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sp>
        <p:nvSpPr>
          <p:cNvPr id="12" name="矩形 11"/>
          <p:cNvSpPr/>
          <p:nvPr/>
        </p:nvSpPr>
        <p:spPr>
          <a:xfrm>
            <a:off x="981724" y="971997"/>
            <a:ext cx="4769254" cy="461665"/>
          </a:xfrm>
          <a:prstGeom prst="rect">
            <a:avLst/>
          </a:prstGeom>
        </p:spPr>
        <p:txBody>
          <a:bodyPr wrap="none">
            <a:spAutoFit/>
          </a:bodyPr>
          <a:lstStyle/>
          <a:p>
            <a:pPr algn="l"/>
            <a:r>
              <a:rPr lang="en-US" altLang="zh-CN" sz="2400" dirty="0" smtClean="0">
                <a:solidFill>
                  <a:srgbClr val="008FD4"/>
                </a:solidFill>
                <a:latin typeface="微软雅黑" pitchFamily="34" charset="-122"/>
                <a:ea typeface="微软雅黑" pitchFamily="34" charset="-122"/>
                <a:cs typeface="+mj-cs"/>
              </a:rPr>
              <a:t>1</a:t>
            </a:r>
            <a:r>
              <a:rPr lang="zh-CN" altLang="en-US" sz="2400" dirty="0" smtClean="0">
                <a:solidFill>
                  <a:srgbClr val="008FD4"/>
                </a:solidFill>
                <a:latin typeface="微软雅黑" pitchFamily="34" charset="-122"/>
                <a:ea typeface="微软雅黑" pitchFamily="34" charset="-122"/>
                <a:cs typeface="+mj-cs"/>
              </a:rPr>
              <a:t>、</a:t>
            </a:r>
            <a:r>
              <a:rPr lang="en-US" altLang="zh-CN" sz="2400" dirty="0" smtClean="0">
                <a:solidFill>
                  <a:srgbClr val="008FD4"/>
                </a:solidFill>
                <a:latin typeface="微软雅黑" pitchFamily="34" charset="-122"/>
                <a:ea typeface="微软雅黑" pitchFamily="34" charset="-122"/>
              </a:rPr>
              <a:t>Google earth</a:t>
            </a:r>
            <a:r>
              <a:rPr lang="zh-CN" altLang="en-US" sz="2400" dirty="0" smtClean="0">
                <a:solidFill>
                  <a:srgbClr val="008FD4"/>
                </a:solidFill>
                <a:latin typeface="微软雅黑" pitchFamily="34" charset="-122"/>
                <a:ea typeface="微软雅黑" pitchFamily="34" charset="-122"/>
              </a:rPr>
              <a:t>软件安装和运行</a:t>
            </a:r>
            <a:endParaRPr lang="en-US" altLang="zh-CN" sz="2400" dirty="0" smtClean="0">
              <a:solidFill>
                <a:srgbClr val="008FD4"/>
              </a:solidFill>
              <a:latin typeface="微软雅黑" pitchFamily="34" charset="-122"/>
              <a:ea typeface="微软雅黑" pitchFamily="34" charset="-122"/>
            </a:endParaRPr>
          </a:p>
        </p:txBody>
      </p:sp>
      <p:sp>
        <p:nvSpPr>
          <p:cNvPr id="13" name="矩形 12"/>
          <p:cNvSpPr/>
          <p:nvPr/>
        </p:nvSpPr>
        <p:spPr>
          <a:xfrm>
            <a:off x="611833" y="323925"/>
            <a:ext cx="4349268" cy="523220"/>
          </a:xfrm>
          <a:prstGeom prst="rect">
            <a:avLst/>
          </a:prstGeom>
        </p:spPr>
        <p:txBody>
          <a:bodyPr wrap="none" anchor="ctr">
            <a:spAutoFit/>
          </a:bodyPr>
          <a:lstStyle/>
          <a:p>
            <a:pPr algn="l"/>
            <a:r>
              <a:rPr lang="zh-CN" altLang="en-US" sz="2800" dirty="0" smtClean="0">
                <a:solidFill>
                  <a:srgbClr val="008FD4"/>
                </a:solidFill>
                <a:latin typeface="微软雅黑" pitchFamily="34" charset="-122"/>
                <a:ea typeface="微软雅黑" pitchFamily="34" charset="-122"/>
                <a:cs typeface="+mj-cs"/>
              </a:rPr>
              <a:t>一、 </a:t>
            </a:r>
            <a:r>
              <a:rPr lang="en-US" altLang="zh-CN" sz="2800" dirty="0" smtClean="0">
                <a:solidFill>
                  <a:srgbClr val="008FD4"/>
                </a:solidFill>
                <a:latin typeface="微软雅黑" pitchFamily="34" charset="-122"/>
                <a:ea typeface="微软雅黑" pitchFamily="34" charset="-122"/>
              </a:rPr>
              <a:t>Google earth</a:t>
            </a:r>
            <a:r>
              <a:rPr lang="zh-CN" altLang="en-US" sz="2800" dirty="0" smtClean="0">
                <a:solidFill>
                  <a:srgbClr val="008FD4"/>
                </a:solidFill>
                <a:latin typeface="微软雅黑" pitchFamily="34" charset="-122"/>
                <a:ea typeface="微软雅黑" pitchFamily="34" charset="-122"/>
              </a:rPr>
              <a:t>的使用</a:t>
            </a:r>
            <a:endParaRPr lang="zh-CN" altLang="en-US" sz="2800" dirty="0" smtClean="0">
              <a:solidFill>
                <a:srgbClr val="008FD4"/>
              </a:solidFill>
              <a:latin typeface="微软雅黑" pitchFamily="34" charset="-122"/>
              <a:ea typeface="微软雅黑" pitchFamily="34" charset="-122"/>
              <a:cs typeface="+mj-cs"/>
            </a:endParaRPr>
          </a:p>
        </p:txBody>
      </p:sp>
    </p:spTree>
    <p:extLst>
      <p:ext uri="{BB962C8B-B14F-4D97-AF65-F5344CB8AC3E}">
        <p14:creationId xmlns:p14="http://schemas.microsoft.com/office/powerpoint/2010/main" xmlns="" val="7195394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96141" y="1537722"/>
            <a:ext cx="10291643"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indent="266700" algn="just">
              <a:lnSpc>
                <a:spcPct val="150000"/>
              </a:lnSpc>
              <a:spcAft>
                <a:spcPts val="0"/>
              </a:spcAft>
            </a:pPr>
            <a:r>
              <a:rPr lang="en-US" altLang="zh-CN"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KML</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 </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Keyhole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标记语言（</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Keyhole Markup Language</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）的缩写，是一种采用 </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XML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语法与格式的语言，用于描述和保存地理信息（如点、线、图像、多边形和模型等），可被 </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Google Earth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 </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Google Maps </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识别并显示。在网规网优中可用</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KML</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工具制作用于</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Google Earth</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显示的基站扇区图层，方便我们对网络进行规划和设计优化方案。</a:t>
            </a:r>
            <a:endParaRPr lang="zh-CN"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p:nvPr/>
        </p:nvSpPr>
        <p:spPr>
          <a:xfrm>
            <a:off x="778027" y="3754175"/>
            <a:ext cx="10309757" cy="1754326"/>
          </a:xfrm>
          <a:prstGeom prst="rect">
            <a:avLst/>
          </a:prstGeom>
        </p:spPr>
        <p:txBody>
          <a:bodyPr wrap="square">
            <a:spAutoFit/>
          </a:bodyPr>
          <a:lstStyle/>
          <a:p>
            <a:pPr marL="285750" indent="-285750" algn="l">
              <a:lnSpc>
                <a:spcPct val="150000"/>
              </a:lnSpc>
              <a:buClr>
                <a:srgbClr val="0070C0"/>
              </a:buClr>
              <a:buFont typeface="Wingdings" panose="05000000000000000000" pitchFamily="2" charset="2"/>
              <a:buChar char="Ø"/>
            </a:pPr>
            <a:r>
              <a:rPr lang="zh-CN" altLang="zh-CN" dirty="0" smtClean="0">
                <a:solidFill>
                  <a:schemeClr val="tx1"/>
                </a:solidFill>
                <a:latin typeface="微软雅黑" panose="020B0503020204020204" pitchFamily="34" charset="-122"/>
                <a:ea typeface="微软雅黑" panose="020B0503020204020204" pitchFamily="34" charset="-122"/>
              </a:rPr>
              <a:t>在</a:t>
            </a:r>
            <a:r>
              <a:rPr lang="zh-CN" altLang="zh-CN" dirty="0">
                <a:solidFill>
                  <a:schemeClr val="tx1"/>
                </a:solidFill>
                <a:latin typeface="微软雅黑" panose="020B0503020204020204" pitchFamily="34" charset="-122"/>
                <a:ea typeface="微软雅黑" panose="020B0503020204020204" pitchFamily="34" charset="-122"/>
              </a:rPr>
              <a:t>无线网络规划中，</a:t>
            </a:r>
            <a:r>
              <a:rPr lang="en-US" altLang="zh-CN" dirty="0">
                <a:solidFill>
                  <a:schemeClr val="tx1"/>
                </a:solidFill>
                <a:latin typeface="微软雅黑" panose="020B0503020204020204" pitchFamily="34" charset="-122"/>
                <a:ea typeface="微软雅黑" panose="020B0503020204020204" pitchFamily="34" charset="-122"/>
              </a:rPr>
              <a:t>KML</a:t>
            </a:r>
            <a:r>
              <a:rPr lang="zh-CN" altLang="zh-CN" dirty="0">
                <a:solidFill>
                  <a:schemeClr val="tx1"/>
                </a:solidFill>
                <a:latin typeface="微软雅黑" panose="020B0503020204020204" pitchFamily="34" charset="-122"/>
                <a:ea typeface="微软雅黑" panose="020B0503020204020204" pitchFamily="34" charset="-122"/>
              </a:rPr>
              <a:t>形式的站点信息可以帮助</a:t>
            </a:r>
            <a:r>
              <a:rPr lang="zh-CN" altLang="en-US" dirty="0">
                <a:solidFill>
                  <a:schemeClr val="tx1"/>
                </a:solidFill>
                <a:latin typeface="微软雅黑" panose="020B0503020204020204" pitchFamily="34" charset="-122"/>
                <a:ea typeface="微软雅黑" panose="020B0503020204020204" pitchFamily="34" charset="-122"/>
              </a:rPr>
              <a:t>网规</a:t>
            </a:r>
            <a:r>
              <a:rPr lang="zh-CN" altLang="zh-CN" dirty="0">
                <a:solidFill>
                  <a:schemeClr val="tx1"/>
                </a:solidFill>
                <a:latin typeface="微软雅黑" panose="020B0503020204020204" pitchFamily="34" charset="-122"/>
                <a:ea typeface="微软雅黑" panose="020B0503020204020204" pitchFamily="34" charset="-122"/>
              </a:rPr>
              <a:t>工程师直观地</a:t>
            </a:r>
            <a:r>
              <a:rPr lang="zh-CN" altLang="zh-CN" dirty="0" smtClean="0">
                <a:solidFill>
                  <a:schemeClr val="tx1"/>
                </a:solidFill>
                <a:latin typeface="微软雅黑" panose="020B0503020204020204" pitchFamily="34" charset="-122"/>
                <a:ea typeface="微软雅黑" panose="020B0503020204020204" pitchFamily="34" charset="-122"/>
              </a:rPr>
              <a:t>展</a:t>
            </a:r>
            <a:r>
              <a:rPr lang="en-US" altLang="zh-CN" dirty="0" smtClean="0">
                <a:solidFill>
                  <a:schemeClr val="tx1"/>
                </a:solidFill>
                <a:latin typeface="微软雅黑" panose="020B0503020204020204" pitchFamily="34" charset="-122"/>
                <a:ea typeface="微软雅黑" panose="020B0503020204020204" pitchFamily="34" charset="-122"/>
              </a:rPr>
              <a:t>  </a:t>
            </a:r>
            <a:r>
              <a:rPr lang="zh-CN" altLang="zh-CN" dirty="0" smtClean="0">
                <a:solidFill>
                  <a:schemeClr val="tx1"/>
                </a:solidFill>
                <a:latin typeface="微软雅黑" panose="020B0503020204020204" pitchFamily="34" charset="-122"/>
                <a:ea typeface="微软雅黑" panose="020B0503020204020204" pitchFamily="34" charset="-122"/>
              </a:rPr>
              <a:t>现</a:t>
            </a:r>
            <a:r>
              <a:rPr lang="zh-CN" altLang="zh-CN" dirty="0">
                <a:solidFill>
                  <a:schemeClr val="tx1"/>
                </a:solidFill>
                <a:latin typeface="微软雅黑" panose="020B0503020204020204" pitchFamily="34" charset="-122"/>
                <a:ea typeface="微软雅黑" panose="020B0503020204020204" pitchFamily="34" charset="-122"/>
              </a:rPr>
              <a:t>站点附近的</a:t>
            </a:r>
            <a:r>
              <a:rPr lang="zh-CN" altLang="en-US" dirty="0">
                <a:solidFill>
                  <a:schemeClr val="tx1"/>
                </a:solidFill>
                <a:latin typeface="微软雅黑" panose="020B0503020204020204" pitchFamily="34" charset="-122"/>
                <a:ea typeface="微软雅黑" panose="020B0503020204020204" pitchFamily="34" charset="-122"/>
              </a:rPr>
              <a:t>地形地貌</a:t>
            </a:r>
            <a:r>
              <a:rPr lang="zh-CN" altLang="zh-CN" dirty="0">
                <a:solidFill>
                  <a:schemeClr val="tx1"/>
                </a:solidFill>
                <a:latin typeface="微软雅黑" panose="020B0503020204020204" pitchFamily="34" charset="-122"/>
                <a:ea typeface="微软雅黑" panose="020B0503020204020204" pitchFamily="34" charset="-122"/>
              </a:rPr>
              <a:t>，</a:t>
            </a:r>
            <a:r>
              <a:rPr lang="zh-CN" altLang="en-US" dirty="0">
                <a:solidFill>
                  <a:schemeClr val="tx1"/>
                </a:solidFill>
                <a:latin typeface="微软雅黑" panose="020B0503020204020204" pitchFamily="34" charset="-122"/>
                <a:ea typeface="微软雅黑" panose="020B0503020204020204" pitchFamily="34" charset="-122"/>
              </a:rPr>
              <a:t>便于进行站点规划和不合理站点调整（布点）</a:t>
            </a:r>
            <a:r>
              <a:rPr lang="zh-CN" altLang="zh-CN" dirty="0">
                <a:solidFill>
                  <a:schemeClr val="tx1"/>
                </a:solidFill>
                <a:latin typeface="微软雅黑" panose="020B0503020204020204" pitchFamily="34" charset="-122"/>
                <a:ea typeface="微软雅黑" panose="020B0503020204020204" pitchFamily="34" charset="-122"/>
              </a:rPr>
              <a:t>，使网络拓扑结构更加合理</a:t>
            </a:r>
            <a:r>
              <a:rPr lang="zh-CN" altLang="en-US" dirty="0">
                <a:solidFill>
                  <a:schemeClr val="tx1"/>
                </a:solidFill>
                <a:latin typeface="微软雅黑" panose="020B0503020204020204" pitchFamily="34" charset="-122"/>
                <a:ea typeface="微软雅黑" panose="020B0503020204020204" pitchFamily="34" charset="-122"/>
              </a:rPr>
              <a:t>。</a:t>
            </a:r>
            <a:endParaRPr lang="en-US" altLang="zh-CN" dirty="0">
              <a:solidFill>
                <a:schemeClr val="tx1"/>
              </a:solidFill>
              <a:latin typeface="微软雅黑" panose="020B0503020204020204" pitchFamily="34" charset="-122"/>
              <a:ea typeface="微软雅黑" panose="020B0503020204020204" pitchFamily="34" charset="-122"/>
            </a:endParaRPr>
          </a:p>
          <a:p>
            <a:pPr marL="285750" indent="-285750" algn="l">
              <a:lnSpc>
                <a:spcPct val="150000"/>
              </a:lnSpc>
              <a:buClr>
                <a:srgbClr val="0070C0"/>
              </a:buClr>
              <a:buFont typeface="Wingdings" panose="05000000000000000000" pitchFamily="2" charset="2"/>
              <a:buChar char="Ø"/>
            </a:pPr>
            <a:r>
              <a:rPr lang="zh-CN" altLang="zh-CN" dirty="0" smtClean="0">
                <a:solidFill>
                  <a:schemeClr val="tx1"/>
                </a:solidFill>
                <a:latin typeface="微软雅黑" panose="020B0503020204020204" pitchFamily="34" charset="-122"/>
                <a:ea typeface="微软雅黑" panose="020B0503020204020204" pitchFamily="34" charset="-122"/>
              </a:rPr>
              <a:t>在</a:t>
            </a:r>
            <a:r>
              <a:rPr lang="zh-CN" altLang="zh-CN" dirty="0">
                <a:solidFill>
                  <a:schemeClr val="tx1"/>
                </a:solidFill>
                <a:latin typeface="微软雅黑" panose="020B0503020204020204" pitchFamily="34" charset="-122"/>
                <a:ea typeface="微软雅黑" panose="020B0503020204020204" pitchFamily="34" charset="-122"/>
              </a:rPr>
              <a:t>无线网络优化中，</a:t>
            </a:r>
            <a:r>
              <a:rPr lang="en-US" altLang="zh-CN" dirty="0">
                <a:solidFill>
                  <a:schemeClr val="tx1"/>
                </a:solidFill>
                <a:latin typeface="微软雅黑" panose="020B0503020204020204" pitchFamily="34" charset="-122"/>
                <a:ea typeface="微软雅黑" panose="020B0503020204020204" pitchFamily="34" charset="-122"/>
              </a:rPr>
              <a:t>KML</a:t>
            </a:r>
            <a:r>
              <a:rPr lang="zh-CN" altLang="zh-CN" dirty="0">
                <a:solidFill>
                  <a:schemeClr val="tx1"/>
                </a:solidFill>
                <a:latin typeface="微软雅黑" panose="020B0503020204020204" pitchFamily="34" charset="-122"/>
                <a:ea typeface="微软雅黑" panose="020B0503020204020204" pitchFamily="34" charset="-122"/>
              </a:rPr>
              <a:t>形式的站点信息可以帮助优化工程师方便地再现问题点附件的无线传播环境</a:t>
            </a:r>
            <a:r>
              <a:rPr lang="zh-CN" altLang="en-US" dirty="0">
                <a:solidFill>
                  <a:schemeClr val="tx1"/>
                </a:solidFill>
                <a:latin typeface="微软雅黑" panose="020B0503020204020204" pitchFamily="34" charset="-122"/>
                <a:ea typeface="微软雅黑" panose="020B0503020204020204" pitchFamily="34" charset="-122"/>
              </a:rPr>
              <a:t>，</a:t>
            </a:r>
            <a:r>
              <a:rPr lang="zh-CN" altLang="zh-CN" dirty="0">
                <a:solidFill>
                  <a:schemeClr val="tx1"/>
                </a:solidFill>
                <a:latin typeface="微软雅黑" panose="020B0503020204020204" pitchFamily="34" charset="-122"/>
                <a:ea typeface="微软雅黑" panose="020B0503020204020204" pitchFamily="34" charset="-122"/>
              </a:rPr>
              <a:t>使其尽快知道提升网络质量的</a:t>
            </a:r>
            <a:r>
              <a:rPr lang="zh-CN" altLang="zh-CN" dirty="0" smtClean="0">
                <a:solidFill>
                  <a:schemeClr val="tx1"/>
                </a:solidFill>
                <a:latin typeface="微软雅黑" panose="020B0503020204020204" pitchFamily="34" charset="-122"/>
                <a:ea typeface="微软雅黑" panose="020B0503020204020204" pitchFamily="34" charset="-122"/>
              </a:rPr>
              <a:t>解决</a:t>
            </a:r>
            <a:r>
              <a:rPr lang="zh-CN" altLang="en-US" dirty="0" smtClean="0">
                <a:solidFill>
                  <a:schemeClr val="tx1"/>
                </a:solidFill>
                <a:latin typeface="微软雅黑" panose="020B0503020204020204" pitchFamily="34" charset="-122"/>
                <a:ea typeface="微软雅黑" panose="020B0503020204020204" pitchFamily="34" charset="-122"/>
              </a:rPr>
              <a:t>方案</a:t>
            </a:r>
            <a:r>
              <a:rPr lang="zh-CN" altLang="zh-CN" dirty="0" smtClean="0">
                <a:solidFill>
                  <a:schemeClr val="tx1"/>
                </a:solidFill>
                <a:latin typeface="微软雅黑" panose="020B0503020204020204" pitchFamily="34" charset="-122"/>
                <a:ea typeface="微软雅黑" panose="020B0503020204020204" pitchFamily="34" charset="-122"/>
              </a:rPr>
              <a:t>。</a:t>
            </a:r>
            <a:endParaRPr lang="zh-CN" altLang="zh-CN" dirty="0">
              <a:solidFill>
                <a:schemeClr val="tx1"/>
              </a:solidFill>
              <a:latin typeface="微软雅黑" panose="020B0503020204020204" pitchFamily="34" charset="-122"/>
              <a:ea typeface="微软雅黑" panose="020B0503020204020204" pitchFamily="34" charset="-122"/>
            </a:endParaRPr>
          </a:p>
        </p:txBody>
      </p:sp>
      <p:sp>
        <p:nvSpPr>
          <p:cNvPr id="12" name="矩形 11"/>
          <p:cNvSpPr/>
          <p:nvPr/>
        </p:nvSpPr>
        <p:spPr>
          <a:xfrm>
            <a:off x="981724" y="979723"/>
            <a:ext cx="4406976" cy="461665"/>
          </a:xfrm>
          <a:prstGeom prst="rect">
            <a:avLst/>
          </a:prstGeom>
        </p:spPr>
        <p:txBody>
          <a:bodyPr wrap="none">
            <a:spAutoFit/>
          </a:bodyPr>
          <a:lstStyle/>
          <a:p>
            <a:pPr algn="l"/>
            <a:r>
              <a:rPr lang="en-US" altLang="zh-CN" sz="2400" dirty="0" smtClean="0">
                <a:solidFill>
                  <a:srgbClr val="008FD4"/>
                </a:solidFill>
                <a:latin typeface="微软雅黑" pitchFamily="34" charset="-122"/>
                <a:ea typeface="微软雅黑" pitchFamily="34" charset="-122"/>
                <a:cs typeface="+mj-cs"/>
              </a:rPr>
              <a:t>2</a:t>
            </a:r>
            <a:r>
              <a:rPr lang="zh-CN" altLang="en-US" sz="2400" dirty="0" smtClean="0">
                <a:solidFill>
                  <a:srgbClr val="008FD4"/>
                </a:solidFill>
                <a:latin typeface="微软雅黑" pitchFamily="34" charset="-122"/>
                <a:ea typeface="微软雅黑" pitchFamily="34" charset="-122"/>
                <a:cs typeface="+mj-cs"/>
              </a:rPr>
              <a:t>、</a:t>
            </a:r>
            <a:r>
              <a:rPr lang="zh-CN" altLang="en-US" sz="2400" dirty="0" smtClean="0">
                <a:solidFill>
                  <a:srgbClr val="008FD4"/>
                </a:solidFill>
                <a:latin typeface="微软雅黑" pitchFamily="34" charset="-122"/>
                <a:ea typeface="微软雅黑" pitchFamily="34" charset="-122"/>
              </a:rPr>
              <a:t>使用</a:t>
            </a:r>
            <a:r>
              <a:rPr lang="en-US" altLang="zh-CN" sz="2400" dirty="0" smtClean="0">
                <a:solidFill>
                  <a:srgbClr val="008FD4"/>
                </a:solidFill>
                <a:latin typeface="微软雅黑" pitchFamily="34" charset="-122"/>
                <a:ea typeface="微软雅黑" pitchFamily="34" charset="-122"/>
              </a:rPr>
              <a:t>KML</a:t>
            </a:r>
            <a:r>
              <a:rPr lang="zh-CN" altLang="en-US" sz="2400" dirty="0" smtClean="0">
                <a:solidFill>
                  <a:srgbClr val="008FD4"/>
                </a:solidFill>
                <a:latin typeface="微软雅黑" pitchFamily="34" charset="-122"/>
                <a:ea typeface="微软雅黑" pitchFamily="34" charset="-122"/>
              </a:rPr>
              <a:t>工具制作基站图层</a:t>
            </a:r>
            <a:endParaRPr lang="en-US" altLang="zh-CN" sz="2400" dirty="0" smtClean="0">
              <a:solidFill>
                <a:srgbClr val="008FD4"/>
              </a:solidFill>
              <a:latin typeface="微软雅黑" pitchFamily="34" charset="-122"/>
              <a:ea typeface="微软雅黑" pitchFamily="34" charset="-122"/>
            </a:endParaRPr>
          </a:p>
        </p:txBody>
      </p:sp>
      <p:sp>
        <p:nvSpPr>
          <p:cNvPr id="13" name="矩形 12"/>
          <p:cNvSpPr/>
          <p:nvPr/>
        </p:nvSpPr>
        <p:spPr>
          <a:xfrm>
            <a:off x="611833" y="323925"/>
            <a:ext cx="4349268" cy="523220"/>
          </a:xfrm>
          <a:prstGeom prst="rect">
            <a:avLst/>
          </a:prstGeom>
        </p:spPr>
        <p:txBody>
          <a:bodyPr wrap="none" anchor="ctr">
            <a:spAutoFit/>
          </a:bodyPr>
          <a:lstStyle/>
          <a:p>
            <a:pPr algn="l"/>
            <a:r>
              <a:rPr lang="zh-CN" altLang="en-US" sz="2800" dirty="0" smtClean="0">
                <a:solidFill>
                  <a:srgbClr val="008FD4"/>
                </a:solidFill>
                <a:latin typeface="微软雅黑" pitchFamily="34" charset="-122"/>
                <a:ea typeface="微软雅黑" pitchFamily="34" charset="-122"/>
              </a:rPr>
              <a:t>一</a:t>
            </a:r>
            <a:r>
              <a:rPr lang="zh-CN" altLang="en-US" sz="2800" dirty="0" smtClean="0">
                <a:solidFill>
                  <a:srgbClr val="008FD4"/>
                </a:solidFill>
                <a:latin typeface="微软雅黑" pitchFamily="34" charset="-122"/>
                <a:ea typeface="微软雅黑" pitchFamily="34" charset="-122"/>
                <a:cs typeface="+mj-cs"/>
              </a:rPr>
              <a:t>、 </a:t>
            </a:r>
            <a:r>
              <a:rPr lang="en-US" altLang="zh-CN" sz="2800" dirty="0" smtClean="0">
                <a:solidFill>
                  <a:srgbClr val="008FD4"/>
                </a:solidFill>
                <a:latin typeface="微软雅黑" pitchFamily="34" charset="-122"/>
                <a:ea typeface="微软雅黑" pitchFamily="34" charset="-122"/>
              </a:rPr>
              <a:t>Google earth</a:t>
            </a:r>
            <a:r>
              <a:rPr lang="zh-CN" altLang="en-US" sz="2800" dirty="0" smtClean="0">
                <a:solidFill>
                  <a:srgbClr val="008FD4"/>
                </a:solidFill>
                <a:latin typeface="微软雅黑" pitchFamily="34" charset="-122"/>
                <a:ea typeface="微软雅黑" pitchFamily="34" charset="-122"/>
              </a:rPr>
              <a:t>的使用</a:t>
            </a:r>
            <a:endParaRPr lang="zh-CN" altLang="en-US" sz="2800" dirty="0" smtClean="0">
              <a:solidFill>
                <a:srgbClr val="008FD4"/>
              </a:solidFill>
              <a:latin typeface="微软雅黑" pitchFamily="34" charset="-122"/>
              <a:ea typeface="微软雅黑" pitchFamily="34" charset="-122"/>
              <a:cs typeface="+mj-cs"/>
            </a:endParaRPr>
          </a:p>
        </p:txBody>
      </p:sp>
    </p:spTree>
    <p:extLst>
      <p:ext uri="{BB962C8B-B14F-4D97-AF65-F5344CB8AC3E}">
        <p14:creationId xmlns:p14="http://schemas.microsoft.com/office/powerpoint/2010/main" xmlns="" val="8484241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96141" y="1460176"/>
            <a:ext cx="10291643"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indent="266700" algn="just">
              <a:lnSpc>
                <a:spcPct val="150000"/>
              </a:lnSpc>
              <a:spcAft>
                <a:spcPts val="0"/>
              </a:spcAft>
            </a:pPr>
            <a:r>
              <a:rPr lang="en-US" altLang="zh-CN" kern="100" dirty="0" smtClean="0">
                <a:solidFill>
                  <a:srgbClr val="000000"/>
                </a:solidFill>
                <a:latin typeface="宋体" panose="02010600030101010101" pitchFamily="2" charset="-122"/>
                <a:ea typeface="宋体" panose="02010600030101010101" pitchFamily="2" charset="-122"/>
                <a:cs typeface="Times New Roman" panose="02020603050405020304" pitchFamily="18" charset="0"/>
              </a:rPr>
              <a:t>  </a:t>
            </a:r>
            <a:r>
              <a:rPr lang="en-US" altLang="zh-CN"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KML</a:t>
            </a: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工具使用非常简单，只要双击</a:t>
            </a:r>
            <a:r>
              <a:rPr lang="en-US" altLang="zh-CN"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MakeKml.exe</a:t>
            </a: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即可运行。下面</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我们来看一下，如何通过</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KML</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工具将</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Excel</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格式的小区信息表文件生成</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KML</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格式基站扇区图层。</a:t>
            </a:r>
            <a:endParaRPr lang="zh-CN"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p:cNvPicPr>
            <a:picLocks noChangeAspect="1"/>
          </p:cNvPicPr>
          <p:nvPr/>
        </p:nvPicPr>
        <p:blipFill>
          <a:blip r:embed="rId2"/>
          <a:stretch>
            <a:fillRect/>
          </a:stretch>
        </p:blipFill>
        <p:spPr>
          <a:xfrm>
            <a:off x="2273870" y="3930741"/>
            <a:ext cx="1800791" cy="1513528"/>
          </a:xfrm>
          <a:prstGeom prst="rect">
            <a:avLst/>
          </a:prstGeom>
          <a:ln>
            <a:solidFill>
              <a:schemeClr val="tx1"/>
            </a:solidFill>
          </a:ln>
        </p:spPr>
      </p:pic>
      <p:pic>
        <p:nvPicPr>
          <p:cNvPr id="6" name="图片 5"/>
          <p:cNvPicPr>
            <a:picLocks noChangeAspect="1"/>
          </p:cNvPicPr>
          <p:nvPr/>
        </p:nvPicPr>
        <p:blipFill>
          <a:blip r:embed="rId3"/>
          <a:stretch>
            <a:fillRect/>
          </a:stretch>
        </p:blipFill>
        <p:spPr>
          <a:xfrm>
            <a:off x="5941962" y="2926474"/>
            <a:ext cx="4234616" cy="3518131"/>
          </a:xfrm>
          <a:prstGeom prst="rect">
            <a:avLst/>
          </a:prstGeom>
          <a:ln>
            <a:solidFill>
              <a:schemeClr val="tx1"/>
            </a:solidFill>
          </a:ln>
        </p:spPr>
      </p:pic>
      <p:sp>
        <p:nvSpPr>
          <p:cNvPr id="8" name="右箭头 7"/>
          <p:cNvSpPr/>
          <p:nvPr/>
        </p:nvSpPr>
        <p:spPr>
          <a:xfrm>
            <a:off x="4074661" y="4687505"/>
            <a:ext cx="1678643" cy="320606"/>
          </a:xfrm>
          <a:prstGeom prst="rightArrow">
            <a:avLst/>
          </a:prstGeom>
          <a:solidFill>
            <a:srgbClr val="7030A0"/>
          </a:solidFill>
        </p:spPr>
        <p:style>
          <a:lnRef idx="0">
            <a:schemeClr val="lt1">
              <a:hueOff val="0"/>
              <a:satOff val="0"/>
              <a:lumOff val="0"/>
              <a:alphaOff val="0"/>
            </a:schemeClr>
          </a:lnRef>
          <a:fillRef idx="1">
            <a:schemeClr val="accent1">
              <a:tint val="50000"/>
              <a:hueOff val="0"/>
              <a:satOff val="0"/>
              <a:lumOff val="0"/>
              <a:alphaOff val="0"/>
            </a:schemeClr>
          </a:fillRef>
          <a:effectRef idx="3">
            <a:schemeClr val="accent1">
              <a:tint val="50000"/>
              <a:hueOff val="0"/>
              <a:satOff val="0"/>
              <a:lumOff val="0"/>
              <a:alphaOff val="0"/>
            </a:schemeClr>
          </a:effectRef>
          <a:fontRef idx="minor">
            <a:schemeClr val="lt1">
              <a:hueOff val="0"/>
              <a:satOff val="0"/>
              <a:lumOff val="0"/>
              <a:alphaOff val="0"/>
            </a:schemeClr>
          </a:fontRef>
        </p:style>
        <p:txBody>
          <a:bodyPr rtlCol="0" anchor="ctr"/>
          <a:lstStyle/>
          <a:p>
            <a:pPr algn="ctr"/>
            <a:endParaRPr lang="zh-CN" altLang="en-US"/>
          </a:p>
        </p:txBody>
      </p:sp>
      <p:sp>
        <p:nvSpPr>
          <p:cNvPr id="10" name="矩形 9"/>
          <p:cNvSpPr/>
          <p:nvPr/>
        </p:nvSpPr>
        <p:spPr>
          <a:xfrm>
            <a:off x="4424769" y="4218040"/>
            <a:ext cx="877163" cy="369332"/>
          </a:xfrm>
          <a:prstGeom prst="rect">
            <a:avLst/>
          </a:prstGeom>
        </p:spPr>
        <p:txBody>
          <a:bodyPr wrap="none">
            <a:spAutoFit/>
          </a:bodyPr>
          <a:lstStyle/>
          <a:p>
            <a:r>
              <a:rPr lang="zh-CN" altLang="en-US" kern="100" dirty="0" smtClean="0">
                <a:solidFill>
                  <a:srgbClr val="000000"/>
                </a:solidFill>
                <a:latin typeface="宋体" panose="02010600030101010101" pitchFamily="2" charset="-122"/>
                <a:cs typeface="Times New Roman" panose="02020603050405020304" pitchFamily="18" charset="0"/>
              </a:rPr>
              <a:t>双击后</a:t>
            </a:r>
            <a:endParaRPr lang="zh-CN" altLang="en-US" dirty="0"/>
          </a:p>
        </p:txBody>
      </p:sp>
      <p:sp>
        <p:nvSpPr>
          <p:cNvPr id="15" name="矩形 14"/>
          <p:cNvSpPr/>
          <p:nvPr/>
        </p:nvSpPr>
        <p:spPr>
          <a:xfrm>
            <a:off x="981724" y="985931"/>
            <a:ext cx="4406976" cy="461665"/>
          </a:xfrm>
          <a:prstGeom prst="rect">
            <a:avLst/>
          </a:prstGeom>
        </p:spPr>
        <p:txBody>
          <a:bodyPr wrap="none">
            <a:spAutoFit/>
          </a:bodyPr>
          <a:lstStyle/>
          <a:p>
            <a:pPr algn="l"/>
            <a:r>
              <a:rPr lang="en-US" altLang="zh-CN" sz="2400" dirty="0" smtClean="0">
                <a:solidFill>
                  <a:srgbClr val="008FD4"/>
                </a:solidFill>
                <a:latin typeface="微软雅黑" pitchFamily="34" charset="-122"/>
                <a:ea typeface="微软雅黑" pitchFamily="34" charset="-122"/>
                <a:cs typeface="+mj-cs"/>
              </a:rPr>
              <a:t>2</a:t>
            </a:r>
            <a:r>
              <a:rPr lang="zh-CN" altLang="en-US" sz="2400" dirty="0" smtClean="0">
                <a:solidFill>
                  <a:srgbClr val="008FD4"/>
                </a:solidFill>
                <a:latin typeface="微软雅黑" pitchFamily="34" charset="-122"/>
                <a:ea typeface="微软雅黑" pitchFamily="34" charset="-122"/>
                <a:cs typeface="+mj-cs"/>
              </a:rPr>
              <a:t>、</a:t>
            </a:r>
            <a:r>
              <a:rPr lang="zh-CN" altLang="en-US" sz="2400" dirty="0" smtClean="0">
                <a:solidFill>
                  <a:srgbClr val="008FD4"/>
                </a:solidFill>
                <a:latin typeface="微软雅黑" pitchFamily="34" charset="-122"/>
                <a:ea typeface="微软雅黑" pitchFamily="34" charset="-122"/>
              </a:rPr>
              <a:t>使用</a:t>
            </a:r>
            <a:r>
              <a:rPr lang="en-US" altLang="zh-CN" sz="2400" dirty="0" smtClean="0">
                <a:solidFill>
                  <a:srgbClr val="008FD4"/>
                </a:solidFill>
                <a:latin typeface="微软雅黑" pitchFamily="34" charset="-122"/>
                <a:ea typeface="微软雅黑" pitchFamily="34" charset="-122"/>
              </a:rPr>
              <a:t>KML</a:t>
            </a:r>
            <a:r>
              <a:rPr lang="zh-CN" altLang="en-US" sz="2400" dirty="0" smtClean="0">
                <a:solidFill>
                  <a:srgbClr val="008FD4"/>
                </a:solidFill>
                <a:latin typeface="微软雅黑" pitchFamily="34" charset="-122"/>
                <a:ea typeface="微软雅黑" pitchFamily="34" charset="-122"/>
              </a:rPr>
              <a:t>工具制作基站图层</a:t>
            </a:r>
            <a:endParaRPr lang="en-US" altLang="zh-CN" sz="2400" dirty="0" smtClean="0">
              <a:solidFill>
                <a:srgbClr val="008FD4"/>
              </a:solidFill>
              <a:latin typeface="微软雅黑" pitchFamily="34" charset="-122"/>
              <a:ea typeface="微软雅黑" pitchFamily="34" charset="-122"/>
            </a:endParaRPr>
          </a:p>
        </p:txBody>
      </p:sp>
      <p:sp>
        <p:nvSpPr>
          <p:cNvPr id="16" name="矩形 15"/>
          <p:cNvSpPr/>
          <p:nvPr/>
        </p:nvSpPr>
        <p:spPr>
          <a:xfrm>
            <a:off x="611833" y="323925"/>
            <a:ext cx="4349268" cy="523220"/>
          </a:xfrm>
          <a:prstGeom prst="rect">
            <a:avLst/>
          </a:prstGeom>
        </p:spPr>
        <p:txBody>
          <a:bodyPr wrap="none" anchor="ctr">
            <a:spAutoFit/>
          </a:bodyPr>
          <a:lstStyle/>
          <a:p>
            <a:pPr algn="l"/>
            <a:r>
              <a:rPr lang="zh-CN" altLang="en-US" sz="2800" dirty="0" smtClean="0">
                <a:solidFill>
                  <a:srgbClr val="008FD4"/>
                </a:solidFill>
                <a:latin typeface="微软雅黑" pitchFamily="34" charset="-122"/>
                <a:ea typeface="微软雅黑" pitchFamily="34" charset="-122"/>
              </a:rPr>
              <a:t>一</a:t>
            </a:r>
            <a:r>
              <a:rPr lang="zh-CN" altLang="en-US" sz="2800" dirty="0" smtClean="0">
                <a:solidFill>
                  <a:srgbClr val="008FD4"/>
                </a:solidFill>
                <a:latin typeface="微软雅黑" pitchFamily="34" charset="-122"/>
                <a:ea typeface="微软雅黑" pitchFamily="34" charset="-122"/>
                <a:cs typeface="+mj-cs"/>
              </a:rPr>
              <a:t>、 </a:t>
            </a:r>
            <a:r>
              <a:rPr lang="en-US" altLang="zh-CN" sz="2800" dirty="0" smtClean="0">
                <a:solidFill>
                  <a:srgbClr val="008FD4"/>
                </a:solidFill>
                <a:latin typeface="微软雅黑" pitchFamily="34" charset="-122"/>
                <a:ea typeface="微软雅黑" pitchFamily="34" charset="-122"/>
              </a:rPr>
              <a:t>Google earth</a:t>
            </a:r>
            <a:r>
              <a:rPr lang="zh-CN" altLang="en-US" sz="2800" dirty="0" smtClean="0">
                <a:solidFill>
                  <a:srgbClr val="008FD4"/>
                </a:solidFill>
                <a:latin typeface="微软雅黑" pitchFamily="34" charset="-122"/>
                <a:ea typeface="微软雅黑" pitchFamily="34" charset="-122"/>
              </a:rPr>
              <a:t>的使用</a:t>
            </a:r>
            <a:endParaRPr lang="zh-CN" altLang="en-US" sz="2800" dirty="0" smtClean="0">
              <a:solidFill>
                <a:srgbClr val="008FD4"/>
              </a:solidFill>
              <a:latin typeface="微软雅黑" pitchFamily="34" charset="-122"/>
              <a:ea typeface="微软雅黑" pitchFamily="34" charset="-122"/>
              <a:cs typeface="+mj-cs"/>
            </a:endParaRPr>
          </a:p>
        </p:txBody>
      </p:sp>
    </p:spTree>
    <p:extLst>
      <p:ext uri="{BB962C8B-B14F-4D97-AF65-F5344CB8AC3E}">
        <p14:creationId xmlns:p14="http://schemas.microsoft.com/office/powerpoint/2010/main" xmlns="" val="2296437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88164" y="1385026"/>
            <a:ext cx="10291643" cy="216982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285750" indent="-285750" algn="just">
              <a:lnSpc>
                <a:spcPct val="150000"/>
              </a:lnSpc>
              <a:spcAft>
                <a:spcPts val="0"/>
              </a:spcAft>
              <a:buClr>
                <a:schemeClr val="tx2"/>
              </a:buClr>
              <a:buFont typeface="Wingdings" panose="05000000000000000000" pitchFamily="2" charset="2"/>
              <a:buChar char="l"/>
            </a:pPr>
            <a:r>
              <a:rPr lang="en-US" altLang="zh-CN" kern="100" dirty="0">
                <a:solidFill>
                  <a:srgbClr val="000000"/>
                </a:solidFill>
                <a:latin typeface="宋体" panose="02010600030101010101" pitchFamily="2" charset="-122"/>
                <a:ea typeface="宋体" panose="02010600030101010101" pitchFamily="2" charset="-122"/>
                <a:cs typeface="Times New Roman" panose="02020603050405020304" pitchFamily="18" charset="0"/>
              </a:rPr>
              <a:t> </a:t>
            </a: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准备</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小区信息表</a:t>
            </a:r>
          </a:p>
          <a:p>
            <a:pPr indent="266700" algn="just">
              <a:lnSpc>
                <a:spcPct val="150000"/>
              </a:lnSpc>
              <a:spcAft>
                <a:spcPts val="0"/>
              </a:spcAft>
            </a:pPr>
            <a:r>
              <a:rPr lang="en-US" altLang="zh-CN"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KML</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生成工具要求小区信息表必须要包含：基站名称，经度，纬度，天线方位角这几项，其他没有特殊要求</a:t>
            </a: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spcAft>
                <a:spcPts val="0"/>
              </a:spcAft>
              <a:buClr>
                <a:schemeClr val="tx2"/>
              </a:buClr>
              <a:buFont typeface="Wingdings" panose="05000000000000000000" pitchFamily="2" charset="2"/>
              <a:buChar char="l"/>
            </a:pP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生成</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KML</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格式文件</a:t>
            </a:r>
          </a:p>
          <a:p>
            <a:pPr indent="266700" algn="just">
              <a:lnSpc>
                <a:spcPct val="150000"/>
              </a:lnSpc>
              <a:spcAft>
                <a:spcPts val="0"/>
              </a:spcAft>
            </a:pP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首先</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，打开</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KML</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生成工具选择</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基站表－</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&gt;KML】</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一项， 如下图所示</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p>
        </p:txBody>
      </p:sp>
      <p:pic>
        <p:nvPicPr>
          <p:cNvPr id="2" name="图片 1"/>
          <p:cNvPicPr>
            <a:picLocks noChangeAspect="1"/>
          </p:cNvPicPr>
          <p:nvPr/>
        </p:nvPicPr>
        <p:blipFill>
          <a:blip r:embed="rId2"/>
          <a:stretch>
            <a:fillRect/>
          </a:stretch>
        </p:blipFill>
        <p:spPr>
          <a:xfrm>
            <a:off x="1543086" y="3568716"/>
            <a:ext cx="8420436" cy="2875889"/>
          </a:xfrm>
          <a:prstGeom prst="rect">
            <a:avLst/>
          </a:prstGeom>
          <a:ln>
            <a:solidFill>
              <a:schemeClr val="tx1"/>
            </a:solidFill>
          </a:ln>
        </p:spPr>
      </p:pic>
      <p:sp>
        <p:nvSpPr>
          <p:cNvPr id="12" name="矩形 11"/>
          <p:cNvSpPr/>
          <p:nvPr/>
        </p:nvSpPr>
        <p:spPr>
          <a:xfrm>
            <a:off x="981724" y="914841"/>
            <a:ext cx="4406976" cy="461665"/>
          </a:xfrm>
          <a:prstGeom prst="rect">
            <a:avLst/>
          </a:prstGeom>
        </p:spPr>
        <p:txBody>
          <a:bodyPr wrap="none">
            <a:spAutoFit/>
          </a:bodyPr>
          <a:lstStyle/>
          <a:p>
            <a:pPr algn="l"/>
            <a:r>
              <a:rPr lang="en-US" altLang="zh-CN" sz="2400" dirty="0" smtClean="0">
                <a:solidFill>
                  <a:srgbClr val="008FD4"/>
                </a:solidFill>
                <a:latin typeface="微软雅黑" pitchFamily="34" charset="-122"/>
                <a:ea typeface="微软雅黑" pitchFamily="34" charset="-122"/>
                <a:cs typeface="+mj-cs"/>
              </a:rPr>
              <a:t>2</a:t>
            </a:r>
            <a:r>
              <a:rPr lang="zh-CN" altLang="en-US" sz="2400" dirty="0" smtClean="0">
                <a:solidFill>
                  <a:srgbClr val="008FD4"/>
                </a:solidFill>
                <a:latin typeface="微软雅黑" pitchFamily="34" charset="-122"/>
                <a:ea typeface="微软雅黑" pitchFamily="34" charset="-122"/>
                <a:cs typeface="+mj-cs"/>
              </a:rPr>
              <a:t>、</a:t>
            </a:r>
            <a:r>
              <a:rPr lang="zh-CN" altLang="en-US" sz="2400" dirty="0" smtClean="0">
                <a:solidFill>
                  <a:srgbClr val="008FD4"/>
                </a:solidFill>
                <a:latin typeface="微软雅黑" pitchFamily="34" charset="-122"/>
                <a:ea typeface="微软雅黑" pitchFamily="34" charset="-122"/>
              </a:rPr>
              <a:t>使用</a:t>
            </a:r>
            <a:r>
              <a:rPr lang="en-US" altLang="zh-CN" sz="2400" dirty="0" smtClean="0">
                <a:solidFill>
                  <a:srgbClr val="008FD4"/>
                </a:solidFill>
                <a:latin typeface="微软雅黑" pitchFamily="34" charset="-122"/>
                <a:ea typeface="微软雅黑" pitchFamily="34" charset="-122"/>
              </a:rPr>
              <a:t>KML</a:t>
            </a:r>
            <a:r>
              <a:rPr lang="zh-CN" altLang="en-US" sz="2400" dirty="0" smtClean="0">
                <a:solidFill>
                  <a:srgbClr val="008FD4"/>
                </a:solidFill>
                <a:latin typeface="微软雅黑" pitchFamily="34" charset="-122"/>
                <a:ea typeface="微软雅黑" pitchFamily="34" charset="-122"/>
              </a:rPr>
              <a:t>工具制作基站图层</a:t>
            </a:r>
            <a:endParaRPr lang="en-US" altLang="zh-CN" sz="2400" dirty="0" smtClean="0">
              <a:solidFill>
                <a:srgbClr val="008FD4"/>
              </a:solidFill>
              <a:latin typeface="微软雅黑" pitchFamily="34" charset="-122"/>
              <a:ea typeface="微软雅黑" pitchFamily="34" charset="-122"/>
            </a:endParaRPr>
          </a:p>
        </p:txBody>
      </p:sp>
      <p:sp>
        <p:nvSpPr>
          <p:cNvPr id="13" name="矩形 12"/>
          <p:cNvSpPr/>
          <p:nvPr/>
        </p:nvSpPr>
        <p:spPr>
          <a:xfrm>
            <a:off x="611833" y="323925"/>
            <a:ext cx="4349268" cy="523220"/>
          </a:xfrm>
          <a:prstGeom prst="rect">
            <a:avLst/>
          </a:prstGeom>
        </p:spPr>
        <p:txBody>
          <a:bodyPr wrap="none" anchor="ctr">
            <a:spAutoFit/>
          </a:bodyPr>
          <a:lstStyle/>
          <a:p>
            <a:pPr algn="l"/>
            <a:r>
              <a:rPr lang="zh-CN" altLang="en-US" sz="2800" dirty="0" smtClean="0">
                <a:solidFill>
                  <a:srgbClr val="008FD4"/>
                </a:solidFill>
                <a:latin typeface="微软雅黑" pitchFamily="34" charset="-122"/>
                <a:ea typeface="微软雅黑" pitchFamily="34" charset="-122"/>
              </a:rPr>
              <a:t>一</a:t>
            </a:r>
            <a:r>
              <a:rPr lang="zh-CN" altLang="en-US" sz="2800" dirty="0" smtClean="0">
                <a:solidFill>
                  <a:srgbClr val="008FD4"/>
                </a:solidFill>
                <a:latin typeface="微软雅黑" pitchFamily="34" charset="-122"/>
                <a:ea typeface="微软雅黑" pitchFamily="34" charset="-122"/>
                <a:cs typeface="+mj-cs"/>
              </a:rPr>
              <a:t>、 </a:t>
            </a:r>
            <a:r>
              <a:rPr lang="en-US" altLang="zh-CN" sz="2800" dirty="0" smtClean="0">
                <a:solidFill>
                  <a:srgbClr val="008FD4"/>
                </a:solidFill>
                <a:latin typeface="微软雅黑" pitchFamily="34" charset="-122"/>
                <a:ea typeface="微软雅黑" pitchFamily="34" charset="-122"/>
              </a:rPr>
              <a:t>Google earth</a:t>
            </a:r>
            <a:r>
              <a:rPr lang="zh-CN" altLang="en-US" sz="2800" dirty="0" smtClean="0">
                <a:solidFill>
                  <a:srgbClr val="008FD4"/>
                </a:solidFill>
                <a:latin typeface="微软雅黑" pitchFamily="34" charset="-122"/>
                <a:ea typeface="微软雅黑" pitchFamily="34" charset="-122"/>
              </a:rPr>
              <a:t>的使用</a:t>
            </a:r>
            <a:endParaRPr lang="zh-CN" altLang="en-US" sz="2800" dirty="0" smtClean="0">
              <a:solidFill>
                <a:srgbClr val="008FD4"/>
              </a:solidFill>
              <a:latin typeface="微软雅黑" pitchFamily="34" charset="-122"/>
              <a:ea typeface="微软雅黑" pitchFamily="34" charset="-122"/>
              <a:cs typeface="+mj-cs"/>
            </a:endParaRPr>
          </a:p>
        </p:txBody>
      </p:sp>
    </p:spTree>
    <p:extLst>
      <p:ext uri="{BB962C8B-B14F-4D97-AF65-F5344CB8AC3E}">
        <p14:creationId xmlns:p14="http://schemas.microsoft.com/office/powerpoint/2010/main" xmlns="" val="24526276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96141" y="1464485"/>
            <a:ext cx="10291643" cy="92333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lnSpc>
                <a:spcPct val="150000"/>
              </a:lnSpc>
              <a:spcAft>
                <a:spcPts val="0"/>
              </a:spcAft>
              <a:buClr>
                <a:schemeClr val="tx2"/>
              </a:buClr>
            </a:pPr>
            <a:r>
              <a:rPr lang="zh-CN" altLang="en-US" kern="100" dirty="0" smtClean="0">
                <a:solidFill>
                  <a:srgbClr val="000000"/>
                </a:solidFill>
                <a:latin typeface="宋体" panose="02010600030101010101" pitchFamily="2" charset="-122"/>
                <a:ea typeface="宋体" panose="02010600030101010101" pitchFamily="2" charset="-122"/>
                <a:cs typeface="Times New Roman" panose="02020603050405020304" pitchFamily="18" charset="0"/>
              </a:rPr>
              <a:t>    　</a:t>
            </a: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在弹出的窗口完成每</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一项的</a:t>
            </a: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选择，然后点击确定，等到</a:t>
            </a:r>
            <a:r>
              <a:rPr lang="en-US" altLang="zh-CN"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100%</a:t>
            </a: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完成后，点击</a:t>
            </a:r>
            <a:r>
              <a:rPr lang="en-US" altLang="zh-CN"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【OK</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即可完成</a:t>
            </a:r>
            <a:r>
              <a:rPr lang="en-US" altLang="zh-CN"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KML</a:t>
            </a: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基站图层的制作。</a:t>
            </a:r>
            <a:endPar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6866" name="图片 4097"/>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472623" y="2408490"/>
            <a:ext cx="5940425" cy="401122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pic>
      <p:graphicFrame>
        <p:nvGraphicFramePr>
          <p:cNvPr id="3" name="表格 2"/>
          <p:cNvGraphicFramePr>
            <a:graphicFrameLocks noGrp="1"/>
          </p:cNvGraphicFramePr>
          <p:nvPr>
            <p:extLst>
              <p:ext uri="{D42A27DB-BD31-4B8C-83A1-F6EECF244321}">
                <p14:modId xmlns:p14="http://schemas.microsoft.com/office/powerpoint/2010/main" xmlns="" val="180839820"/>
              </p:ext>
            </p:extLst>
          </p:nvPr>
        </p:nvGraphicFramePr>
        <p:xfrm>
          <a:off x="796140" y="2408489"/>
          <a:ext cx="4397338" cy="4011564"/>
        </p:xfrm>
        <a:graphic>
          <a:graphicData uri="http://schemas.openxmlformats.org/drawingml/2006/table">
            <a:tbl>
              <a:tblPr firstRow="1" firstCol="1" bandRow="1">
                <a:tableStyleId>{5C22544A-7EE6-4342-B048-85BDC9FD1C3A}</a:tableStyleId>
              </a:tblPr>
              <a:tblGrid>
                <a:gridCol w="1767844"/>
                <a:gridCol w="2629494"/>
              </a:tblGrid>
              <a:tr h="289992">
                <a:tc>
                  <a:txBody>
                    <a:bodyPr/>
                    <a:lstStyle/>
                    <a:p>
                      <a:pPr algn="ctr">
                        <a:spcAft>
                          <a:spcPts val="0"/>
                        </a:spcAft>
                      </a:pPr>
                      <a:r>
                        <a:rPr lang="zh-CN" sz="1600" kern="0" dirty="0">
                          <a:effectLst/>
                          <a:latin typeface="宋体" panose="02010600030101010101" pitchFamily="2" charset="-122"/>
                          <a:ea typeface="宋体" panose="02010600030101010101" pitchFamily="2" charset="-122"/>
                        </a:rPr>
                        <a:t>字段名称</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c>
                  <a:txBody>
                    <a:bodyPr/>
                    <a:lstStyle/>
                    <a:p>
                      <a:pPr algn="ctr">
                        <a:spcAft>
                          <a:spcPts val="0"/>
                        </a:spcAft>
                      </a:pPr>
                      <a:r>
                        <a:rPr lang="zh-CN" sz="1600" kern="0" dirty="0">
                          <a:effectLst/>
                          <a:latin typeface="宋体" panose="02010600030101010101" pitchFamily="2" charset="-122"/>
                          <a:ea typeface="宋体" panose="02010600030101010101" pitchFamily="2" charset="-122"/>
                        </a:rPr>
                        <a:t>含义</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r>
              <a:tr h="523598">
                <a:tc>
                  <a:txBody>
                    <a:bodyPr/>
                    <a:lstStyle/>
                    <a:p>
                      <a:pPr algn="ctr">
                        <a:spcAft>
                          <a:spcPts val="0"/>
                        </a:spcAft>
                      </a:pPr>
                      <a:r>
                        <a:rPr lang="zh-CN" sz="1600" kern="0" dirty="0">
                          <a:effectLst/>
                          <a:latin typeface="宋体" panose="02010600030101010101" pitchFamily="2" charset="-122"/>
                          <a:ea typeface="宋体" panose="02010600030101010101" pitchFamily="2" charset="-122"/>
                        </a:rPr>
                        <a:t>基站</a:t>
                      </a:r>
                      <a:r>
                        <a:rPr lang="en-US" sz="1600" kern="0" dirty="0">
                          <a:effectLst/>
                          <a:latin typeface="宋体" panose="02010600030101010101" pitchFamily="2" charset="-122"/>
                          <a:ea typeface="宋体" panose="02010600030101010101" pitchFamily="2" charset="-122"/>
                        </a:rPr>
                        <a:t>Excel</a:t>
                      </a:r>
                      <a:r>
                        <a:rPr lang="zh-CN" sz="1600" kern="0" dirty="0">
                          <a:effectLst/>
                          <a:latin typeface="宋体" panose="02010600030101010101" pitchFamily="2" charset="-122"/>
                          <a:ea typeface="宋体" panose="02010600030101010101" pitchFamily="2" charset="-122"/>
                        </a:rPr>
                        <a:t>表</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c>
                  <a:txBody>
                    <a:bodyPr/>
                    <a:lstStyle/>
                    <a:p>
                      <a:pPr algn="just">
                        <a:spcAft>
                          <a:spcPts val="0"/>
                        </a:spcAft>
                      </a:pPr>
                      <a:r>
                        <a:rPr lang="zh-CN" sz="1600" kern="0" dirty="0">
                          <a:effectLst/>
                          <a:latin typeface="宋体" panose="02010600030101010101" pitchFamily="2" charset="-122"/>
                          <a:ea typeface="宋体" panose="02010600030101010101" pitchFamily="2" charset="-122"/>
                        </a:rPr>
                        <a:t>选择打开</a:t>
                      </a:r>
                      <a:r>
                        <a:rPr lang="en-US" sz="1600" kern="0" dirty="0">
                          <a:effectLst/>
                          <a:latin typeface="宋体" panose="02010600030101010101" pitchFamily="2" charset="-122"/>
                          <a:ea typeface="宋体" panose="02010600030101010101" pitchFamily="2" charset="-122"/>
                        </a:rPr>
                        <a:t>Excel</a:t>
                      </a:r>
                      <a:r>
                        <a:rPr lang="zh-CN" sz="1600" kern="0" dirty="0">
                          <a:effectLst/>
                          <a:latin typeface="宋体" panose="02010600030101010101" pitchFamily="2" charset="-122"/>
                          <a:ea typeface="宋体" panose="02010600030101010101" pitchFamily="2" charset="-122"/>
                        </a:rPr>
                        <a:t>格式小区信息表的路径</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r>
              <a:tr h="523598">
                <a:tc>
                  <a:txBody>
                    <a:bodyPr/>
                    <a:lstStyle/>
                    <a:p>
                      <a:pPr algn="ctr">
                        <a:spcAft>
                          <a:spcPts val="0"/>
                        </a:spcAft>
                      </a:pPr>
                      <a:r>
                        <a:rPr lang="zh-CN" sz="1600" kern="0" dirty="0">
                          <a:effectLst/>
                          <a:latin typeface="宋体" panose="02010600030101010101" pitchFamily="2" charset="-122"/>
                          <a:ea typeface="宋体" panose="02010600030101010101" pitchFamily="2" charset="-122"/>
                        </a:rPr>
                        <a:t>工作表选择</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c>
                  <a:txBody>
                    <a:bodyPr/>
                    <a:lstStyle/>
                    <a:p>
                      <a:pPr algn="just">
                        <a:spcAft>
                          <a:spcPts val="0"/>
                        </a:spcAft>
                      </a:pPr>
                      <a:r>
                        <a:rPr lang="zh-CN" sz="1600" kern="0" dirty="0">
                          <a:effectLst/>
                          <a:latin typeface="宋体" panose="02010600030101010101" pitchFamily="2" charset="-122"/>
                          <a:ea typeface="宋体" panose="02010600030101010101" pitchFamily="2" charset="-122"/>
                        </a:rPr>
                        <a:t>选择小区信息表所在的</a:t>
                      </a:r>
                      <a:r>
                        <a:rPr lang="en-US" sz="1600" kern="0" dirty="0">
                          <a:effectLst/>
                          <a:latin typeface="宋体" panose="02010600030101010101" pitchFamily="2" charset="-122"/>
                          <a:ea typeface="宋体" panose="02010600030101010101" pitchFamily="2" charset="-122"/>
                        </a:rPr>
                        <a:t>sheet</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r>
              <a:tr h="289992">
                <a:tc>
                  <a:txBody>
                    <a:bodyPr/>
                    <a:lstStyle/>
                    <a:p>
                      <a:pPr algn="ctr">
                        <a:spcAft>
                          <a:spcPts val="0"/>
                        </a:spcAft>
                      </a:pPr>
                      <a:r>
                        <a:rPr lang="en-US" sz="1600" kern="0">
                          <a:effectLst/>
                          <a:latin typeface="宋体" panose="02010600030101010101" pitchFamily="2" charset="-122"/>
                          <a:ea typeface="宋体" panose="02010600030101010101" pitchFamily="2" charset="-122"/>
                        </a:rPr>
                        <a:t>SITE_NAME</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c>
                  <a:txBody>
                    <a:bodyPr/>
                    <a:lstStyle/>
                    <a:p>
                      <a:pPr algn="just">
                        <a:spcAft>
                          <a:spcPts val="0"/>
                        </a:spcAft>
                      </a:pPr>
                      <a:r>
                        <a:rPr lang="zh-CN" sz="1600" kern="0" dirty="0">
                          <a:effectLst/>
                          <a:latin typeface="宋体" panose="02010600030101010101" pitchFamily="2" charset="-122"/>
                          <a:ea typeface="宋体" panose="02010600030101010101" pitchFamily="2" charset="-122"/>
                        </a:rPr>
                        <a:t>选择基站名所在的列</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r>
              <a:tr h="523598">
                <a:tc>
                  <a:txBody>
                    <a:bodyPr/>
                    <a:lstStyle/>
                    <a:p>
                      <a:pPr algn="ctr">
                        <a:spcAft>
                          <a:spcPts val="0"/>
                        </a:spcAft>
                      </a:pPr>
                      <a:r>
                        <a:rPr lang="zh-CN" sz="1600" kern="0">
                          <a:effectLst/>
                          <a:latin typeface="宋体" panose="02010600030101010101" pitchFamily="2" charset="-122"/>
                          <a:ea typeface="宋体" panose="02010600030101010101" pitchFamily="2" charset="-122"/>
                        </a:rPr>
                        <a:t>经度</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c>
                  <a:txBody>
                    <a:bodyPr/>
                    <a:lstStyle/>
                    <a:p>
                      <a:pPr algn="just">
                        <a:spcAft>
                          <a:spcPts val="0"/>
                        </a:spcAft>
                      </a:pPr>
                      <a:r>
                        <a:rPr lang="zh-CN" sz="1600" kern="0" dirty="0">
                          <a:effectLst/>
                          <a:latin typeface="宋体" panose="02010600030101010101" pitchFamily="2" charset="-122"/>
                          <a:ea typeface="宋体" panose="02010600030101010101" pitchFamily="2" charset="-122"/>
                        </a:rPr>
                        <a:t>选择站点的经度所在的列</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r>
              <a:tr h="523598">
                <a:tc>
                  <a:txBody>
                    <a:bodyPr/>
                    <a:lstStyle/>
                    <a:p>
                      <a:pPr algn="ctr">
                        <a:spcAft>
                          <a:spcPts val="0"/>
                        </a:spcAft>
                      </a:pPr>
                      <a:r>
                        <a:rPr lang="zh-CN" sz="1600" kern="0">
                          <a:effectLst/>
                          <a:latin typeface="宋体" panose="02010600030101010101" pitchFamily="2" charset="-122"/>
                          <a:ea typeface="宋体" panose="02010600030101010101" pitchFamily="2" charset="-122"/>
                        </a:rPr>
                        <a:t>纬度</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c>
                  <a:txBody>
                    <a:bodyPr/>
                    <a:lstStyle/>
                    <a:p>
                      <a:pPr algn="just">
                        <a:spcAft>
                          <a:spcPts val="0"/>
                        </a:spcAft>
                      </a:pPr>
                      <a:r>
                        <a:rPr lang="zh-CN" sz="1600" kern="0" dirty="0">
                          <a:effectLst/>
                          <a:latin typeface="宋体" panose="02010600030101010101" pitchFamily="2" charset="-122"/>
                          <a:ea typeface="宋体" panose="02010600030101010101" pitchFamily="2" charset="-122"/>
                        </a:rPr>
                        <a:t>选择站点的纬度所在的列</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r>
              <a:tr h="523598">
                <a:tc>
                  <a:txBody>
                    <a:bodyPr/>
                    <a:lstStyle/>
                    <a:p>
                      <a:pPr algn="ctr">
                        <a:spcAft>
                          <a:spcPts val="0"/>
                        </a:spcAft>
                      </a:pPr>
                      <a:r>
                        <a:rPr lang="zh-CN" sz="1600" kern="0">
                          <a:effectLst/>
                          <a:latin typeface="宋体" panose="02010600030101010101" pitchFamily="2" charset="-122"/>
                          <a:ea typeface="宋体" panose="02010600030101010101" pitchFamily="2" charset="-122"/>
                        </a:rPr>
                        <a:t>方向角</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c>
                  <a:txBody>
                    <a:bodyPr/>
                    <a:lstStyle/>
                    <a:p>
                      <a:pPr algn="just">
                        <a:spcAft>
                          <a:spcPts val="0"/>
                        </a:spcAft>
                      </a:pPr>
                      <a:r>
                        <a:rPr lang="zh-CN" sz="1600" kern="0" dirty="0">
                          <a:effectLst/>
                          <a:latin typeface="宋体" panose="02010600030101010101" pitchFamily="2" charset="-122"/>
                          <a:ea typeface="宋体" panose="02010600030101010101" pitchFamily="2" charset="-122"/>
                        </a:rPr>
                        <a:t>选择扇区方位角所在的列</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r>
              <a:tr h="289992">
                <a:tc>
                  <a:txBody>
                    <a:bodyPr/>
                    <a:lstStyle/>
                    <a:p>
                      <a:pPr algn="ctr">
                        <a:spcAft>
                          <a:spcPts val="0"/>
                        </a:spcAft>
                      </a:pPr>
                      <a:r>
                        <a:rPr lang="zh-CN" sz="1600" kern="0">
                          <a:effectLst/>
                          <a:latin typeface="宋体" panose="02010600030101010101" pitchFamily="2" charset="-122"/>
                          <a:ea typeface="宋体" panose="02010600030101010101" pitchFamily="2" charset="-122"/>
                        </a:rPr>
                        <a:t>扇区半径</a:t>
                      </a:r>
                      <a:endParaRPr lang="zh-CN" sz="1600" kern="10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c>
                  <a:txBody>
                    <a:bodyPr/>
                    <a:lstStyle/>
                    <a:p>
                      <a:pPr algn="just">
                        <a:spcAft>
                          <a:spcPts val="0"/>
                        </a:spcAft>
                      </a:pPr>
                      <a:r>
                        <a:rPr lang="zh-CN" sz="1600" kern="0" dirty="0">
                          <a:effectLst/>
                          <a:latin typeface="宋体" panose="02010600030101010101" pitchFamily="2" charset="-122"/>
                          <a:ea typeface="宋体" panose="02010600030101010101" pitchFamily="2" charset="-122"/>
                        </a:rPr>
                        <a:t>选择扇区半径的大小</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r>
              <a:tr h="523598">
                <a:tc>
                  <a:txBody>
                    <a:bodyPr/>
                    <a:lstStyle/>
                    <a:p>
                      <a:pPr algn="ctr">
                        <a:spcAft>
                          <a:spcPts val="0"/>
                        </a:spcAft>
                      </a:pPr>
                      <a:r>
                        <a:rPr lang="en-US" sz="1600" kern="0" dirty="0">
                          <a:effectLst/>
                          <a:latin typeface="宋体" panose="02010600030101010101" pitchFamily="2" charset="-122"/>
                          <a:ea typeface="宋体" panose="02010600030101010101" pitchFamily="2" charset="-122"/>
                        </a:rPr>
                        <a:t>KML</a:t>
                      </a:r>
                      <a:r>
                        <a:rPr lang="zh-CN" sz="1600" kern="0" dirty="0">
                          <a:effectLst/>
                          <a:latin typeface="宋体" panose="02010600030101010101" pitchFamily="2" charset="-122"/>
                          <a:ea typeface="宋体" panose="02010600030101010101" pitchFamily="2" charset="-122"/>
                        </a:rPr>
                        <a:t>文件输出</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c>
                  <a:txBody>
                    <a:bodyPr/>
                    <a:lstStyle/>
                    <a:p>
                      <a:pPr algn="just">
                        <a:spcAft>
                          <a:spcPts val="0"/>
                        </a:spcAft>
                      </a:pPr>
                      <a:r>
                        <a:rPr lang="zh-CN" sz="1600" kern="0" dirty="0">
                          <a:effectLst/>
                          <a:latin typeface="宋体" panose="02010600030101010101" pitchFamily="2" charset="-122"/>
                          <a:ea typeface="宋体" panose="02010600030101010101" pitchFamily="2" charset="-122"/>
                        </a:rPr>
                        <a:t>选择要输出的</a:t>
                      </a:r>
                      <a:r>
                        <a:rPr lang="en-US" sz="1600" kern="0" dirty="0">
                          <a:effectLst/>
                          <a:latin typeface="宋体" panose="02010600030101010101" pitchFamily="2" charset="-122"/>
                          <a:ea typeface="宋体" panose="02010600030101010101" pitchFamily="2" charset="-122"/>
                        </a:rPr>
                        <a:t>KML</a:t>
                      </a:r>
                      <a:r>
                        <a:rPr lang="zh-CN" sz="1600" kern="0" dirty="0">
                          <a:effectLst/>
                          <a:latin typeface="宋体" panose="02010600030101010101" pitchFamily="2" charset="-122"/>
                          <a:ea typeface="宋体" panose="02010600030101010101" pitchFamily="2" charset="-122"/>
                        </a:rPr>
                        <a:t>文件存放的目录</a:t>
                      </a:r>
                      <a:endParaRPr lang="zh-CN"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9106" marR="89106" marT="0" marB="0" anchor="ctr"/>
                </a:tc>
              </a:tr>
            </a:tbl>
          </a:graphicData>
        </a:graphic>
      </p:graphicFrame>
      <p:sp>
        <p:nvSpPr>
          <p:cNvPr id="13" name="矩形 12"/>
          <p:cNvSpPr/>
          <p:nvPr/>
        </p:nvSpPr>
        <p:spPr>
          <a:xfrm>
            <a:off x="981724" y="971997"/>
            <a:ext cx="4406976" cy="461665"/>
          </a:xfrm>
          <a:prstGeom prst="rect">
            <a:avLst/>
          </a:prstGeom>
        </p:spPr>
        <p:txBody>
          <a:bodyPr wrap="none">
            <a:spAutoFit/>
          </a:bodyPr>
          <a:lstStyle/>
          <a:p>
            <a:pPr algn="l"/>
            <a:r>
              <a:rPr lang="en-US" altLang="zh-CN" sz="2400" dirty="0" smtClean="0">
                <a:solidFill>
                  <a:srgbClr val="008FD4"/>
                </a:solidFill>
                <a:latin typeface="微软雅黑" pitchFamily="34" charset="-122"/>
                <a:ea typeface="微软雅黑" pitchFamily="34" charset="-122"/>
                <a:cs typeface="+mj-cs"/>
              </a:rPr>
              <a:t>2</a:t>
            </a:r>
            <a:r>
              <a:rPr lang="zh-CN" altLang="en-US" sz="2400" dirty="0" smtClean="0">
                <a:solidFill>
                  <a:srgbClr val="008FD4"/>
                </a:solidFill>
                <a:latin typeface="微软雅黑" pitchFamily="34" charset="-122"/>
                <a:ea typeface="微软雅黑" pitchFamily="34" charset="-122"/>
                <a:cs typeface="+mj-cs"/>
              </a:rPr>
              <a:t>、</a:t>
            </a:r>
            <a:r>
              <a:rPr lang="zh-CN" altLang="en-US" sz="2400" dirty="0" smtClean="0">
                <a:solidFill>
                  <a:srgbClr val="008FD4"/>
                </a:solidFill>
                <a:latin typeface="微软雅黑" pitchFamily="34" charset="-122"/>
                <a:ea typeface="微软雅黑" pitchFamily="34" charset="-122"/>
              </a:rPr>
              <a:t>使用</a:t>
            </a:r>
            <a:r>
              <a:rPr lang="en-US" altLang="zh-CN" sz="2400" dirty="0" smtClean="0">
                <a:solidFill>
                  <a:srgbClr val="008FD4"/>
                </a:solidFill>
                <a:latin typeface="微软雅黑" pitchFamily="34" charset="-122"/>
                <a:ea typeface="微软雅黑" pitchFamily="34" charset="-122"/>
              </a:rPr>
              <a:t>KML</a:t>
            </a:r>
            <a:r>
              <a:rPr lang="zh-CN" altLang="en-US" sz="2400" dirty="0" smtClean="0">
                <a:solidFill>
                  <a:srgbClr val="008FD4"/>
                </a:solidFill>
                <a:latin typeface="微软雅黑" pitchFamily="34" charset="-122"/>
                <a:ea typeface="微软雅黑" pitchFamily="34" charset="-122"/>
              </a:rPr>
              <a:t>工具制作基站图层</a:t>
            </a:r>
            <a:endParaRPr lang="en-US" altLang="zh-CN" sz="2400" dirty="0" smtClean="0">
              <a:solidFill>
                <a:srgbClr val="008FD4"/>
              </a:solidFill>
              <a:latin typeface="微软雅黑" pitchFamily="34" charset="-122"/>
              <a:ea typeface="微软雅黑" pitchFamily="34" charset="-122"/>
            </a:endParaRPr>
          </a:p>
        </p:txBody>
      </p:sp>
      <p:sp>
        <p:nvSpPr>
          <p:cNvPr id="14" name="矩形 13"/>
          <p:cNvSpPr/>
          <p:nvPr/>
        </p:nvSpPr>
        <p:spPr>
          <a:xfrm>
            <a:off x="611833" y="323925"/>
            <a:ext cx="4349268" cy="523220"/>
          </a:xfrm>
          <a:prstGeom prst="rect">
            <a:avLst/>
          </a:prstGeom>
        </p:spPr>
        <p:txBody>
          <a:bodyPr wrap="none" anchor="ctr">
            <a:spAutoFit/>
          </a:bodyPr>
          <a:lstStyle/>
          <a:p>
            <a:pPr algn="l"/>
            <a:r>
              <a:rPr lang="zh-CN" altLang="en-US" sz="2800" dirty="0" smtClean="0">
                <a:solidFill>
                  <a:srgbClr val="008FD4"/>
                </a:solidFill>
                <a:latin typeface="微软雅黑" pitchFamily="34" charset="-122"/>
                <a:ea typeface="微软雅黑" pitchFamily="34" charset="-122"/>
              </a:rPr>
              <a:t>一</a:t>
            </a:r>
            <a:r>
              <a:rPr lang="zh-CN" altLang="en-US" sz="2800" dirty="0" smtClean="0">
                <a:solidFill>
                  <a:srgbClr val="008FD4"/>
                </a:solidFill>
                <a:latin typeface="微软雅黑" pitchFamily="34" charset="-122"/>
                <a:ea typeface="微软雅黑" pitchFamily="34" charset="-122"/>
                <a:cs typeface="+mj-cs"/>
              </a:rPr>
              <a:t>、 </a:t>
            </a:r>
            <a:r>
              <a:rPr lang="en-US" altLang="zh-CN" sz="2800" dirty="0" smtClean="0">
                <a:solidFill>
                  <a:srgbClr val="008FD4"/>
                </a:solidFill>
                <a:latin typeface="微软雅黑" pitchFamily="34" charset="-122"/>
                <a:ea typeface="微软雅黑" pitchFamily="34" charset="-122"/>
              </a:rPr>
              <a:t>Google earth</a:t>
            </a:r>
            <a:r>
              <a:rPr lang="zh-CN" altLang="en-US" sz="2800" dirty="0" smtClean="0">
                <a:solidFill>
                  <a:srgbClr val="008FD4"/>
                </a:solidFill>
                <a:latin typeface="微软雅黑" pitchFamily="34" charset="-122"/>
                <a:ea typeface="微软雅黑" pitchFamily="34" charset="-122"/>
              </a:rPr>
              <a:t>的使用</a:t>
            </a:r>
            <a:endParaRPr lang="zh-CN" altLang="en-US" sz="2800" dirty="0" smtClean="0">
              <a:solidFill>
                <a:srgbClr val="008FD4"/>
              </a:solidFill>
              <a:latin typeface="微软雅黑" pitchFamily="34" charset="-122"/>
              <a:ea typeface="微软雅黑" pitchFamily="34" charset="-122"/>
              <a:cs typeface="+mj-cs"/>
            </a:endParaRPr>
          </a:p>
        </p:txBody>
      </p:sp>
    </p:spTree>
    <p:extLst>
      <p:ext uri="{BB962C8B-B14F-4D97-AF65-F5344CB8AC3E}">
        <p14:creationId xmlns:p14="http://schemas.microsoft.com/office/powerpoint/2010/main" xmlns="" val="37170352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94604" y="1566927"/>
            <a:ext cx="10291643" cy="216982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lnSpc>
                <a:spcPct val="150000"/>
              </a:lnSpc>
              <a:spcAft>
                <a:spcPts val="0"/>
              </a:spcAft>
              <a:buClr>
                <a:schemeClr val="tx2"/>
              </a:buClr>
            </a:pP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打开</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Google Earth</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，点击</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文件</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菜单</a:t>
            </a: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，选择</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打开</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选项，</a:t>
            </a:r>
            <a:r>
              <a:rPr lang="zh-CN" altLang="en-US"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找到之前制作好的</a:t>
            </a:r>
            <a:r>
              <a:rPr lang="en-US" altLang="zh-CN"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KML</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文件，点击</a:t>
            </a:r>
            <a:r>
              <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打开</a:t>
            </a:r>
            <a:r>
              <a:rPr lang="en-US" altLang="zh-CN" kern="1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smtClean="0">
                <a:latin typeface="微软雅黑" panose="020B0503020204020204" pitchFamily="34" charset="-122"/>
                <a:ea typeface="微软雅黑" panose="020B0503020204020204" pitchFamily="34" charset="-122"/>
              </a:rPr>
              <a:t>完成了</a:t>
            </a:r>
            <a:r>
              <a:rPr lang="en-US" altLang="zh-CN" dirty="0" smtClean="0">
                <a:latin typeface="微软雅黑" panose="020B0503020204020204" pitchFamily="34" charset="-122"/>
                <a:ea typeface="微软雅黑" panose="020B0503020204020204" pitchFamily="34" charset="-122"/>
              </a:rPr>
              <a:t>KML</a:t>
            </a:r>
            <a:r>
              <a:rPr lang="zh-CN" altLang="zh-CN" dirty="0">
                <a:latin typeface="微软雅黑" panose="020B0503020204020204" pitchFamily="34" charset="-122"/>
                <a:ea typeface="微软雅黑" panose="020B0503020204020204" pitchFamily="34" charset="-122"/>
              </a:rPr>
              <a:t>文件导入</a:t>
            </a:r>
            <a:r>
              <a:rPr lang="en-US" altLang="zh-CN" dirty="0">
                <a:latin typeface="微软雅黑" panose="020B0503020204020204" pitchFamily="34" charset="-122"/>
                <a:ea typeface="微软雅黑" panose="020B0503020204020204" pitchFamily="34" charset="-122"/>
              </a:rPr>
              <a:t>Google Earth</a:t>
            </a:r>
            <a:r>
              <a:rPr lang="zh-CN" altLang="zh-CN" dirty="0">
                <a:latin typeface="微软雅黑" panose="020B0503020204020204" pitchFamily="34" charset="-122"/>
                <a:ea typeface="微软雅黑" panose="020B0503020204020204" pitchFamily="34" charset="-122"/>
              </a:rPr>
              <a:t>的</a:t>
            </a:r>
            <a:r>
              <a:rPr lang="zh-CN" altLang="zh-CN" dirty="0" smtClean="0">
                <a:latin typeface="微软雅黑" panose="020B0503020204020204" pitchFamily="34" charset="-122"/>
                <a:ea typeface="微软雅黑" panose="020B0503020204020204" pitchFamily="34" charset="-122"/>
              </a:rPr>
              <a:t>操作</a:t>
            </a:r>
            <a:r>
              <a:rPr lang="zh-CN" altLang="en-US" dirty="0" smtClean="0">
                <a:latin typeface="微软雅黑" panose="020B0503020204020204" pitchFamily="34" charset="-122"/>
                <a:ea typeface="微软雅黑" panose="020B0503020204020204" pitchFamily="34" charset="-122"/>
              </a:rPr>
              <a:t>。接下来就可以进</a:t>
            </a:r>
            <a:endParaRPr lang="en-US" altLang="zh-CN" dirty="0" smtClean="0">
              <a:latin typeface="微软雅黑" panose="020B0503020204020204" pitchFamily="34" charset="-122"/>
              <a:ea typeface="微软雅黑" panose="020B0503020204020204" pitchFamily="34" charset="-122"/>
            </a:endParaRPr>
          </a:p>
          <a:p>
            <a:pPr algn="just">
              <a:lnSpc>
                <a:spcPct val="150000"/>
              </a:lnSpc>
              <a:spcAft>
                <a:spcPts val="0"/>
              </a:spcAft>
              <a:buClr>
                <a:schemeClr val="tx2"/>
              </a:buClr>
            </a:pPr>
            <a:r>
              <a:rPr lang="zh-CN" altLang="en-US" dirty="0" smtClean="0">
                <a:latin typeface="微软雅黑" panose="020B0503020204020204" pitchFamily="34" charset="-122"/>
                <a:ea typeface="微软雅黑" panose="020B0503020204020204" pitchFamily="34" charset="-122"/>
              </a:rPr>
              <a:t>行站点的查看和</a:t>
            </a:r>
            <a:endParaRPr lang="en-US" altLang="zh-CN" dirty="0" smtClean="0">
              <a:latin typeface="微软雅黑" panose="020B0503020204020204" pitchFamily="34" charset="-122"/>
              <a:ea typeface="微软雅黑" panose="020B0503020204020204" pitchFamily="34" charset="-122"/>
            </a:endParaRPr>
          </a:p>
          <a:p>
            <a:pPr algn="just">
              <a:lnSpc>
                <a:spcPct val="150000"/>
              </a:lnSpc>
              <a:spcAft>
                <a:spcPts val="0"/>
              </a:spcAft>
              <a:buClr>
                <a:schemeClr val="tx2"/>
              </a:buClr>
            </a:pPr>
            <a:r>
              <a:rPr lang="zh-CN" altLang="en-US" dirty="0" smtClean="0">
                <a:latin typeface="微软雅黑" panose="020B0503020204020204" pitchFamily="34" charset="-122"/>
                <a:ea typeface="微软雅黑" panose="020B0503020204020204" pitchFamily="34" charset="-122"/>
              </a:rPr>
              <a:t>网络分析及规划</a:t>
            </a:r>
            <a:endParaRPr lang="en-US" altLang="zh-CN" dirty="0" smtClean="0">
              <a:latin typeface="微软雅黑" panose="020B0503020204020204" pitchFamily="34" charset="-122"/>
              <a:ea typeface="微软雅黑" panose="020B0503020204020204" pitchFamily="34" charset="-122"/>
            </a:endParaRPr>
          </a:p>
          <a:p>
            <a:pPr algn="just">
              <a:lnSpc>
                <a:spcPct val="150000"/>
              </a:lnSpc>
              <a:spcAft>
                <a:spcPts val="0"/>
              </a:spcAft>
              <a:buClr>
                <a:schemeClr val="tx2"/>
              </a:buClr>
            </a:pPr>
            <a:r>
              <a:rPr lang="zh-CN" altLang="en-US" dirty="0" smtClean="0">
                <a:latin typeface="微软雅黑" panose="020B0503020204020204" pitchFamily="34" charset="-122"/>
                <a:ea typeface="微软雅黑" panose="020B0503020204020204" pitchFamily="34" charset="-122"/>
              </a:rPr>
              <a:t>了</a:t>
            </a:r>
            <a:r>
              <a:rPr lang="zh-CN" altLang="zh-CN" dirty="0" smtClean="0">
                <a:latin typeface="微软雅黑" panose="020B0503020204020204" pitchFamily="34" charset="-122"/>
                <a:ea typeface="微软雅黑" panose="020B0503020204020204" pitchFamily="34" charset="-122"/>
              </a:rPr>
              <a:t>。</a:t>
            </a:r>
            <a:endPar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9938" name="图片 4099"/>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081315" y="2493700"/>
            <a:ext cx="8370458" cy="37348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矩形 10"/>
          <p:cNvSpPr/>
          <p:nvPr/>
        </p:nvSpPr>
        <p:spPr>
          <a:xfrm>
            <a:off x="611833" y="323925"/>
            <a:ext cx="4349268" cy="523220"/>
          </a:xfrm>
          <a:prstGeom prst="rect">
            <a:avLst/>
          </a:prstGeom>
        </p:spPr>
        <p:txBody>
          <a:bodyPr wrap="none" anchor="ctr">
            <a:spAutoFit/>
          </a:bodyPr>
          <a:lstStyle/>
          <a:p>
            <a:pPr algn="l"/>
            <a:r>
              <a:rPr lang="zh-CN" altLang="en-US" sz="2800" dirty="0" smtClean="0">
                <a:solidFill>
                  <a:srgbClr val="008FD4"/>
                </a:solidFill>
                <a:latin typeface="微软雅黑" pitchFamily="34" charset="-122"/>
                <a:ea typeface="微软雅黑" pitchFamily="34" charset="-122"/>
              </a:rPr>
              <a:t>一</a:t>
            </a:r>
            <a:r>
              <a:rPr lang="zh-CN" altLang="en-US" sz="2800" dirty="0" smtClean="0">
                <a:solidFill>
                  <a:srgbClr val="008FD4"/>
                </a:solidFill>
                <a:latin typeface="微软雅黑" pitchFamily="34" charset="-122"/>
                <a:ea typeface="微软雅黑" pitchFamily="34" charset="-122"/>
                <a:cs typeface="+mj-cs"/>
              </a:rPr>
              <a:t>、 </a:t>
            </a:r>
            <a:r>
              <a:rPr lang="en-US" altLang="zh-CN" sz="2800" dirty="0" smtClean="0">
                <a:solidFill>
                  <a:srgbClr val="008FD4"/>
                </a:solidFill>
                <a:latin typeface="微软雅黑" pitchFamily="34" charset="-122"/>
                <a:ea typeface="微软雅黑" pitchFamily="34" charset="-122"/>
              </a:rPr>
              <a:t>Google earth</a:t>
            </a:r>
            <a:r>
              <a:rPr lang="zh-CN" altLang="en-US" sz="2800" dirty="0" smtClean="0">
                <a:solidFill>
                  <a:srgbClr val="008FD4"/>
                </a:solidFill>
                <a:latin typeface="微软雅黑" pitchFamily="34" charset="-122"/>
                <a:ea typeface="微软雅黑" pitchFamily="34" charset="-122"/>
              </a:rPr>
              <a:t>的使用</a:t>
            </a:r>
            <a:endParaRPr lang="zh-CN" altLang="en-US" sz="2800" dirty="0" smtClean="0">
              <a:solidFill>
                <a:srgbClr val="008FD4"/>
              </a:solidFill>
              <a:latin typeface="微软雅黑" pitchFamily="34" charset="-122"/>
              <a:ea typeface="微软雅黑" pitchFamily="34" charset="-122"/>
              <a:cs typeface="+mj-cs"/>
            </a:endParaRPr>
          </a:p>
        </p:txBody>
      </p:sp>
      <p:sp>
        <p:nvSpPr>
          <p:cNvPr id="12" name="矩形 11"/>
          <p:cNvSpPr/>
          <p:nvPr/>
        </p:nvSpPr>
        <p:spPr>
          <a:xfrm>
            <a:off x="795715" y="1057207"/>
            <a:ext cx="5687776" cy="461665"/>
          </a:xfrm>
          <a:prstGeom prst="rect">
            <a:avLst/>
          </a:prstGeom>
        </p:spPr>
        <p:txBody>
          <a:bodyPr wrap="none">
            <a:spAutoFit/>
          </a:bodyPr>
          <a:lstStyle/>
          <a:p>
            <a:pPr algn="l"/>
            <a:r>
              <a:rPr lang="en-US" altLang="zh-CN" sz="2400" dirty="0" smtClean="0">
                <a:solidFill>
                  <a:srgbClr val="008FD4"/>
                </a:solidFill>
                <a:latin typeface="微软雅黑" pitchFamily="34" charset="-122"/>
                <a:ea typeface="微软雅黑" pitchFamily="34" charset="-122"/>
                <a:cs typeface="+mj-cs"/>
              </a:rPr>
              <a:t>3</a:t>
            </a:r>
            <a:r>
              <a:rPr lang="zh-CN" altLang="en-US" sz="2400" dirty="0" smtClean="0">
                <a:solidFill>
                  <a:srgbClr val="008FD4"/>
                </a:solidFill>
                <a:latin typeface="微软雅黑" pitchFamily="34" charset="-122"/>
                <a:ea typeface="微软雅黑" pitchFamily="34" charset="-122"/>
                <a:cs typeface="+mj-cs"/>
              </a:rPr>
              <a:t>、</a:t>
            </a:r>
            <a:r>
              <a:rPr lang="zh-CN" altLang="en-US" sz="2400" dirty="0" smtClean="0">
                <a:solidFill>
                  <a:srgbClr val="008FD4"/>
                </a:solidFill>
                <a:latin typeface="微软雅黑" pitchFamily="34" charset="-122"/>
                <a:ea typeface="微软雅黑" pitchFamily="34" charset="-122"/>
              </a:rPr>
              <a:t>在</a:t>
            </a:r>
            <a:r>
              <a:rPr lang="en-US" altLang="zh-CN" sz="2400" dirty="0" smtClean="0">
                <a:solidFill>
                  <a:srgbClr val="008FD4"/>
                </a:solidFill>
                <a:latin typeface="微软雅黑" pitchFamily="34" charset="-122"/>
                <a:ea typeface="微软雅黑" pitchFamily="34" charset="-122"/>
              </a:rPr>
              <a:t>Google Earth</a:t>
            </a:r>
            <a:r>
              <a:rPr lang="zh-CN" altLang="en-US" sz="2400" dirty="0" smtClean="0">
                <a:solidFill>
                  <a:srgbClr val="008FD4"/>
                </a:solidFill>
                <a:latin typeface="微软雅黑" pitchFamily="34" charset="-122"/>
                <a:ea typeface="微软雅黑" pitchFamily="34" charset="-122"/>
              </a:rPr>
              <a:t>上查看基站扇区信息</a:t>
            </a:r>
          </a:p>
        </p:txBody>
      </p:sp>
    </p:spTree>
    <p:extLst>
      <p:ext uri="{BB962C8B-B14F-4D97-AF65-F5344CB8AC3E}">
        <p14:creationId xmlns:p14="http://schemas.microsoft.com/office/powerpoint/2010/main" xmlns="" val="20553929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10476929" y="1908101"/>
          <a:ext cx="1231900" cy="438150"/>
        </p:xfrm>
        <a:graphic>
          <a:graphicData uri="http://schemas.openxmlformats.org/presentationml/2006/ole">
            <p:oleObj spid="_x0000_s1026" name="包装程序外壳对象" showAsIcon="1" r:id="rId3" imgW="1231920" imgH="437400" progId="Package">
              <p:embed/>
            </p:oleObj>
          </a:graphicData>
        </a:graphic>
      </p:graphicFrame>
      <p:pic>
        <p:nvPicPr>
          <p:cNvPr id="1028" name="Picture 4"/>
          <p:cNvPicPr>
            <a:picLocks noChangeAspect="1" noChangeArrowheads="1"/>
          </p:cNvPicPr>
          <p:nvPr/>
        </p:nvPicPr>
        <p:blipFill>
          <a:blip r:embed="rId4"/>
          <a:srcRect/>
          <a:stretch>
            <a:fillRect/>
          </a:stretch>
        </p:blipFill>
        <p:spPr bwMode="auto">
          <a:xfrm>
            <a:off x="611833" y="1044005"/>
            <a:ext cx="9793088" cy="5328592"/>
          </a:xfrm>
          <a:prstGeom prst="rect">
            <a:avLst/>
          </a:prstGeom>
          <a:noFill/>
          <a:ln w="9525">
            <a:noFill/>
            <a:miter lim="800000"/>
            <a:headEnd/>
            <a:tailEnd/>
          </a:ln>
        </p:spPr>
      </p:pic>
      <p:sp>
        <p:nvSpPr>
          <p:cNvPr id="5" name="矩形 4"/>
          <p:cNvSpPr/>
          <p:nvPr/>
        </p:nvSpPr>
        <p:spPr>
          <a:xfrm>
            <a:off x="611833" y="323925"/>
            <a:ext cx="3881191" cy="523220"/>
          </a:xfrm>
          <a:prstGeom prst="rect">
            <a:avLst/>
          </a:prstGeom>
        </p:spPr>
        <p:txBody>
          <a:bodyPr wrap="none" anchor="ctr">
            <a:spAutoFit/>
          </a:bodyPr>
          <a:lstStyle/>
          <a:p>
            <a:pPr algn="l"/>
            <a:r>
              <a:rPr lang="zh-CN" altLang="en-US" sz="2800" dirty="0" smtClean="0">
                <a:solidFill>
                  <a:srgbClr val="008FD4"/>
                </a:solidFill>
                <a:latin typeface="微软雅黑" pitchFamily="34" charset="-122"/>
                <a:ea typeface="微软雅黑" pitchFamily="34" charset="-122"/>
                <a:cs typeface="+mj-cs"/>
              </a:rPr>
              <a:t>二、 网优图层工具介绍</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p:nvPr/>
        </p:nvSpPr>
        <p:spPr>
          <a:xfrm>
            <a:off x="4793593" y="1289991"/>
            <a:ext cx="2994964" cy="859289"/>
          </a:xfrm>
          <a:prstGeom prst="rect">
            <a:avLst/>
          </a:prstGeom>
          <a:noFill/>
        </p:spPr>
        <p:txBody>
          <a:bodyPr lIns="119814" tIns="59907" rIns="119814" bIns="59907">
            <a:spAutoFit/>
          </a:bodyPr>
          <a:lstStyle/>
          <a:p>
            <a:pPr>
              <a:defRPr/>
            </a:pPr>
            <a:r>
              <a:rPr lang="zh-CN" altLang="en-US" sz="4700" b="1" dirty="0">
                <a:solidFill>
                  <a:schemeClr val="tx1">
                    <a:lumMod val="65000"/>
                    <a:lumOff val="35000"/>
                  </a:schemeClr>
                </a:solidFill>
                <a:latin typeface="微软雅黑" panose="020B0503020204020204" charset="-122"/>
                <a:ea typeface="微软雅黑" panose="020B0503020204020204" charset="-122"/>
              </a:rPr>
              <a:t>项目总结</a:t>
            </a:r>
          </a:p>
        </p:txBody>
      </p:sp>
      <p:sp>
        <p:nvSpPr>
          <p:cNvPr id="3" name="内容占位符 2">
            <a:extLst>
              <a:ext uri="{FF2B5EF4-FFF2-40B4-BE49-F238E27FC236}"/>
            </a:extLst>
          </p:cNvPr>
          <p:cNvSpPr txBox="1"/>
          <p:nvPr/>
        </p:nvSpPr>
        <p:spPr>
          <a:xfrm>
            <a:off x="4449131" y="3025462"/>
            <a:ext cx="4345998" cy="519374"/>
          </a:xfrm>
          <a:prstGeom prst="rect">
            <a:avLst/>
          </a:prstGeom>
        </p:spPr>
        <p:txBody>
          <a:bodyPr lIns="119814" tIns="59907" rIns="119814" bIns="59907"/>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en-US" altLang="zh-CN" sz="2100" dirty="0">
                <a:solidFill>
                  <a:schemeClr val="tx1">
                    <a:lumMod val="65000"/>
                    <a:lumOff val="35000"/>
                  </a:schemeClr>
                </a:solidFill>
                <a:latin typeface="微软雅黑" panose="020B0503020204020204" charset="-122"/>
                <a:ea typeface="微软雅黑" panose="020B0503020204020204" charset="-122"/>
              </a:rPr>
              <a:t>Google Earth</a:t>
            </a:r>
            <a:r>
              <a:rPr lang="zh-CN" altLang="en-US" sz="2100" dirty="0">
                <a:solidFill>
                  <a:schemeClr val="tx1">
                    <a:lumMod val="65000"/>
                    <a:lumOff val="35000"/>
                  </a:schemeClr>
                </a:solidFill>
                <a:latin typeface="微软雅黑" panose="020B0503020204020204" charset="-122"/>
                <a:ea typeface="微软雅黑" panose="020B0503020204020204" charset="-122"/>
              </a:rPr>
              <a:t>软件的</a:t>
            </a:r>
            <a:r>
              <a:rPr lang="zh-CN" altLang="en-US" sz="2100" dirty="0" smtClean="0">
                <a:solidFill>
                  <a:schemeClr val="tx1">
                    <a:lumMod val="65000"/>
                    <a:lumOff val="35000"/>
                  </a:schemeClr>
                </a:solidFill>
                <a:latin typeface="微软雅黑" panose="020B0503020204020204" charset="-122"/>
                <a:ea typeface="微软雅黑" panose="020B0503020204020204" charset="-122"/>
              </a:rPr>
              <a:t>使用方法</a:t>
            </a:r>
            <a:endParaRPr sz="2100" dirty="0">
              <a:solidFill>
                <a:schemeClr val="tx1">
                  <a:lumMod val="65000"/>
                  <a:lumOff val="35000"/>
                </a:schemeClr>
              </a:solidFill>
              <a:latin typeface="微软雅黑" panose="020B0503020204020204" charset="-122"/>
              <a:ea typeface="微软雅黑" panose="020B0503020204020204" charset="-122"/>
            </a:endParaRPr>
          </a:p>
        </p:txBody>
      </p:sp>
      <p:sp>
        <p:nvSpPr>
          <p:cNvPr id="4" name="矩形 3">
            <a:extLst>
              <a:ext uri="{FF2B5EF4-FFF2-40B4-BE49-F238E27FC236}"/>
            </a:extLst>
          </p:cNvPr>
          <p:cNvSpPr/>
          <p:nvPr/>
        </p:nvSpPr>
        <p:spPr>
          <a:xfrm>
            <a:off x="3762270" y="2960011"/>
            <a:ext cx="443470" cy="464481"/>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lIns="119814" tIns="59907" rIns="119814" bIns="59907" anchor="ctr"/>
          <a:lstStyle/>
          <a:p>
            <a:pPr algn="ctr">
              <a:defRPr/>
            </a:pPr>
            <a:r>
              <a:rPr lang="en-US" altLang="zh-CN" b="1"/>
              <a:t>1</a:t>
            </a:r>
          </a:p>
        </p:txBody>
      </p:sp>
      <p:sp>
        <p:nvSpPr>
          <p:cNvPr id="5" name="内容占位符 2">
            <a:extLst>
              <a:ext uri="{FF2B5EF4-FFF2-40B4-BE49-F238E27FC236}"/>
            </a:extLst>
          </p:cNvPr>
          <p:cNvSpPr txBox="1"/>
          <p:nvPr/>
        </p:nvSpPr>
        <p:spPr>
          <a:xfrm>
            <a:off x="4449131" y="4218333"/>
            <a:ext cx="4345998" cy="519374"/>
          </a:xfrm>
          <a:prstGeom prst="rect">
            <a:avLst/>
          </a:prstGeom>
        </p:spPr>
        <p:txBody>
          <a:bodyPr lIns="119814" tIns="59907" rIns="119814" bIns="59907"/>
          <a:lstStyle>
            <a:lvl1pPr marL="0" marR="0" indent="0" algn="l" defTabSz="685800" rtl="0" eaLnBrk="1" fontAlgn="auto" latinLnBrk="0" hangingPunct="1">
              <a:lnSpc>
                <a:spcPct val="90000"/>
              </a:lnSpc>
              <a:spcBef>
                <a:spcPts val="750"/>
              </a:spcBef>
              <a:spcAft>
                <a:spcPts val="0"/>
              </a:spcAft>
              <a:buClrTx/>
              <a:buSzTx/>
              <a:buFontTx/>
              <a:buNone/>
              <a:defRPr lang="zh-CN" altLang="en-US" sz="1800" kern="1200" dirty="0" smtClean="0">
                <a:solidFill>
                  <a:schemeClr val="tx1"/>
                </a:solidFill>
                <a:latin typeface="+mj-ea"/>
                <a:ea typeface="+mj-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lang="zh-CN" altLang="en-US" sz="1800" kern="1200" dirty="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lang="zh-CN" altLang="en-US" sz="1500" kern="1200" dirty="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lang="zh-CN" altLang="en-US" sz="1350" kern="1200" dirty="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lang="zh-CN" altLang="en-US" sz="1350" kern="1200" dirty="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zh-CN" altLang="en-US" sz="2100" dirty="0" smtClean="0">
                <a:solidFill>
                  <a:schemeClr val="tx1">
                    <a:lumMod val="65000"/>
                    <a:lumOff val="35000"/>
                  </a:schemeClr>
                </a:solidFill>
                <a:latin typeface="微软雅黑" panose="020B0503020204020204" charset="-122"/>
                <a:ea typeface="微软雅黑" panose="020B0503020204020204" charset="-122"/>
              </a:rPr>
              <a:t>网优图层工具的制作</a:t>
            </a:r>
            <a:r>
              <a:rPr sz="2100" dirty="0" err="1" smtClean="0">
                <a:solidFill>
                  <a:schemeClr val="tx1">
                    <a:lumMod val="65000"/>
                    <a:lumOff val="35000"/>
                  </a:schemeClr>
                </a:solidFill>
                <a:latin typeface="微软雅黑" panose="020B0503020204020204" charset="-122"/>
                <a:ea typeface="微软雅黑" panose="020B0503020204020204" charset="-122"/>
              </a:rPr>
              <a:t>步骤</a:t>
            </a:r>
            <a:endParaRPr sz="2100" dirty="0">
              <a:solidFill>
                <a:schemeClr val="tx1">
                  <a:lumMod val="65000"/>
                  <a:lumOff val="35000"/>
                </a:schemeClr>
              </a:solidFill>
              <a:latin typeface="微软雅黑" panose="020B0503020204020204" charset="-122"/>
              <a:ea typeface="微软雅黑" panose="020B0503020204020204" charset="-122"/>
            </a:endParaRPr>
          </a:p>
        </p:txBody>
      </p:sp>
      <p:sp>
        <p:nvSpPr>
          <p:cNvPr id="6" name="矩形 5">
            <a:extLst>
              <a:ext uri="{FF2B5EF4-FFF2-40B4-BE49-F238E27FC236}"/>
            </a:extLst>
          </p:cNvPr>
          <p:cNvSpPr/>
          <p:nvPr/>
        </p:nvSpPr>
        <p:spPr>
          <a:xfrm>
            <a:off x="3762270" y="4152883"/>
            <a:ext cx="443470" cy="464481"/>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lIns="119814" tIns="59907" rIns="119814" bIns="59907" anchor="ctr"/>
          <a:lstStyle/>
          <a:p>
            <a:pPr algn="ctr">
              <a:defRPr/>
            </a:pPr>
            <a:r>
              <a:rPr lang="en-US" altLang="zh-CN" b="1" dirty="0"/>
              <a:t>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矩形 1"/>
          <p:cNvSpPr/>
          <p:nvPr/>
        </p:nvSpPr>
        <p:spPr>
          <a:xfrm>
            <a:off x="2" y="-17667"/>
            <a:ext cx="11900195" cy="3492925"/>
          </a:xfrm>
          <a:prstGeom prst="rect">
            <a:avLst/>
          </a:prstGeom>
          <a:solidFill>
            <a:srgbClr val="9BD9FF"/>
          </a:solidFill>
          <a:ln>
            <a:noFill/>
          </a:ln>
        </p:spPr>
        <p:style>
          <a:lnRef idx="2">
            <a:schemeClr val="accent1">
              <a:shade val="50000"/>
            </a:schemeClr>
          </a:lnRef>
          <a:fillRef idx="1">
            <a:schemeClr val="accent1"/>
          </a:fillRef>
          <a:effectRef idx="0">
            <a:schemeClr val="accent1"/>
          </a:effectRef>
          <a:fontRef idx="minor">
            <a:schemeClr val="lt1"/>
          </a:fontRef>
        </p:style>
        <p:txBody>
          <a:bodyPr lIns="116129" tIns="58064" rIns="116129" bIns="58064" rtlCol="0" anchor="ctr"/>
          <a:lstStyle/>
          <a:p>
            <a:pPr algn="ctr"/>
            <a:endParaRPr lang="zh-CN" altLang="en-US" sz="1800" dirty="0"/>
          </a:p>
        </p:txBody>
      </p:sp>
      <p:pic>
        <p:nvPicPr>
          <p:cNvPr id="3" name="图片 2" descr="微信二维码（灰.jpg"/>
          <p:cNvPicPr>
            <a:picLocks noChangeAspect="1"/>
          </p:cNvPicPr>
          <p:nvPr/>
        </p:nvPicPr>
        <p:blipFill>
          <a:blip r:embed="rId2" cstate="print"/>
          <a:stretch>
            <a:fillRect/>
          </a:stretch>
        </p:blipFill>
        <p:spPr>
          <a:xfrm>
            <a:off x="4990836" y="2690601"/>
            <a:ext cx="2020067" cy="1643536"/>
          </a:xfrm>
          <a:prstGeom prst="rect">
            <a:avLst/>
          </a:prstGeom>
        </p:spPr>
      </p:pic>
    </p:spTree>
    <p:extLst>
      <p:ext uri="{BB962C8B-B14F-4D97-AF65-F5344CB8AC3E}">
        <p14:creationId xmlns:p14="http://schemas.microsoft.com/office/powerpoint/2010/main" xmlns="" val="3983370330"/>
      </p:ext>
    </p:extLst>
  </p:cSld>
  <p:clrMapOvr>
    <a:masterClrMapping/>
  </p:clrMapOvr>
</p:sld>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2193</TotalTime>
  <Words>636</Words>
  <Application>Microsoft Office PowerPoint</Application>
  <PresentationFormat>自定义</PresentationFormat>
  <Paragraphs>61</Paragraphs>
  <Slides>13</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13</vt:i4>
      </vt:variant>
    </vt:vector>
  </HeadingPairs>
  <TitlesOfParts>
    <vt:vector size="15" baseType="lpstr">
      <vt:lpstr>2_自定义设计方案</vt:lpstr>
      <vt:lpstr>包装程序外壳对象</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GSM基本原理</dc:title>
  <dc:creator>xiaohui</dc:creator>
  <cp:keywords>培训教材</cp:keywords>
  <cp:lastModifiedBy>ASUS</cp:lastModifiedBy>
  <cp:revision>116</cp:revision>
  <dcterms:created xsi:type="dcterms:W3CDTF">2015-08-24T03:52:47Z</dcterms:created>
  <dcterms:modified xsi:type="dcterms:W3CDTF">2022-03-08T06:04:36Z</dcterms:modified>
</cp:coreProperties>
</file>